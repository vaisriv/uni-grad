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notesSlides/notesSlide22.xml" ContentType="application/vnd.openxmlformats-officedocument.presentationml.notesSlide+xml"/>
  <Override PartName="/ppt/charts/chart7.xml" ContentType="application/vnd.openxmlformats-officedocument.drawingml.chart+xml"/>
  <Override PartName="/ppt/notesSlides/notesSlide23.xml" ContentType="application/vnd.openxmlformats-officedocument.presentationml.notesSlide+xml"/>
  <Override PartName="/ppt/charts/chart8.xml" ContentType="application/vnd.openxmlformats-officedocument.drawingml.chart+xml"/>
  <Override PartName="/ppt/notesSlides/notesSlide24.xml" ContentType="application/vnd.openxmlformats-officedocument.presentationml.notesSlide+xml"/>
  <Override PartName="/ppt/charts/chart9.xml" ContentType="application/vnd.openxmlformats-officedocument.drawingml.chart+xml"/>
  <Override PartName="/ppt/notesSlides/notesSlide25.xml" ContentType="application/vnd.openxmlformats-officedocument.presentationml.notesSlide+xml"/>
  <Override PartName="/ppt/charts/chart10.xml" ContentType="application/vnd.openxmlformats-officedocument.drawingml.chart+xml"/>
  <Override PartName="/ppt/notesSlides/notesSlide26.xml" ContentType="application/vnd.openxmlformats-officedocument.presentationml.notesSlide+xml"/>
  <Override PartName="/ppt/charts/chart11.xml" ContentType="application/vnd.openxmlformats-officedocument.drawingml.chart+xml"/>
  <Override PartName="/ppt/notesSlides/notesSlide27.xml" ContentType="application/vnd.openxmlformats-officedocument.presentationml.notesSlide+xml"/>
  <Override PartName="/ppt/charts/chart12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33.xml" ContentType="application/vnd.openxmlformats-officedocument.presentationml.notesSlide+xml"/>
  <Override PartName="/ppt/charts/chart15.xml" ContentType="application/vnd.openxmlformats-officedocument.drawingml.char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37.xml" ContentType="application/vnd.openxmlformats-officedocument.presentationml.notesSlide+xml"/>
  <Override PartName="/ppt/charts/chart18.xml" ContentType="application/vnd.openxmlformats-officedocument.drawingml.chart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19.xml" ContentType="application/vnd.openxmlformats-officedocument.drawingml.chart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rts/chart20.xml" ContentType="application/vnd.openxmlformats-officedocument.drawingml.chart+xml"/>
  <Override PartName="/ppt/notesSlides/notesSlide64.xml" ContentType="application/vnd.openxmlformats-officedocument.presentationml.notesSlide+xml"/>
  <Override PartName="/ppt/charts/chart21.xml" ContentType="application/vnd.openxmlformats-officedocument.drawingml.chart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25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45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Information: Bit Levels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Information m(t)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  <c:pt idx="20">
                <c:v>1</c:v>
              </c:pt>
              <c:pt idx="21">
                <c:v>1</c:v>
              </c:pt>
              <c:pt idx="22">
                <c:v>1</c:v>
              </c:pt>
              <c:pt idx="23">
                <c:v>1</c:v>
              </c:pt>
              <c:pt idx="24">
                <c:v>1</c:v>
              </c:pt>
              <c:pt idx="25">
                <c:v>1</c:v>
              </c:pt>
              <c:pt idx="26">
                <c:v>1</c:v>
              </c:pt>
              <c:pt idx="27">
                <c:v>1</c:v>
              </c:pt>
              <c:pt idx="28">
                <c:v>1</c:v>
              </c:pt>
              <c:pt idx="29">
                <c:v>1</c:v>
              </c:pt>
              <c:pt idx="30">
                <c:v>1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1</c:v>
              </c:pt>
              <c:pt idx="38">
                <c:v>1</c:v>
              </c:pt>
              <c:pt idx="39">
                <c:v>1</c:v>
              </c:pt>
              <c:pt idx="40">
                <c:v>1</c:v>
              </c:pt>
              <c:pt idx="41">
                <c:v>1</c:v>
              </c:pt>
              <c:pt idx="42">
                <c:v>1</c:v>
              </c:pt>
              <c:pt idx="43">
                <c:v>1</c:v>
              </c:pt>
              <c:pt idx="44">
                <c:v>1</c:v>
              </c:pt>
              <c:pt idx="45">
                <c:v>1</c:v>
              </c:pt>
              <c:pt idx="46">
                <c:v>1</c:v>
              </c:pt>
              <c:pt idx="47">
                <c:v>1</c:v>
              </c:pt>
              <c:pt idx="48">
                <c:v>1</c:v>
              </c:pt>
              <c:pt idx="49">
                <c:v>1</c:v>
              </c:pt>
              <c:pt idx="50">
                <c:v>-1</c:v>
              </c:pt>
              <c:pt idx="51">
                <c:v>-1</c:v>
              </c:pt>
              <c:pt idx="52">
                <c:v>-1</c:v>
              </c:pt>
              <c:pt idx="53">
                <c:v>-1</c:v>
              </c:pt>
              <c:pt idx="54">
                <c:v>-1</c:v>
              </c:pt>
              <c:pt idx="55">
                <c:v>-1</c:v>
              </c:pt>
              <c:pt idx="56">
                <c:v>-1</c:v>
              </c:pt>
              <c:pt idx="57">
                <c:v>-1</c:v>
              </c:pt>
              <c:pt idx="58">
                <c:v>-1</c:v>
              </c:pt>
              <c:pt idx="59">
                <c:v>-1</c:v>
              </c:pt>
              <c:pt idx="60">
                <c:v>-1</c:v>
              </c:pt>
              <c:pt idx="61">
                <c:v>-1</c:v>
              </c:pt>
              <c:pt idx="62">
                <c:v>-1</c:v>
              </c:pt>
              <c:pt idx="63">
                <c:v>-1</c:v>
              </c:pt>
              <c:pt idx="64">
                <c:v>-1</c:v>
              </c:pt>
              <c:pt idx="65">
                <c:v>-1</c:v>
              </c:pt>
              <c:pt idx="66">
                <c:v>-1</c:v>
              </c:pt>
              <c:pt idx="67">
                <c:v>-1</c:v>
              </c:pt>
              <c:pt idx="68">
                <c:v>-1</c:v>
              </c:pt>
              <c:pt idx="69">
                <c:v>-1</c:v>
              </c:pt>
              <c:pt idx="70">
                <c:v>-1</c:v>
              </c:pt>
              <c:pt idx="71">
                <c:v>-1</c:v>
              </c:pt>
              <c:pt idx="72">
                <c:v>-1</c:v>
              </c:pt>
              <c:pt idx="73">
                <c:v>-1</c:v>
              </c:pt>
              <c:pt idx="74">
                <c:v>-1</c:v>
              </c:pt>
              <c:pt idx="75">
                <c:v>-1</c:v>
              </c:pt>
              <c:pt idx="76">
                <c:v>-1</c:v>
              </c:pt>
              <c:pt idx="77">
                <c:v>-1</c:v>
              </c:pt>
              <c:pt idx="78">
                <c:v>-1</c:v>
              </c:pt>
              <c:pt idx="79">
                <c:v>-1</c:v>
              </c:pt>
              <c:pt idx="80">
                <c:v>-1</c:v>
              </c:pt>
              <c:pt idx="81">
                <c:v>-1</c:v>
              </c:pt>
              <c:pt idx="82">
                <c:v>-1</c:v>
              </c:pt>
              <c:pt idx="83">
                <c:v>-1</c:v>
              </c:pt>
              <c:pt idx="84">
                <c:v>-1</c:v>
              </c:pt>
              <c:pt idx="85">
                <c:v>-1</c:v>
              </c:pt>
              <c:pt idx="86">
                <c:v>-1</c:v>
              </c:pt>
              <c:pt idx="87">
                <c:v>-1</c:v>
              </c:pt>
              <c:pt idx="88">
                <c:v>-1</c:v>
              </c:pt>
              <c:pt idx="89">
                <c:v>-1</c:v>
              </c:pt>
              <c:pt idx="90">
                <c:v>-1</c:v>
              </c:pt>
              <c:pt idx="91">
                <c:v>-1</c:v>
              </c:pt>
              <c:pt idx="92">
                <c:v>-1</c:v>
              </c:pt>
              <c:pt idx="93">
                <c:v>-1</c:v>
              </c:pt>
              <c:pt idx="94">
                <c:v>-1</c:v>
              </c:pt>
              <c:pt idx="95">
                <c:v>-1</c:v>
              </c:pt>
              <c:pt idx="96">
                <c:v>-1</c:v>
              </c:pt>
              <c:pt idx="97">
                <c:v>-1</c:v>
              </c:pt>
              <c:pt idx="98">
                <c:v>-1</c:v>
              </c:pt>
              <c:pt idx="99">
                <c:v>-1</c:v>
              </c:pt>
              <c:pt idx="100">
                <c:v>1</c:v>
              </c:pt>
              <c:pt idx="101">
                <c:v>1</c:v>
              </c:pt>
              <c:pt idx="102">
                <c:v>1</c:v>
              </c:pt>
              <c:pt idx="103">
                <c:v>1</c:v>
              </c:pt>
              <c:pt idx="104">
                <c:v>1</c:v>
              </c:pt>
              <c:pt idx="105">
                <c:v>1</c:v>
              </c:pt>
              <c:pt idx="106">
                <c:v>1</c:v>
              </c:pt>
              <c:pt idx="107">
                <c:v>1</c:v>
              </c:pt>
              <c:pt idx="108">
                <c:v>1</c:v>
              </c:pt>
              <c:pt idx="109">
                <c:v>1</c:v>
              </c:pt>
              <c:pt idx="110">
                <c:v>1</c:v>
              </c:pt>
              <c:pt idx="111">
                <c:v>1</c:v>
              </c:pt>
              <c:pt idx="112">
                <c:v>1</c:v>
              </c:pt>
              <c:pt idx="113">
                <c:v>1</c:v>
              </c:pt>
              <c:pt idx="114">
                <c:v>1</c:v>
              </c:pt>
              <c:pt idx="115">
                <c:v>1</c:v>
              </c:pt>
              <c:pt idx="116">
                <c:v>1</c:v>
              </c:pt>
              <c:pt idx="117">
                <c:v>1</c:v>
              </c:pt>
              <c:pt idx="118">
                <c:v>1</c:v>
              </c:pt>
              <c:pt idx="119">
                <c:v>1</c:v>
              </c:pt>
              <c:pt idx="120">
                <c:v>1</c:v>
              </c:pt>
              <c:pt idx="121">
                <c:v>1</c:v>
              </c:pt>
              <c:pt idx="122">
                <c:v>1</c:v>
              </c:pt>
              <c:pt idx="123">
                <c:v>1</c:v>
              </c:pt>
              <c:pt idx="124">
                <c:v>1</c:v>
              </c:pt>
              <c:pt idx="125">
                <c:v>1</c:v>
              </c:pt>
              <c:pt idx="126">
                <c:v>1</c:v>
              </c:pt>
              <c:pt idx="127">
                <c:v>1</c:v>
              </c:pt>
              <c:pt idx="128">
                <c:v>1</c:v>
              </c:pt>
              <c:pt idx="129">
                <c:v>1</c:v>
              </c:pt>
              <c:pt idx="130">
                <c:v>1</c:v>
              </c:pt>
              <c:pt idx="131">
                <c:v>1</c:v>
              </c:pt>
              <c:pt idx="132">
                <c:v>1</c:v>
              </c:pt>
              <c:pt idx="133">
                <c:v>1</c:v>
              </c:pt>
              <c:pt idx="134">
                <c:v>1</c:v>
              </c:pt>
              <c:pt idx="135">
                <c:v>1</c:v>
              </c:pt>
              <c:pt idx="136">
                <c:v>1</c:v>
              </c:pt>
              <c:pt idx="137">
                <c:v>1</c:v>
              </c:pt>
              <c:pt idx="138">
                <c:v>1</c:v>
              </c:pt>
              <c:pt idx="139">
                <c:v>1</c:v>
              </c:pt>
              <c:pt idx="140">
                <c:v>1</c:v>
              </c:pt>
              <c:pt idx="141">
                <c:v>1</c:v>
              </c:pt>
              <c:pt idx="142">
                <c:v>1</c:v>
              </c:pt>
              <c:pt idx="143">
                <c:v>1</c:v>
              </c:pt>
              <c:pt idx="144">
                <c:v>1</c:v>
              </c:pt>
              <c:pt idx="145">
                <c:v>1</c:v>
              </c:pt>
              <c:pt idx="146">
                <c:v>1</c:v>
              </c:pt>
              <c:pt idx="147">
                <c:v>1</c:v>
              </c:pt>
              <c:pt idx="148">
                <c:v>1</c:v>
              </c:pt>
              <c:pt idx="149">
                <c:v>1</c:v>
              </c:pt>
              <c:pt idx="150">
                <c:v>1</c:v>
              </c:pt>
              <c:pt idx="151">
                <c:v>1</c:v>
              </c:pt>
              <c:pt idx="152">
                <c:v>1</c:v>
              </c:pt>
              <c:pt idx="153">
                <c:v>1</c:v>
              </c:pt>
              <c:pt idx="154">
                <c:v>1</c:v>
              </c:pt>
              <c:pt idx="155">
                <c:v>1</c:v>
              </c:pt>
              <c:pt idx="156">
                <c:v>1</c:v>
              </c:pt>
              <c:pt idx="157">
                <c:v>1</c:v>
              </c:pt>
              <c:pt idx="158">
                <c:v>1</c:v>
              </c:pt>
              <c:pt idx="159">
                <c:v>1</c:v>
              </c:pt>
              <c:pt idx="160">
                <c:v>1</c:v>
              </c:pt>
              <c:pt idx="161">
                <c:v>1</c:v>
              </c:pt>
              <c:pt idx="162">
                <c:v>1</c:v>
              </c:pt>
              <c:pt idx="163">
                <c:v>1</c:v>
              </c:pt>
              <c:pt idx="164">
                <c:v>1</c:v>
              </c:pt>
              <c:pt idx="165">
                <c:v>1</c:v>
              </c:pt>
              <c:pt idx="166">
                <c:v>1</c:v>
              </c:pt>
              <c:pt idx="167">
                <c:v>1</c:v>
              </c:pt>
              <c:pt idx="168">
                <c:v>1</c:v>
              </c:pt>
              <c:pt idx="169">
                <c:v>1</c:v>
              </c:pt>
              <c:pt idx="170">
                <c:v>1</c:v>
              </c:pt>
              <c:pt idx="171">
                <c:v>1</c:v>
              </c:pt>
              <c:pt idx="172">
                <c:v>1</c:v>
              </c:pt>
              <c:pt idx="173">
                <c:v>1</c:v>
              </c:pt>
              <c:pt idx="174">
                <c:v>1</c:v>
              </c:pt>
              <c:pt idx="175">
                <c:v>1</c:v>
              </c:pt>
              <c:pt idx="176">
                <c:v>1</c:v>
              </c:pt>
              <c:pt idx="177">
                <c:v>1</c:v>
              </c:pt>
              <c:pt idx="178">
                <c:v>1</c:v>
              </c:pt>
              <c:pt idx="179">
                <c:v>1</c:v>
              </c:pt>
              <c:pt idx="180">
                <c:v>1</c:v>
              </c:pt>
              <c:pt idx="181">
                <c:v>1</c:v>
              </c:pt>
              <c:pt idx="182">
                <c:v>1</c:v>
              </c:pt>
              <c:pt idx="183">
                <c:v>1</c:v>
              </c:pt>
              <c:pt idx="184">
                <c:v>1</c:v>
              </c:pt>
              <c:pt idx="185">
                <c:v>1</c:v>
              </c:pt>
              <c:pt idx="186">
                <c:v>1</c:v>
              </c:pt>
              <c:pt idx="187">
                <c:v>1</c:v>
              </c:pt>
              <c:pt idx="188">
                <c:v>1</c:v>
              </c:pt>
              <c:pt idx="189">
                <c:v>1</c:v>
              </c:pt>
              <c:pt idx="190">
                <c:v>1</c:v>
              </c:pt>
              <c:pt idx="191">
                <c:v>1</c:v>
              </c:pt>
              <c:pt idx="192">
                <c:v>1</c:v>
              </c:pt>
              <c:pt idx="193">
                <c:v>1</c:v>
              </c:pt>
              <c:pt idx="194">
                <c:v>1</c:v>
              </c:pt>
              <c:pt idx="195">
                <c:v>1</c:v>
              </c:pt>
              <c:pt idx="196">
                <c:v>1</c:v>
              </c:pt>
              <c:pt idx="197">
                <c:v>1</c:v>
              </c:pt>
              <c:pt idx="198">
                <c:v>1</c:v>
              </c:pt>
              <c:pt idx="199">
                <c:v>1</c:v>
              </c:pt>
              <c:pt idx="200">
                <c:v>-1</c:v>
              </c:pt>
              <c:pt idx="201">
                <c:v>-1</c:v>
              </c:pt>
              <c:pt idx="202">
                <c:v>-1</c:v>
              </c:pt>
              <c:pt idx="203">
                <c:v>-1</c:v>
              </c:pt>
              <c:pt idx="204">
                <c:v>-1</c:v>
              </c:pt>
              <c:pt idx="205">
                <c:v>-1</c:v>
              </c:pt>
              <c:pt idx="206">
                <c:v>-1</c:v>
              </c:pt>
              <c:pt idx="207">
                <c:v>-1</c:v>
              </c:pt>
              <c:pt idx="208">
                <c:v>-1</c:v>
              </c:pt>
              <c:pt idx="209">
                <c:v>-1</c:v>
              </c:pt>
              <c:pt idx="210">
                <c:v>-1</c:v>
              </c:pt>
              <c:pt idx="211">
                <c:v>-1</c:v>
              </c:pt>
              <c:pt idx="212">
                <c:v>-1</c:v>
              </c:pt>
              <c:pt idx="213">
                <c:v>-1</c:v>
              </c:pt>
              <c:pt idx="214">
                <c:v>-1</c:v>
              </c:pt>
              <c:pt idx="215">
                <c:v>-1</c:v>
              </c:pt>
              <c:pt idx="216">
                <c:v>-1</c:v>
              </c:pt>
              <c:pt idx="217">
                <c:v>-1</c:v>
              </c:pt>
              <c:pt idx="218">
                <c:v>-1</c:v>
              </c:pt>
              <c:pt idx="219">
                <c:v>-1</c:v>
              </c:pt>
              <c:pt idx="220">
                <c:v>-1</c:v>
              </c:pt>
              <c:pt idx="221">
                <c:v>-1</c:v>
              </c:pt>
              <c:pt idx="222">
                <c:v>-1</c:v>
              </c:pt>
              <c:pt idx="223">
                <c:v>-1</c:v>
              </c:pt>
              <c:pt idx="224">
                <c:v>-1</c:v>
              </c:pt>
              <c:pt idx="225">
                <c:v>-1</c:v>
              </c:pt>
              <c:pt idx="226">
                <c:v>-1</c:v>
              </c:pt>
              <c:pt idx="227">
                <c:v>-1</c:v>
              </c:pt>
              <c:pt idx="228">
                <c:v>-1</c:v>
              </c:pt>
              <c:pt idx="229">
                <c:v>-1</c:v>
              </c:pt>
              <c:pt idx="230">
                <c:v>-1</c:v>
              </c:pt>
              <c:pt idx="231">
                <c:v>-1</c:v>
              </c:pt>
              <c:pt idx="232">
                <c:v>-1</c:v>
              </c:pt>
              <c:pt idx="233">
                <c:v>-1</c:v>
              </c:pt>
              <c:pt idx="234">
                <c:v>-1</c:v>
              </c:pt>
              <c:pt idx="235">
                <c:v>-1</c:v>
              </c:pt>
              <c:pt idx="236">
                <c:v>-1</c:v>
              </c:pt>
              <c:pt idx="237">
                <c:v>-1</c:v>
              </c:pt>
              <c:pt idx="238">
                <c:v>-1</c:v>
              </c:pt>
              <c:pt idx="239">
                <c:v>-1</c:v>
              </c:pt>
              <c:pt idx="240">
                <c:v>-1</c:v>
              </c:pt>
              <c:pt idx="241">
                <c:v>-1</c:v>
              </c:pt>
              <c:pt idx="242">
                <c:v>-1</c:v>
              </c:pt>
              <c:pt idx="243">
                <c:v>-1</c:v>
              </c:pt>
              <c:pt idx="244">
                <c:v>-1</c:v>
              </c:pt>
              <c:pt idx="245">
                <c:v>-1</c:v>
              </c:pt>
              <c:pt idx="246">
                <c:v>-1</c:v>
              </c:pt>
              <c:pt idx="247">
                <c:v>-1</c:v>
              </c:pt>
              <c:pt idx="248">
                <c:v>-1</c:v>
              </c:pt>
              <c:pt idx="249">
                <c:v>-1</c:v>
              </c:pt>
              <c:pt idx="250">
                <c:v>-1</c:v>
              </c:pt>
              <c:pt idx="251">
                <c:v>-1</c:v>
              </c:pt>
              <c:pt idx="252">
                <c:v>-1</c:v>
              </c:pt>
              <c:pt idx="253">
                <c:v>-1</c:v>
              </c:pt>
              <c:pt idx="254">
                <c:v>-1</c:v>
              </c:pt>
              <c:pt idx="255">
                <c:v>-1</c:v>
              </c:pt>
              <c:pt idx="256">
                <c:v>-1</c:v>
              </c:pt>
              <c:pt idx="257">
                <c:v>-1</c:v>
              </c:pt>
              <c:pt idx="258">
                <c:v>-1</c:v>
              </c:pt>
              <c:pt idx="259">
                <c:v>-1</c:v>
              </c:pt>
              <c:pt idx="260">
                <c:v>-1</c:v>
              </c:pt>
              <c:pt idx="261">
                <c:v>-1</c:v>
              </c:pt>
              <c:pt idx="262">
                <c:v>-1</c:v>
              </c:pt>
              <c:pt idx="263">
                <c:v>-1</c:v>
              </c:pt>
              <c:pt idx="264">
                <c:v>-1</c:v>
              </c:pt>
              <c:pt idx="265">
                <c:v>-1</c:v>
              </c:pt>
              <c:pt idx="266">
                <c:v>-1</c:v>
              </c:pt>
              <c:pt idx="267">
                <c:v>-1</c:v>
              </c:pt>
              <c:pt idx="268">
                <c:v>-1</c:v>
              </c:pt>
              <c:pt idx="269">
                <c:v>-1</c:v>
              </c:pt>
              <c:pt idx="270">
                <c:v>-1</c:v>
              </c:pt>
              <c:pt idx="271">
                <c:v>-1</c:v>
              </c:pt>
              <c:pt idx="272">
                <c:v>-1</c:v>
              </c:pt>
              <c:pt idx="273">
                <c:v>-1</c:v>
              </c:pt>
              <c:pt idx="274">
                <c:v>-1</c:v>
              </c:pt>
              <c:pt idx="275">
                <c:v>-1</c:v>
              </c:pt>
              <c:pt idx="276">
                <c:v>-1</c:v>
              </c:pt>
              <c:pt idx="277">
                <c:v>-1</c:v>
              </c:pt>
              <c:pt idx="278">
                <c:v>-1</c:v>
              </c:pt>
              <c:pt idx="279">
                <c:v>-1</c:v>
              </c:pt>
              <c:pt idx="280">
                <c:v>-1</c:v>
              </c:pt>
              <c:pt idx="281">
                <c:v>-1</c:v>
              </c:pt>
              <c:pt idx="282">
                <c:v>-1</c:v>
              </c:pt>
              <c:pt idx="283">
                <c:v>-1</c:v>
              </c:pt>
              <c:pt idx="284">
                <c:v>-1</c:v>
              </c:pt>
              <c:pt idx="285">
                <c:v>-1</c:v>
              </c:pt>
              <c:pt idx="286">
                <c:v>-1</c:v>
              </c:pt>
              <c:pt idx="287">
                <c:v>-1</c:v>
              </c:pt>
              <c:pt idx="288">
                <c:v>-1</c:v>
              </c:pt>
              <c:pt idx="289">
                <c:v>-1</c:v>
              </c:pt>
              <c:pt idx="290">
                <c:v>-1</c:v>
              </c:pt>
              <c:pt idx="291">
                <c:v>-1</c:v>
              </c:pt>
              <c:pt idx="292">
                <c:v>-1</c:v>
              </c:pt>
              <c:pt idx="293">
                <c:v>-1</c:v>
              </c:pt>
              <c:pt idx="294">
                <c:v>-1</c:v>
              </c:pt>
              <c:pt idx="295">
                <c:v>-1</c:v>
              </c:pt>
              <c:pt idx="296">
                <c:v>-1</c:v>
              </c:pt>
              <c:pt idx="297">
                <c:v>-1</c:v>
              </c:pt>
              <c:pt idx="298">
                <c:v>-1</c:v>
              </c:pt>
              <c:pt idx="299">
                <c:v>-1</c:v>
              </c:pt>
              <c:pt idx="300">
                <c:v>-1</c:v>
              </c:pt>
              <c:pt idx="301">
                <c:v>1</c:v>
              </c:pt>
              <c:pt idx="302">
                <c:v>1</c:v>
              </c:pt>
              <c:pt idx="303">
                <c:v>1</c:v>
              </c:pt>
              <c:pt idx="304">
                <c:v>1</c:v>
              </c:pt>
              <c:pt idx="305">
                <c:v>1</c:v>
              </c:pt>
              <c:pt idx="306">
                <c:v>1</c:v>
              </c:pt>
              <c:pt idx="307">
                <c:v>1</c:v>
              </c:pt>
              <c:pt idx="308">
                <c:v>1</c:v>
              </c:pt>
              <c:pt idx="309">
                <c:v>1</c:v>
              </c:pt>
              <c:pt idx="310">
                <c:v>1</c:v>
              </c:pt>
              <c:pt idx="311">
                <c:v>1</c:v>
              </c:pt>
              <c:pt idx="312">
                <c:v>1</c:v>
              </c:pt>
              <c:pt idx="313">
                <c:v>1</c:v>
              </c:pt>
              <c:pt idx="314">
                <c:v>1</c:v>
              </c:pt>
              <c:pt idx="315">
                <c:v>1</c:v>
              </c:pt>
              <c:pt idx="316">
                <c:v>1</c:v>
              </c:pt>
              <c:pt idx="317">
                <c:v>1</c:v>
              </c:pt>
              <c:pt idx="318">
                <c:v>1</c:v>
              </c:pt>
              <c:pt idx="319">
                <c:v>1</c:v>
              </c:pt>
              <c:pt idx="320">
                <c:v>1</c:v>
              </c:pt>
              <c:pt idx="321">
                <c:v>1</c:v>
              </c:pt>
              <c:pt idx="322">
                <c:v>1</c:v>
              </c:pt>
              <c:pt idx="323">
                <c:v>1</c:v>
              </c:pt>
              <c:pt idx="324">
                <c:v>1</c:v>
              </c:pt>
              <c:pt idx="325">
                <c:v>1</c:v>
              </c:pt>
              <c:pt idx="326">
                <c:v>1</c:v>
              </c:pt>
              <c:pt idx="327">
                <c:v>1</c:v>
              </c:pt>
              <c:pt idx="328">
                <c:v>1</c:v>
              </c:pt>
              <c:pt idx="329">
                <c:v>1</c:v>
              </c:pt>
              <c:pt idx="330">
                <c:v>1</c:v>
              </c:pt>
              <c:pt idx="331">
                <c:v>1</c:v>
              </c:pt>
              <c:pt idx="332">
                <c:v>1</c:v>
              </c:pt>
              <c:pt idx="333">
                <c:v>1</c:v>
              </c:pt>
              <c:pt idx="334">
                <c:v>1</c:v>
              </c:pt>
              <c:pt idx="335">
                <c:v>1</c:v>
              </c:pt>
              <c:pt idx="336">
                <c:v>1</c:v>
              </c:pt>
              <c:pt idx="337">
                <c:v>1</c:v>
              </c:pt>
              <c:pt idx="338">
                <c:v>1</c:v>
              </c:pt>
              <c:pt idx="339">
                <c:v>1</c:v>
              </c:pt>
              <c:pt idx="340">
                <c:v>1</c:v>
              </c:pt>
              <c:pt idx="341">
                <c:v>1</c:v>
              </c:pt>
              <c:pt idx="342">
                <c:v>1</c:v>
              </c:pt>
              <c:pt idx="343">
                <c:v>1</c:v>
              </c:pt>
              <c:pt idx="344">
                <c:v>1</c:v>
              </c:pt>
              <c:pt idx="345">
                <c:v>1</c:v>
              </c:pt>
              <c:pt idx="346">
                <c:v>1</c:v>
              </c:pt>
              <c:pt idx="347">
                <c:v>1</c:v>
              </c:pt>
              <c:pt idx="348">
                <c:v>1</c:v>
              </c:pt>
              <c:pt idx="349">
                <c:v>1</c:v>
              </c:pt>
              <c:pt idx="350">
                <c:v>1</c:v>
              </c:pt>
              <c:pt idx="351">
                <c:v>-1</c:v>
              </c:pt>
              <c:pt idx="352">
                <c:v>-1</c:v>
              </c:pt>
              <c:pt idx="353">
                <c:v>-1</c:v>
              </c:pt>
              <c:pt idx="354">
                <c:v>-1</c:v>
              </c:pt>
              <c:pt idx="355">
                <c:v>-1</c:v>
              </c:pt>
              <c:pt idx="356">
                <c:v>-1</c:v>
              </c:pt>
              <c:pt idx="357">
                <c:v>-1</c:v>
              </c:pt>
              <c:pt idx="358">
                <c:v>-1</c:v>
              </c:pt>
              <c:pt idx="359">
                <c:v>-1</c:v>
              </c:pt>
              <c:pt idx="360">
                <c:v>-1</c:v>
              </c:pt>
              <c:pt idx="361">
                <c:v>-1</c:v>
              </c:pt>
              <c:pt idx="362">
                <c:v>-1</c:v>
              </c:pt>
              <c:pt idx="363">
                <c:v>-1</c:v>
              </c:pt>
              <c:pt idx="364">
                <c:v>-1</c:v>
              </c:pt>
              <c:pt idx="365">
                <c:v>-1</c:v>
              </c:pt>
              <c:pt idx="366">
                <c:v>-1</c:v>
              </c:pt>
              <c:pt idx="367">
                <c:v>-1</c:v>
              </c:pt>
              <c:pt idx="368">
                <c:v>-1</c:v>
              </c:pt>
              <c:pt idx="369">
                <c:v>-1</c:v>
              </c:pt>
              <c:pt idx="370">
                <c:v>-1</c:v>
              </c:pt>
              <c:pt idx="371">
                <c:v>-1</c:v>
              </c:pt>
              <c:pt idx="372">
                <c:v>-1</c:v>
              </c:pt>
              <c:pt idx="373">
                <c:v>-1</c:v>
              </c:pt>
              <c:pt idx="374">
                <c:v>-1</c:v>
              </c:pt>
              <c:pt idx="375">
                <c:v>-1</c:v>
              </c:pt>
              <c:pt idx="376">
                <c:v>-1</c:v>
              </c:pt>
              <c:pt idx="377">
                <c:v>-1</c:v>
              </c:pt>
              <c:pt idx="378">
                <c:v>-1</c:v>
              </c:pt>
              <c:pt idx="379">
                <c:v>-1</c:v>
              </c:pt>
              <c:pt idx="380">
                <c:v>-1</c:v>
              </c:pt>
              <c:pt idx="381">
                <c:v>-1</c:v>
              </c:pt>
              <c:pt idx="382">
                <c:v>-1</c:v>
              </c:pt>
              <c:pt idx="383">
                <c:v>-1</c:v>
              </c:pt>
              <c:pt idx="384">
                <c:v>-1</c:v>
              </c:pt>
              <c:pt idx="385">
                <c:v>-1</c:v>
              </c:pt>
              <c:pt idx="386">
                <c:v>-1</c:v>
              </c:pt>
              <c:pt idx="387">
                <c:v>-1</c:v>
              </c:pt>
              <c:pt idx="388">
                <c:v>-1</c:v>
              </c:pt>
              <c:pt idx="389">
                <c:v>-1</c:v>
              </c:pt>
              <c:pt idx="390">
                <c:v>-1</c:v>
              </c:pt>
              <c:pt idx="391">
                <c:v>-1</c:v>
              </c:pt>
              <c:pt idx="392">
                <c:v>-1</c:v>
              </c:pt>
              <c:pt idx="393">
                <c:v>-1</c:v>
              </c:pt>
              <c:pt idx="394">
                <c:v>-1</c:v>
              </c:pt>
              <c:pt idx="395">
                <c:v>-1</c:v>
              </c:pt>
              <c:pt idx="396">
                <c:v>-1</c:v>
              </c:pt>
              <c:pt idx="397">
                <c:v>-1</c:v>
              </c:pt>
              <c:pt idx="398">
                <c:v>-1</c:v>
              </c:pt>
              <c:pt idx="399">
                <c:v>-1</c:v>
              </c:pt>
              <c:pt idx="400">
                <c:v>-1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86F6-4044-881C-0953313424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-1.3"/>
        </c:scaling>
        <c:delete val="1"/>
        <c:axPos val="l"/>
        <c:numFmt formatCode="0" sourceLinked="1"/>
        <c:majorTickMark val="none"/>
        <c:minorTickMark val="none"/>
        <c:tickLblPos val="nextTo"/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Carrier: Fixed Frequency fc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Unmodulated carrier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0.96858316112863108</c:v>
              </c:pt>
              <c:pt idx="2">
                <c:v>0.87630668004386358</c:v>
              </c:pt>
              <c:pt idx="3">
                <c:v>0.72896862742141155</c:v>
              </c:pt>
              <c:pt idx="4">
                <c:v>0.53582679497899655</c:v>
              </c:pt>
              <c:pt idx="5">
                <c:v>0.30901699437494745</c:v>
              </c:pt>
              <c:pt idx="6">
                <c:v>6.2790519529313304E-2</c:v>
              </c:pt>
              <c:pt idx="7">
                <c:v>-0.18738131458572482</c:v>
              </c:pt>
              <c:pt idx="8">
                <c:v>-0.42577929156507272</c:v>
              </c:pt>
              <c:pt idx="9">
                <c:v>-0.63742398974868975</c:v>
              </c:pt>
              <c:pt idx="10">
                <c:v>-0.80901699437494734</c:v>
              </c:pt>
              <c:pt idx="11">
                <c:v>-0.92977648588825113</c:v>
              </c:pt>
              <c:pt idx="12">
                <c:v>-0.99211470131447776</c:v>
              </c:pt>
              <c:pt idx="13">
                <c:v>-0.99211470131447799</c:v>
              </c:pt>
              <c:pt idx="14">
                <c:v>-0.92977648588825157</c:v>
              </c:pt>
              <c:pt idx="15">
                <c:v>-0.80901699437494745</c:v>
              </c:pt>
              <c:pt idx="16">
                <c:v>-0.63742398974868952</c:v>
              </c:pt>
              <c:pt idx="17">
                <c:v>-0.42577929156507216</c:v>
              </c:pt>
              <c:pt idx="18">
                <c:v>-0.18738131458572463</c:v>
              </c:pt>
              <c:pt idx="19">
                <c:v>6.2790519529313721E-2</c:v>
              </c:pt>
              <c:pt idx="20">
                <c:v>0.30901699437494806</c:v>
              </c:pt>
              <c:pt idx="21">
                <c:v>0.53582679497899743</c:v>
              </c:pt>
              <c:pt idx="22">
                <c:v>0.72896862742141244</c:v>
              </c:pt>
              <c:pt idx="23">
                <c:v>0.87630668004386447</c:v>
              </c:pt>
              <c:pt idx="24">
                <c:v>0.96858316112863163</c:v>
              </c:pt>
              <c:pt idx="25">
                <c:v>1</c:v>
              </c:pt>
              <c:pt idx="26">
                <c:v>0.96858316112863085</c:v>
              </c:pt>
              <c:pt idx="27">
                <c:v>0.87630668004386292</c:v>
              </c:pt>
              <c:pt idx="28">
                <c:v>0.72896862742141044</c:v>
              </c:pt>
              <c:pt idx="29">
                <c:v>0.53582679497899488</c:v>
              </c:pt>
              <c:pt idx="30">
                <c:v>0.30901699437494518</c:v>
              </c:pt>
              <c:pt idx="31">
                <c:v>6.2790519529310668E-2</c:v>
              </c:pt>
              <c:pt idx="32">
                <c:v>-0.18738131458572677</c:v>
              </c:pt>
              <c:pt idx="33">
                <c:v>-0.42577929156507494</c:v>
              </c:pt>
              <c:pt idx="34">
                <c:v>-0.63742398974869197</c:v>
              </c:pt>
              <c:pt idx="35">
                <c:v>-0.80901699437494934</c:v>
              </c:pt>
              <c:pt idx="36">
                <c:v>-0.92977648588825268</c:v>
              </c:pt>
              <c:pt idx="37">
                <c:v>-0.99211470131447832</c:v>
              </c:pt>
              <c:pt idx="38">
                <c:v>-0.99211470131447732</c:v>
              </c:pt>
              <c:pt idx="39">
                <c:v>-0.92977648588824968</c:v>
              </c:pt>
              <c:pt idx="40">
                <c:v>-0.80901699437494456</c:v>
              </c:pt>
              <c:pt idx="41">
                <c:v>-0.63742398974868564</c:v>
              </c:pt>
              <c:pt idx="42">
                <c:v>-0.42577929156506755</c:v>
              </c:pt>
              <c:pt idx="43">
                <c:v>-0.18738131458572052</c:v>
              </c:pt>
              <c:pt idx="44">
                <c:v>6.2790519529317912E-2</c:v>
              </c:pt>
              <c:pt idx="45">
                <c:v>0.30901699437495206</c:v>
              </c:pt>
              <c:pt idx="46">
                <c:v>0.53582679497900099</c:v>
              </c:pt>
              <c:pt idx="47">
                <c:v>0.72896862742141533</c:v>
              </c:pt>
              <c:pt idx="48">
                <c:v>0.87630668004386647</c:v>
              </c:pt>
              <c:pt idx="49">
                <c:v>0.96858316112863263</c:v>
              </c:pt>
              <c:pt idx="50">
                <c:v>1</c:v>
              </c:pt>
              <c:pt idx="51">
                <c:v>0.96858316112862985</c:v>
              </c:pt>
              <c:pt idx="52">
                <c:v>0.87630668004386092</c:v>
              </c:pt>
              <c:pt idx="53">
                <c:v>0.72896862742140756</c:v>
              </c:pt>
              <c:pt idx="54">
                <c:v>0.53582679497899133</c:v>
              </c:pt>
              <c:pt idx="55">
                <c:v>0.30901699437494118</c:v>
              </c:pt>
              <c:pt idx="56">
                <c:v>6.2790519529306477E-2</c:v>
              </c:pt>
              <c:pt idx="57">
                <c:v>-0.18738131458573176</c:v>
              </c:pt>
              <c:pt idx="58">
                <c:v>-0.42577929156507954</c:v>
              </c:pt>
              <c:pt idx="59">
                <c:v>-0.63742398974869452</c:v>
              </c:pt>
              <c:pt idx="60">
                <c:v>-0.80901699437495123</c:v>
              </c:pt>
              <c:pt idx="61">
                <c:v>-0.9297764858882539</c:v>
              </c:pt>
              <c:pt idx="62">
                <c:v>-0.99211470131447876</c:v>
              </c:pt>
              <c:pt idx="63">
                <c:v>-0.99211470131447688</c:v>
              </c:pt>
              <c:pt idx="64">
                <c:v>-0.92977648588824846</c:v>
              </c:pt>
              <c:pt idx="65">
                <c:v>-0.80901699437494157</c:v>
              </c:pt>
              <c:pt idx="66">
                <c:v>-0.63742398974868308</c:v>
              </c:pt>
              <c:pt idx="67">
                <c:v>-0.42577929156506616</c:v>
              </c:pt>
              <c:pt idx="68">
                <c:v>-0.18738131458571552</c:v>
              </c:pt>
              <c:pt idx="69">
                <c:v>6.2790519529321215E-2</c:v>
              </c:pt>
              <c:pt idx="70">
                <c:v>0.30901699437495689</c:v>
              </c:pt>
              <c:pt idx="71">
                <c:v>0.53582679497900387</c:v>
              </c:pt>
              <c:pt idx="72">
                <c:v>0.72896862742141877</c:v>
              </c:pt>
              <c:pt idx="73">
                <c:v>0.87630668004386802</c:v>
              </c:pt>
              <c:pt idx="74">
                <c:v>0.96858316112863396</c:v>
              </c:pt>
              <c:pt idx="75">
                <c:v>1</c:v>
              </c:pt>
              <c:pt idx="76">
                <c:v>0.96858316112862808</c:v>
              </c:pt>
              <c:pt idx="77">
                <c:v>0.87630668004385848</c:v>
              </c:pt>
              <c:pt idx="78">
                <c:v>0.72896862742140278</c:v>
              </c:pt>
              <c:pt idx="79">
                <c:v>0.53582679497898711</c:v>
              </c:pt>
              <c:pt idx="80">
                <c:v>0.30901699437493801</c:v>
              </c:pt>
              <c:pt idx="81">
                <c:v>6.2790519529301397E-2</c:v>
              </c:pt>
              <c:pt idx="82">
                <c:v>-0.18738131458573501</c:v>
              </c:pt>
              <c:pt idx="83">
                <c:v>-0.42577929156508415</c:v>
              </c:pt>
              <c:pt idx="84">
                <c:v>-0.63742398974869841</c:v>
              </c:pt>
              <c:pt idx="85">
                <c:v>-0.80901699437495522</c:v>
              </c:pt>
              <c:pt idx="86">
                <c:v>-0.92977648588825579</c:v>
              </c:pt>
              <c:pt idx="87">
                <c:v>-0.99211470131447954</c:v>
              </c:pt>
              <c:pt idx="88">
                <c:v>-0.99211470131447621</c:v>
              </c:pt>
              <c:pt idx="89">
                <c:v>-0.92977648588824602</c:v>
              </c:pt>
              <c:pt idx="90">
                <c:v>-0.80901699437493957</c:v>
              </c:pt>
              <c:pt idx="91">
                <c:v>-0.63742398974867776</c:v>
              </c:pt>
              <c:pt idx="92">
                <c:v>-0.42577929156505995</c:v>
              </c:pt>
              <c:pt idx="93">
                <c:v>-0.18738131458571228</c:v>
              </c:pt>
              <c:pt idx="94">
                <c:v>6.2790519529328057E-2</c:v>
              </c:pt>
              <c:pt idx="95">
                <c:v>0.30901699437496005</c:v>
              </c:pt>
              <c:pt idx="96">
                <c:v>0.53582679497900965</c:v>
              </c:pt>
              <c:pt idx="97">
                <c:v>0.7289686274214211</c:v>
              </c:pt>
              <c:pt idx="98">
                <c:v>0.87630668004387136</c:v>
              </c:pt>
              <c:pt idx="99">
                <c:v>0.96858316112863474</c:v>
              </c:pt>
              <c:pt idx="100">
                <c:v>1</c:v>
              </c:pt>
              <c:pt idx="101">
                <c:v>0.9685831611286273</c:v>
              </c:pt>
              <c:pt idx="102">
                <c:v>0.87630668004385515</c:v>
              </c:pt>
              <c:pt idx="103">
                <c:v>0.72896862742140056</c:v>
              </c:pt>
              <c:pt idx="104">
                <c:v>0.53582679497898122</c:v>
              </c:pt>
              <c:pt idx="105">
                <c:v>0.30901699437493152</c:v>
              </c:pt>
              <c:pt idx="106">
                <c:v>6.2790519529298108E-2</c:v>
              </c:pt>
              <c:pt idx="107">
                <c:v>-0.18738131458574175</c:v>
              </c:pt>
              <c:pt idx="108">
                <c:v>-0.42577929156508715</c:v>
              </c:pt>
              <c:pt idx="109">
                <c:v>-0.63742398974870373</c:v>
              </c:pt>
              <c:pt idx="110">
                <c:v>-0.80901699437495722</c:v>
              </c:pt>
              <c:pt idx="111">
                <c:v>-0.92977648588825834</c:v>
              </c:pt>
              <c:pt idx="112">
                <c:v>-0.99211470131447999</c:v>
              </c:pt>
              <c:pt idx="113">
                <c:v>-0.99211470131447543</c:v>
              </c:pt>
              <c:pt idx="114">
                <c:v>-0.9297764858882448</c:v>
              </c:pt>
              <c:pt idx="115">
                <c:v>-0.80901699437493557</c:v>
              </c:pt>
              <c:pt idx="116">
                <c:v>-0.63742398974867531</c:v>
              </c:pt>
              <c:pt idx="117">
                <c:v>-0.42577929156505373</c:v>
              </c:pt>
              <c:pt idx="118">
                <c:v>-0.18738131458570553</c:v>
              </c:pt>
              <c:pt idx="119">
                <c:v>6.2790519529334898E-2</c:v>
              </c:pt>
              <c:pt idx="120">
                <c:v>0.3090169943749666</c:v>
              </c:pt>
              <c:pt idx="121">
                <c:v>0.53582679497901242</c:v>
              </c:pt>
              <c:pt idx="122">
                <c:v>0.72896862742142576</c:v>
              </c:pt>
              <c:pt idx="123">
                <c:v>0.87630668004387291</c:v>
              </c:pt>
              <c:pt idx="124">
                <c:v>0.96858316112863652</c:v>
              </c:pt>
              <c:pt idx="125">
                <c:v>1</c:v>
              </c:pt>
              <c:pt idx="126">
                <c:v>0.96858316112862564</c:v>
              </c:pt>
              <c:pt idx="127">
                <c:v>0.87630668004385359</c:v>
              </c:pt>
              <c:pt idx="128">
                <c:v>0.7289686274213959</c:v>
              </c:pt>
              <c:pt idx="129">
                <c:v>0.53582679497897845</c:v>
              </c:pt>
              <c:pt idx="130">
                <c:v>0.30901699437492836</c:v>
              </c:pt>
              <c:pt idx="131">
                <c:v>6.2790519529287714E-2</c:v>
              </c:pt>
              <c:pt idx="132">
                <c:v>-0.1873813145857485</c:v>
              </c:pt>
              <c:pt idx="133">
                <c:v>-0.42577929156509331</c:v>
              </c:pt>
              <c:pt idx="134">
                <c:v>-0.63742398974870618</c:v>
              </c:pt>
              <c:pt idx="135">
                <c:v>-0.80901699437495922</c:v>
              </c:pt>
              <c:pt idx="136">
                <c:v>-0.9297764858882609</c:v>
              </c:pt>
              <c:pt idx="137">
                <c:v>-0.99211470131448087</c:v>
              </c:pt>
              <c:pt idx="138">
                <c:v>-0.99211470131447499</c:v>
              </c:pt>
              <c:pt idx="139">
                <c:v>-0.92977648588824358</c:v>
              </c:pt>
              <c:pt idx="140">
                <c:v>-0.80901699437493146</c:v>
              </c:pt>
              <c:pt idx="141">
                <c:v>-0.63742398974866998</c:v>
              </c:pt>
              <c:pt idx="142">
                <c:v>-0.42577929156505079</c:v>
              </c:pt>
              <c:pt idx="143">
                <c:v>-0.18738131458570229</c:v>
              </c:pt>
              <c:pt idx="144">
                <c:v>6.2790519529341754E-2</c:v>
              </c:pt>
              <c:pt idx="145">
                <c:v>0.3090169943749731</c:v>
              </c:pt>
              <c:pt idx="146">
                <c:v>0.53582679497901819</c:v>
              </c:pt>
              <c:pt idx="147">
                <c:v>0.72896862742142798</c:v>
              </c:pt>
              <c:pt idx="148">
                <c:v>0.87630668004387458</c:v>
              </c:pt>
              <c:pt idx="149">
                <c:v>0.96858316112863818</c:v>
              </c:pt>
              <c:pt idx="150">
                <c:v>1</c:v>
              </c:pt>
              <c:pt idx="151">
                <c:v>0.96858316112862475</c:v>
              </c:pt>
              <c:pt idx="152">
                <c:v>0.87630668004385193</c:v>
              </c:pt>
              <c:pt idx="153">
                <c:v>0.72896862742139112</c:v>
              </c:pt>
              <c:pt idx="154">
                <c:v>0.53582679497897268</c:v>
              </c:pt>
              <c:pt idx="155">
                <c:v>0.30901699437492186</c:v>
              </c:pt>
              <c:pt idx="156">
                <c:v>6.279051952928795E-2</c:v>
              </c:pt>
              <c:pt idx="157">
                <c:v>-0.18738131458575522</c:v>
              </c:pt>
              <c:pt idx="158">
                <c:v>-0.42577929156509953</c:v>
              </c:pt>
              <c:pt idx="159">
                <c:v>-0.63742398974871151</c:v>
              </c:pt>
              <c:pt idx="160">
                <c:v>-0.80901699437496322</c:v>
              </c:pt>
              <c:pt idx="161">
                <c:v>-0.92977648588826078</c:v>
              </c:pt>
              <c:pt idx="162">
                <c:v>-0.99211470131448176</c:v>
              </c:pt>
              <c:pt idx="163">
                <c:v>-0.9921147013144741</c:v>
              </c:pt>
              <c:pt idx="164">
                <c:v>-0.92977648588824102</c:v>
              </c:pt>
              <c:pt idx="165">
                <c:v>-0.80901699437493169</c:v>
              </c:pt>
              <c:pt idx="166">
                <c:v>-0.63742398974866465</c:v>
              </c:pt>
              <c:pt idx="167">
                <c:v>-0.42577929156504457</c:v>
              </c:pt>
              <c:pt idx="168">
                <c:v>-0.18738131458569554</c:v>
              </c:pt>
              <c:pt idx="169">
                <c:v>6.2790519529341504E-2</c:v>
              </c:pt>
              <c:pt idx="170">
                <c:v>0.30901699437497965</c:v>
              </c:pt>
              <c:pt idx="171">
                <c:v>0.53582679497902397</c:v>
              </c:pt>
              <c:pt idx="172">
                <c:v>0.72896862742143276</c:v>
              </c:pt>
              <c:pt idx="173">
                <c:v>0.87630668004387779</c:v>
              </c:pt>
              <c:pt idx="174">
                <c:v>0.96858316112863807</c:v>
              </c:pt>
              <c:pt idx="175">
                <c:v>1</c:v>
              </c:pt>
              <c:pt idx="176">
                <c:v>0.96858316112862308</c:v>
              </c:pt>
              <c:pt idx="177">
                <c:v>0.87630668004384871</c:v>
              </c:pt>
              <c:pt idx="178">
                <c:v>0.72896862742139135</c:v>
              </c:pt>
              <c:pt idx="179">
                <c:v>0.5358267949789669</c:v>
              </c:pt>
              <c:pt idx="180">
                <c:v>0.30901699437491531</c:v>
              </c:pt>
              <c:pt idx="181">
                <c:v>6.2790519529281108E-2</c:v>
              </c:pt>
              <c:pt idx="182">
                <c:v>-0.18738131458575499</c:v>
              </c:pt>
              <c:pt idx="183">
                <c:v>-0.42577929156510574</c:v>
              </c:pt>
              <c:pt idx="184">
                <c:v>-0.63742398974871683</c:v>
              </c:pt>
              <c:pt idx="185">
                <c:v>-0.80901699437496721</c:v>
              </c:pt>
              <c:pt idx="186">
                <c:v>-0.92977648588826334</c:v>
              </c:pt>
              <c:pt idx="187">
                <c:v>-0.99211470131448165</c:v>
              </c:pt>
              <c:pt idx="188">
                <c:v>-0.99211470131447321</c:v>
              </c:pt>
              <c:pt idx="189">
                <c:v>-0.92977648588823847</c:v>
              </c:pt>
              <c:pt idx="190">
                <c:v>-0.80901699437492758</c:v>
              </c:pt>
              <c:pt idx="191">
                <c:v>-0.63742398974866488</c:v>
              </c:pt>
              <c:pt idx="192">
                <c:v>-0.42577929156503835</c:v>
              </c:pt>
              <c:pt idx="193">
                <c:v>-0.1873813145856888</c:v>
              </c:pt>
              <c:pt idx="194">
                <c:v>6.279051952934836E-2</c:v>
              </c:pt>
              <c:pt idx="195">
                <c:v>0.30901699437497937</c:v>
              </c:pt>
              <c:pt idx="196">
                <c:v>0.53582679497902974</c:v>
              </c:pt>
              <c:pt idx="197">
                <c:v>0.72896862742143742</c:v>
              </c:pt>
              <c:pt idx="198">
                <c:v>0.87630668004388113</c:v>
              </c:pt>
              <c:pt idx="199">
                <c:v>0.96858316112863985</c:v>
              </c:pt>
              <c:pt idx="200">
                <c:v>1</c:v>
              </c:pt>
              <c:pt idx="201">
                <c:v>0.96858316112862486</c:v>
              </c:pt>
              <c:pt idx="202">
                <c:v>0.87630668004385226</c:v>
              </c:pt>
              <c:pt idx="203">
                <c:v>0.72896862742140123</c:v>
              </c:pt>
              <c:pt idx="204">
                <c:v>0.53582679497899111</c:v>
              </c:pt>
              <c:pt idx="205">
                <c:v>0.30901699437494257</c:v>
              </c:pt>
              <c:pt idx="206">
                <c:v>6.2790519529316816E-2</c:v>
              </c:pt>
              <c:pt idx="207">
                <c:v>-0.18738131458571985</c:v>
              </c:pt>
              <c:pt idx="208">
                <c:v>-0.4257792915650605</c:v>
              </c:pt>
              <c:pt idx="209">
                <c:v>-0.63742398974867831</c:v>
              </c:pt>
              <c:pt idx="210">
                <c:v>-0.80901699437493368</c:v>
              </c:pt>
              <c:pt idx="211">
                <c:v>-0.92977648588824224</c:v>
              </c:pt>
              <c:pt idx="212">
                <c:v>-0.99211470131447366</c:v>
              </c:pt>
              <c:pt idx="213">
                <c:v>-0.99211470131448221</c:v>
              </c:pt>
              <c:pt idx="214">
                <c:v>-0.92977648588826733</c:v>
              </c:pt>
              <c:pt idx="215">
                <c:v>-0.80901699437497787</c:v>
              </c:pt>
              <c:pt idx="216">
                <c:v>-0.63742398974873071</c:v>
              </c:pt>
              <c:pt idx="217">
                <c:v>-0.42577929156512856</c:v>
              </c:pt>
              <c:pt idx="218">
                <c:v>-0.18738131458578675</c:v>
              </c:pt>
              <c:pt idx="219">
                <c:v>6.2790519529241737E-2</c:v>
              </c:pt>
              <c:pt idx="220">
                <c:v>0.30901699437487778</c:v>
              </c:pt>
              <c:pt idx="221">
                <c:v>0.5358267949789276</c:v>
              </c:pt>
              <c:pt idx="222">
                <c:v>0.7289686274213546</c:v>
              </c:pt>
              <c:pt idx="223">
                <c:v>0.8763066800438194</c:v>
              </c:pt>
              <c:pt idx="224">
                <c:v>0.96858316112860621</c:v>
              </c:pt>
              <c:pt idx="225">
                <c:v>1</c:v>
              </c:pt>
              <c:pt idx="226">
                <c:v>0.9685831611286585</c:v>
              </c:pt>
              <c:pt idx="227">
                <c:v>0.87630668004391732</c:v>
              </c:pt>
              <c:pt idx="228">
                <c:v>0.72896862742149382</c:v>
              </c:pt>
              <c:pt idx="229">
                <c:v>0.53582679497909935</c:v>
              </c:pt>
              <c:pt idx="230">
                <c:v>0.30901699437507119</c:v>
              </c:pt>
              <c:pt idx="231">
                <c:v>6.2790519529444699E-2</c:v>
              </c:pt>
              <c:pt idx="232">
                <c:v>-0.18738131458558699</c:v>
              </c:pt>
              <c:pt idx="233">
                <c:v>-0.42577929156493816</c:v>
              </c:pt>
              <c:pt idx="234">
                <c:v>-0.63742398974857406</c:v>
              </c:pt>
              <c:pt idx="235">
                <c:v>-0.80901699437485419</c:v>
              </c:pt>
              <c:pt idx="236">
                <c:v>-0.92977648588819251</c:v>
              </c:pt>
              <c:pt idx="237">
                <c:v>-0.99211470131445667</c:v>
              </c:pt>
              <c:pt idx="238">
                <c:v>-0.99211470131449919</c:v>
              </c:pt>
              <c:pt idx="239">
                <c:v>-0.92977648588831718</c:v>
              </c:pt>
              <c:pt idx="240">
                <c:v>-0.80901699437505326</c:v>
              </c:pt>
              <c:pt idx="241">
                <c:v>-0.63742398974883496</c:v>
              </c:pt>
              <c:pt idx="242">
                <c:v>-0.42577929156525096</c:v>
              </c:pt>
              <c:pt idx="243">
                <c:v>-0.18738131458591961</c:v>
              </c:pt>
              <c:pt idx="244">
                <c:v>6.2790519529106761E-2</c:v>
              </c:pt>
              <c:pt idx="245">
                <c:v>0.30901699437474917</c:v>
              </c:pt>
              <c:pt idx="246">
                <c:v>0.53582679497881336</c:v>
              </c:pt>
              <c:pt idx="247">
                <c:v>0.72896862742126201</c:v>
              </c:pt>
              <c:pt idx="248">
                <c:v>0.87630668004375423</c:v>
              </c:pt>
              <c:pt idx="249">
                <c:v>0.96858316112857434</c:v>
              </c:pt>
              <c:pt idx="250">
                <c:v>1</c:v>
              </c:pt>
              <c:pt idx="251">
                <c:v>0.96858316112869214</c:v>
              </c:pt>
              <c:pt idx="252">
                <c:v>0.87630668004398249</c:v>
              </c:pt>
              <c:pt idx="253">
                <c:v>0.7289686274215863</c:v>
              </c:pt>
              <c:pt idx="254">
                <c:v>0.53582679497921348</c:v>
              </c:pt>
              <c:pt idx="255">
                <c:v>0.3090169943751998</c:v>
              </c:pt>
              <c:pt idx="256">
                <c:v>6.2790519529579675E-2</c:v>
              </c:pt>
              <c:pt idx="257">
                <c:v>-0.18738131458546112</c:v>
              </c:pt>
              <c:pt idx="258">
                <c:v>-0.42577929156481575</c:v>
              </c:pt>
              <c:pt idx="259">
                <c:v>-0.63742398974846981</c:v>
              </c:pt>
              <c:pt idx="260">
                <c:v>-0.80901699437477892</c:v>
              </c:pt>
              <c:pt idx="261">
                <c:v>-0.9297764858881401</c:v>
              </c:pt>
              <c:pt idx="262">
                <c:v>-0.9921147013144398</c:v>
              </c:pt>
              <c:pt idx="263">
                <c:v>-0.99211470131451607</c:v>
              </c:pt>
              <c:pt idx="264">
                <c:v>-0.92977648588836426</c:v>
              </c:pt>
              <c:pt idx="265">
                <c:v>-0.80901699437513686</c:v>
              </c:pt>
              <c:pt idx="266">
                <c:v>-0.63742398974893921</c:v>
              </c:pt>
              <c:pt idx="267">
                <c:v>-0.42577929156536692</c:v>
              </c:pt>
              <c:pt idx="268">
                <c:v>-0.18738131458604548</c:v>
              </c:pt>
              <c:pt idx="269">
                <c:v>6.2790519528971772E-2</c:v>
              </c:pt>
              <c:pt idx="270">
                <c:v>0.30901699437462055</c:v>
              </c:pt>
              <c:pt idx="271">
                <c:v>0.53582679497870522</c:v>
              </c:pt>
              <c:pt idx="272">
                <c:v>0.72896862742116453</c:v>
              </c:pt>
              <c:pt idx="273">
                <c:v>0.87630668004368906</c:v>
              </c:pt>
              <c:pt idx="274">
                <c:v>0.9685831611285407</c:v>
              </c:pt>
              <c:pt idx="275">
                <c:v>1</c:v>
              </c:pt>
              <c:pt idx="276">
                <c:v>0.96858316112872578</c:v>
              </c:pt>
              <c:pt idx="277">
                <c:v>0.87630668004404766</c:v>
              </c:pt>
              <c:pt idx="278">
                <c:v>0.72896862742167412</c:v>
              </c:pt>
              <c:pt idx="279">
                <c:v>0.53582679497933372</c:v>
              </c:pt>
              <c:pt idx="280">
                <c:v>0.30901699437532848</c:v>
              </c:pt>
              <c:pt idx="281">
                <c:v>6.2790519529714664E-2</c:v>
              </c:pt>
              <c:pt idx="282">
                <c:v>-0.18738131458532828</c:v>
              </c:pt>
              <c:pt idx="283">
                <c:v>-0.42577929156469341</c:v>
              </c:pt>
              <c:pt idx="284">
                <c:v>-0.63742398974836567</c:v>
              </c:pt>
              <c:pt idx="285">
                <c:v>-0.80901699437469943</c:v>
              </c:pt>
              <c:pt idx="286">
                <c:v>-0.92977648588809547</c:v>
              </c:pt>
              <c:pt idx="287">
                <c:v>-0.99211470131442281</c:v>
              </c:pt>
              <c:pt idx="288">
                <c:v>-0.99211470131453305</c:v>
              </c:pt>
              <c:pt idx="289">
                <c:v>-0.92977648588841411</c:v>
              </c:pt>
              <c:pt idx="290">
                <c:v>-0.80901699437521635</c:v>
              </c:pt>
              <c:pt idx="291">
                <c:v>-0.63742398974904335</c:v>
              </c:pt>
              <c:pt idx="292">
                <c:v>-0.42577929156548927</c:v>
              </c:pt>
              <c:pt idx="293">
                <c:v>-0.18738131458617832</c:v>
              </c:pt>
              <c:pt idx="294">
                <c:v>6.2790519528836797E-2</c:v>
              </c:pt>
              <c:pt idx="295">
                <c:v>0.30901699437449193</c:v>
              </c:pt>
              <c:pt idx="296">
                <c:v>0.53582679497859098</c:v>
              </c:pt>
              <c:pt idx="297">
                <c:v>0.72896862742107194</c:v>
              </c:pt>
              <c:pt idx="298">
                <c:v>0.87630668004362389</c:v>
              </c:pt>
              <c:pt idx="299">
                <c:v>0.96858316112850706</c:v>
              </c:pt>
              <c:pt idx="300">
                <c:v>1</c:v>
              </c:pt>
              <c:pt idx="301">
                <c:v>0.96858316112875942</c:v>
              </c:pt>
              <c:pt idx="302">
                <c:v>0.87630668004411283</c:v>
              </c:pt>
              <c:pt idx="303">
                <c:v>0.72896862742176671</c:v>
              </c:pt>
              <c:pt idx="304">
                <c:v>0.53582679497943586</c:v>
              </c:pt>
              <c:pt idx="305">
                <c:v>0.3090169943754571</c:v>
              </c:pt>
              <c:pt idx="306">
                <c:v>6.2790519529849639E-2</c:v>
              </c:pt>
              <c:pt idx="307">
                <c:v>-0.18738131458519541</c:v>
              </c:pt>
              <c:pt idx="308">
                <c:v>-0.42577929156457101</c:v>
              </c:pt>
              <c:pt idx="309">
                <c:v>-0.63742398974826142</c:v>
              </c:pt>
              <c:pt idx="310">
                <c:v>-0.80901699437461994</c:v>
              </c:pt>
              <c:pt idx="311">
                <c:v>-0.92977648588804573</c:v>
              </c:pt>
              <c:pt idx="312">
                <c:v>-0.99211470131440582</c:v>
              </c:pt>
              <c:pt idx="313">
                <c:v>-0.99211470131455004</c:v>
              </c:pt>
              <c:pt idx="314">
                <c:v>-0.92977648588846384</c:v>
              </c:pt>
              <c:pt idx="315">
                <c:v>-0.80901699437528751</c:v>
              </c:pt>
              <c:pt idx="316">
                <c:v>-0.6374239897491476</c:v>
              </c:pt>
              <c:pt idx="317">
                <c:v>-0.42577929156561167</c:v>
              </c:pt>
              <c:pt idx="318">
                <c:v>-0.18738131458631119</c:v>
              </c:pt>
              <c:pt idx="319">
                <c:v>6.2790519528701808E-2</c:v>
              </c:pt>
              <c:pt idx="320">
                <c:v>0.30901699437436331</c:v>
              </c:pt>
              <c:pt idx="321">
                <c:v>0.53582679497847685</c:v>
              </c:pt>
              <c:pt idx="322">
                <c:v>0.72896862742098911</c:v>
              </c:pt>
              <c:pt idx="323">
                <c:v>0.87630668004355883</c:v>
              </c:pt>
              <c:pt idx="324">
                <c:v>0.96858316112847342</c:v>
              </c:pt>
              <c:pt idx="325">
                <c:v>1</c:v>
              </c:pt>
              <c:pt idx="326">
                <c:v>0.96858316112879306</c:v>
              </c:pt>
              <c:pt idx="327">
                <c:v>0.876306680044178</c:v>
              </c:pt>
              <c:pt idx="328">
                <c:v>0.72896862742185919</c:v>
              </c:pt>
              <c:pt idx="329">
                <c:v>0.5358267949795501</c:v>
              </c:pt>
              <c:pt idx="330">
                <c:v>0.30901699437558572</c:v>
              </c:pt>
              <c:pt idx="331">
                <c:v>6.2790519529984629E-2</c:v>
              </c:pt>
              <c:pt idx="332">
                <c:v>-0.18738131458506257</c:v>
              </c:pt>
              <c:pt idx="333">
                <c:v>-0.42577929156446148</c:v>
              </c:pt>
              <c:pt idx="334">
                <c:v>-0.63742398974815728</c:v>
              </c:pt>
              <c:pt idx="335">
                <c:v>-0.80901699437454033</c:v>
              </c:pt>
              <c:pt idx="336">
                <c:v>-0.929776485887996</c:v>
              </c:pt>
              <c:pt idx="337">
                <c:v>-0.99211470131438895</c:v>
              </c:pt>
              <c:pt idx="338">
                <c:v>-0.99211470131456692</c:v>
              </c:pt>
              <c:pt idx="339">
                <c:v>-0.92977648588851369</c:v>
              </c:pt>
              <c:pt idx="340">
                <c:v>-0.809016994375367</c:v>
              </c:pt>
              <c:pt idx="341">
                <c:v>-0.63742398974925185</c:v>
              </c:pt>
              <c:pt idx="342">
                <c:v>-0.42577929156573402</c:v>
              </c:pt>
              <c:pt idx="343">
                <c:v>-0.18738131458644403</c:v>
              </c:pt>
              <c:pt idx="344">
                <c:v>6.2790519528566832E-2</c:v>
              </c:pt>
              <c:pt idx="345">
                <c:v>0.30901699437423463</c:v>
              </c:pt>
              <c:pt idx="346">
                <c:v>0.53582679497836261</c:v>
              </c:pt>
              <c:pt idx="347">
                <c:v>0.72896862742089652</c:v>
              </c:pt>
              <c:pt idx="348">
                <c:v>0.87630668004349366</c:v>
              </c:pt>
              <c:pt idx="349">
                <c:v>0.96858316112843978</c:v>
              </c:pt>
              <c:pt idx="350">
                <c:v>1</c:v>
              </c:pt>
              <c:pt idx="351">
                <c:v>0.96858316112882314</c:v>
              </c:pt>
              <c:pt idx="352">
                <c:v>0.87630668004424317</c:v>
              </c:pt>
              <c:pt idx="353">
                <c:v>0.72896862742195179</c:v>
              </c:pt>
              <c:pt idx="354">
                <c:v>0.53582679497966423</c:v>
              </c:pt>
              <c:pt idx="355">
                <c:v>0.30901699437571434</c:v>
              </c:pt>
              <c:pt idx="356">
                <c:v>6.2790519530119604E-2</c:v>
              </c:pt>
              <c:pt idx="357">
                <c:v>-0.18738131458492971</c:v>
              </c:pt>
              <c:pt idx="358">
                <c:v>-0.42577929156433914</c:v>
              </c:pt>
              <c:pt idx="359">
                <c:v>-0.63742398974805303</c:v>
              </c:pt>
              <c:pt idx="360">
                <c:v>-0.80901699437446084</c:v>
              </c:pt>
              <c:pt idx="361">
                <c:v>-0.92977648588794615</c:v>
              </c:pt>
              <c:pt idx="362">
                <c:v>-0.99211470131437196</c:v>
              </c:pt>
              <c:pt idx="363">
                <c:v>-0.9921147013145839</c:v>
              </c:pt>
              <c:pt idx="364">
                <c:v>-0.92977648588856343</c:v>
              </c:pt>
              <c:pt idx="365">
                <c:v>-0.8090169943754465</c:v>
              </c:pt>
              <c:pt idx="366">
                <c:v>-0.63742398974935599</c:v>
              </c:pt>
              <c:pt idx="367">
                <c:v>-0.42577929156585642</c:v>
              </c:pt>
              <c:pt idx="368">
                <c:v>-0.18738131458657689</c:v>
              </c:pt>
              <c:pt idx="369">
                <c:v>6.279051952844604E-2</c:v>
              </c:pt>
              <c:pt idx="370">
                <c:v>0.30901699437410601</c:v>
              </c:pt>
              <c:pt idx="371">
                <c:v>0.53582679497824848</c:v>
              </c:pt>
              <c:pt idx="372">
                <c:v>0.72896862742080393</c:v>
              </c:pt>
              <c:pt idx="373">
                <c:v>0.87630668004342849</c:v>
              </c:pt>
              <c:pt idx="374">
                <c:v>0.96858316112840614</c:v>
              </c:pt>
              <c:pt idx="375">
                <c:v>1</c:v>
              </c:pt>
              <c:pt idx="376">
                <c:v>0.96858316112885678</c:v>
              </c:pt>
              <c:pt idx="377">
                <c:v>0.87630668004430834</c:v>
              </c:pt>
              <c:pt idx="378">
                <c:v>0.72896862742204438</c:v>
              </c:pt>
              <c:pt idx="379">
                <c:v>0.53582679497977848</c:v>
              </c:pt>
              <c:pt idx="380">
                <c:v>0.30901699437584296</c:v>
              </c:pt>
              <c:pt idx="381">
                <c:v>6.2790519530254579E-2</c:v>
              </c:pt>
              <c:pt idx="382">
                <c:v>-0.18738131458479687</c:v>
              </c:pt>
              <c:pt idx="383">
                <c:v>-0.42577929156421673</c:v>
              </c:pt>
              <c:pt idx="384">
                <c:v>-0.63742398974794878</c:v>
              </c:pt>
              <c:pt idx="385">
                <c:v>-0.80901699437438135</c:v>
              </c:pt>
              <c:pt idx="386">
                <c:v>-0.92977648588789641</c:v>
              </c:pt>
              <c:pt idx="387">
                <c:v>-0.99211470131435675</c:v>
              </c:pt>
              <c:pt idx="388">
                <c:v>-0.99211470131460089</c:v>
              </c:pt>
              <c:pt idx="389">
                <c:v>-0.92977648588861328</c:v>
              </c:pt>
              <c:pt idx="390">
                <c:v>-0.80901699437552599</c:v>
              </c:pt>
              <c:pt idx="391">
                <c:v>-0.63742398974946024</c:v>
              </c:pt>
              <c:pt idx="392">
                <c:v>-0.42577929156597877</c:v>
              </c:pt>
              <c:pt idx="393">
                <c:v>-0.18738131458670973</c:v>
              </c:pt>
              <c:pt idx="394">
                <c:v>6.2790519528311051E-2</c:v>
              </c:pt>
              <c:pt idx="395">
                <c:v>0.30901699437397739</c:v>
              </c:pt>
              <c:pt idx="396">
                <c:v>0.53582679497813424</c:v>
              </c:pt>
              <c:pt idx="397">
                <c:v>0.72896862742071133</c:v>
              </c:pt>
              <c:pt idx="398">
                <c:v>0.8763066800433702</c:v>
              </c:pt>
              <c:pt idx="399">
                <c:v>0.96858316112837251</c:v>
              </c:pt>
              <c:pt idx="400">
                <c:v>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9E9-4B55-B449-01E0BDA38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-1.3"/>
        </c:scaling>
        <c:delete val="1"/>
        <c:axPos val="l"/>
        <c:numFmt formatCode="0" sourceLinked="1"/>
        <c:majorTickMark val="none"/>
        <c:minorTickMark val="none"/>
        <c:tickLblPos val="nextTo"/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Output: Phase Carries the Bits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BPSK output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0.96858316112863108</c:v>
              </c:pt>
              <c:pt idx="2">
                <c:v>0.87630668004386358</c:v>
              </c:pt>
              <c:pt idx="3">
                <c:v>0.72896862742141155</c:v>
              </c:pt>
              <c:pt idx="4">
                <c:v>0.53582679497899655</c:v>
              </c:pt>
              <c:pt idx="5">
                <c:v>0.30901699437494745</c:v>
              </c:pt>
              <c:pt idx="6">
                <c:v>6.2790519529313304E-2</c:v>
              </c:pt>
              <c:pt idx="7">
                <c:v>-0.18738131458572482</c:v>
              </c:pt>
              <c:pt idx="8">
                <c:v>-0.42577929156507272</c:v>
              </c:pt>
              <c:pt idx="9">
                <c:v>-0.63742398974868975</c:v>
              </c:pt>
              <c:pt idx="10">
                <c:v>-0.80901699437494734</c:v>
              </c:pt>
              <c:pt idx="11">
                <c:v>-0.92977648588825113</c:v>
              </c:pt>
              <c:pt idx="12">
                <c:v>-0.99211470131447776</c:v>
              </c:pt>
              <c:pt idx="13">
                <c:v>-0.99211470131447799</c:v>
              </c:pt>
              <c:pt idx="14">
                <c:v>-0.92977648588825157</c:v>
              </c:pt>
              <c:pt idx="15">
                <c:v>-0.80901699437494745</c:v>
              </c:pt>
              <c:pt idx="16">
                <c:v>-0.63742398974868952</c:v>
              </c:pt>
              <c:pt idx="17">
                <c:v>-0.42577929156507216</c:v>
              </c:pt>
              <c:pt idx="18">
                <c:v>-0.18738131458572463</c:v>
              </c:pt>
              <c:pt idx="19">
                <c:v>6.2790519529313721E-2</c:v>
              </c:pt>
              <c:pt idx="20">
                <c:v>0.30901699437494806</c:v>
              </c:pt>
              <c:pt idx="21">
                <c:v>0.53582679497899743</c:v>
              </c:pt>
              <c:pt idx="22">
                <c:v>0.72896862742141244</c:v>
              </c:pt>
              <c:pt idx="23">
                <c:v>0.87630668004386447</c:v>
              </c:pt>
              <c:pt idx="24">
                <c:v>0.96858316112863163</c:v>
              </c:pt>
              <c:pt idx="25">
                <c:v>1</c:v>
              </c:pt>
              <c:pt idx="26">
                <c:v>0.96858316112863085</c:v>
              </c:pt>
              <c:pt idx="27">
                <c:v>0.87630668004386292</c:v>
              </c:pt>
              <c:pt idx="28">
                <c:v>0.72896862742141044</c:v>
              </c:pt>
              <c:pt idx="29">
                <c:v>0.53582679497899488</c:v>
              </c:pt>
              <c:pt idx="30">
                <c:v>0.30901699437494518</c:v>
              </c:pt>
              <c:pt idx="31">
                <c:v>6.2790519529310668E-2</c:v>
              </c:pt>
              <c:pt idx="32">
                <c:v>-0.18738131458572677</c:v>
              </c:pt>
              <c:pt idx="33">
                <c:v>-0.42577929156507494</c:v>
              </c:pt>
              <c:pt idx="34">
                <c:v>-0.63742398974869197</c:v>
              </c:pt>
              <c:pt idx="35">
                <c:v>-0.80901699437494934</c:v>
              </c:pt>
              <c:pt idx="36">
                <c:v>-0.92977648588825268</c:v>
              </c:pt>
              <c:pt idx="37">
                <c:v>-0.99211470131447832</c:v>
              </c:pt>
              <c:pt idx="38">
                <c:v>-0.99211470131447732</c:v>
              </c:pt>
              <c:pt idx="39">
                <c:v>-0.92977648588824968</c:v>
              </c:pt>
              <c:pt idx="40">
                <c:v>-0.80901699437494456</c:v>
              </c:pt>
              <c:pt idx="41">
                <c:v>-0.63742398974868564</c:v>
              </c:pt>
              <c:pt idx="42">
                <c:v>-0.42577929156506755</c:v>
              </c:pt>
              <c:pt idx="43">
                <c:v>-0.18738131458572052</c:v>
              </c:pt>
              <c:pt idx="44">
                <c:v>6.2790519529317912E-2</c:v>
              </c:pt>
              <c:pt idx="45">
                <c:v>0.30901699437495206</c:v>
              </c:pt>
              <c:pt idx="46">
                <c:v>0.53582679497900099</c:v>
              </c:pt>
              <c:pt idx="47">
                <c:v>0.72896862742141533</c:v>
              </c:pt>
              <c:pt idx="48">
                <c:v>0.87630668004386647</c:v>
              </c:pt>
              <c:pt idx="49">
                <c:v>0.96858316112863263</c:v>
              </c:pt>
              <c:pt idx="50">
                <c:v>-1</c:v>
              </c:pt>
              <c:pt idx="51">
                <c:v>-0.96858316112862985</c:v>
              </c:pt>
              <c:pt idx="52">
                <c:v>-0.87630668004386092</c:v>
              </c:pt>
              <c:pt idx="53">
                <c:v>-0.72896862742140756</c:v>
              </c:pt>
              <c:pt idx="54">
                <c:v>-0.53582679497899133</c:v>
              </c:pt>
              <c:pt idx="55">
                <c:v>-0.30901699437494118</c:v>
              </c:pt>
              <c:pt idx="56">
                <c:v>-6.2790519529306477E-2</c:v>
              </c:pt>
              <c:pt idx="57">
                <c:v>0.18738131458573176</c:v>
              </c:pt>
              <c:pt idx="58">
                <c:v>0.42577929156507954</c:v>
              </c:pt>
              <c:pt idx="59">
                <c:v>0.63742398974869452</c:v>
              </c:pt>
              <c:pt idx="60">
                <c:v>0.80901699437495123</c:v>
              </c:pt>
              <c:pt idx="61">
                <c:v>0.9297764858882539</c:v>
              </c:pt>
              <c:pt idx="62">
                <c:v>0.99211470131447876</c:v>
              </c:pt>
              <c:pt idx="63">
                <c:v>0.99211470131447688</c:v>
              </c:pt>
              <c:pt idx="64">
                <c:v>0.92977648588824846</c:v>
              </c:pt>
              <c:pt idx="65">
                <c:v>0.80901699437494157</c:v>
              </c:pt>
              <c:pt idx="66">
                <c:v>0.63742398974868308</c:v>
              </c:pt>
              <c:pt idx="67">
                <c:v>0.42577929156506616</c:v>
              </c:pt>
              <c:pt idx="68">
                <c:v>0.18738131458571552</c:v>
              </c:pt>
              <c:pt idx="69">
                <c:v>-6.2790519529321215E-2</c:v>
              </c:pt>
              <c:pt idx="70">
                <c:v>-0.30901699437495689</c:v>
              </c:pt>
              <c:pt idx="71">
                <c:v>-0.53582679497900387</c:v>
              </c:pt>
              <c:pt idx="72">
                <c:v>-0.72896862742141877</c:v>
              </c:pt>
              <c:pt idx="73">
                <c:v>-0.87630668004386802</c:v>
              </c:pt>
              <c:pt idx="74">
                <c:v>-0.96858316112863396</c:v>
              </c:pt>
              <c:pt idx="75">
                <c:v>-1</c:v>
              </c:pt>
              <c:pt idx="76">
                <c:v>-0.96858316112862808</c:v>
              </c:pt>
              <c:pt idx="77">
                <c:v>-0.87630668004385848</c:v>
              </c:pt>
              <c:pt idx="78">
                <c:v>-0.72896862742140278</c:v>
              </c:pt>
              <c:pt idx="79">
                <c:v>-0.53582679497898711</c:v>
              </c:pt>
              <c:pt idx="80">
                <c:v>-0.30901699437493801</c:v>
              </c:pt>
              <c:pt idx="81">
                <c:v>-6.2790519529301397E-2</c:v>
              </c:pt>
              <c:pt idx="82">
                <c:v>0.18738131458573501</c:v>
              </c:pt>
              <c:pt idx="83">
                <c:v>0.42577929156508415</c:v>
              </c:pt>
              <c:pt idx="84">
                <c:v>0.63742398974869841</c:v>
              </c:pt>
              <c:pt idx="85">
                <c:v>0.80901699437495522</c:v>
              </c:pt>
              <c:pt idx="86">
                <c:v>0.92977648588825579</c:v>
              </c:pt>
              <c:pt idx="87">
                <c:v>0.99211470131447954</c:v>
              </c:pt>
              <c:pt idx="88">
                <c:v>0.99211470131447621</c:v>
              </c:pt>
              <c:pt idx="89">
                <c:v>0.92977648588824602</c:v>
              </c:pt>
              <c:pt idx="90">
                <c:v>0.80901699437493957</c:v>
              </c:pt>
              <c:pt idx="91">
                <c:v>0.63742398974867776</c:v>
              </c:pt>
              <c:pt idx="92">
                <c:v>0.42577929156505995</c:v>
              </c:pt>
              <c:pt idx="93">
                <c:v>0.18738131458571228</c:v>
              </c:pt>
              <c:pt idx="94">
                <c:v>-6.2790519529328057E-2</c:v>
              </c:pt>
              <c:pt idx="95">
                <c:v>-0.30901699437496005</c:v>
              </c:pt>
              <c:pt idx="96">
                <c:v>-0.53582679497900965</c:v>
              </c:pt>
              <c:pt idx="97">
                <c:v>-0.7289686274214211</c:v>
              </c:pt>
              <c:pt idx="98">
                <c:v>-0.87630668004387136</c:v>
              </c:pt>
              <c:pt idx="99">
                <c:v>-0.96858316112863474</c:v>
              </c:pt>
              <c:pt idx="100">
                <c:v>1</c:v>
              </c:pt>
              <c:pt idx="101">
                <c:v>0.9685831611286273</c:v>
              </c:pt>
              <c:pt idx="102">
                <c:v>0.87630668004385515</c:v>
              </c:pt>
              <c:pt idx="103">
                <c:v>0.72896862742140056</c:v>
              </c:pt>
              <c:pt idx="104">
                <c:v>0.53582679497898122</c:v>
              </c:pt>
              <c:pt idx="105">
                <c:v>0.30901699437493152</c:v>
              </c:pt>
              <c:pt idx="106">
                <c:v>6.2790519529298108E-2</c:v>
              </c:pt>
              <c:pt idx="107">
                <c:v>-0.18738131458574175</c:v>
              </c:pt>
              <c:pt idx="108">
                <c:v>-0.42577929156508715</c:v>
              </c:pt>
              <c:pt idx="109">
                <c:v>-0.63742398974870373</c:v>
              </c:pt>
              <c:pt idx="110">
                <c:v>-0.80901699437495722</c:v>
              </c:pt>
              <c:pt idx="111">
                <c:v>-0.92977648588825834</c:v>
              </c:pt>
              <c:pt idx="112">
                <c:v>-0.99211470131447999</c:v>
              </c:pt>
              <c:pt idx="113">
                <c:v>-0.99211470131447543</c:v>
              </c:pt>
              <c:pt idx="114">
                <c:v>-0.9297764858882448</c:v>
              </c:pt>
              <c:pt idx="115">
                <c:v>-0.80901699437493557</c:v>
              </c:pt>
              <c:pt idx="116">
                <c:v>-0.63742398974867531</c:v>
              </c:pt>
              <c:pt idx="117">
                <c:v>-0.42577929156505373</c:v>
              </c:pt>
              <c:pt idx="118">
                <c:v>-0.18738131458570553</c:v>
              </c:pt>
              <c:pt idx="119">
                <c:v>6.2790519529334898E-2</c:v>
              </c:pt>
              <c:pt idx="120">
                <c:v>0.3090169943749666</c:v>
              </c:pt>
              <c:pt idx="121">
                <c:v>0.53582679497901242</c:v>
              </c:pt>
              <c:pt idx="122">
                <c:v>0.72896862742142576</c:v>
              </c:pt>
              <c:pt idx="123">
                <c:v>0.87630668004387291</c:v>
              </c:pt>
              <c:pt idx="124">
                <c:v>0.96858316112863652</c:v>
              </c:pt>
              <c:pt idx="125">
                <c:v>1</c:v>
              </c:pt>
              <c:pt idx="126">
                <c:v>0.96858316112862564</c:v>
              </c:pt>
              <c:pt idx="127">
                <c:v>0.87630668004385359</c:v>
              </c:pt>
              <c:pt idx="128">
                <c:v>0.7289686274213959</c:v>
              </c:pt>
              <c:pt idx="129">
                <c:v>0.53582679497897845</c:v>
              </c:pt>
              <c:pt idx="130">
                <c:v>0.30901699437492836</c:v>
              </c:pt>
              <c:pt idx="131">
                <c:v>6.2790519529287714E-2</c:v>
              </c:pt>
              <c:pt idx="132">
                <c:v>-0.1873813145857485</c:v>
              </c:pt>
              <c:pt idx="133">
                <c:v>-0.42577929156509331</c:v>
              </c:pt>
              <c:pt idx="134">
                <c:v>-0.63742398974870618</c:v>
              </c:pt>
              <c:pt idx="135">
                <c:v>-0.80901699437495922</c:v>
              </c:pt>
              <c:pt idx="136">
                <c:v>-0.9297764858882609</c:v>
              </c:pt>
              <c:pt idx="137">
                <c:v>-0.99211470131448087</c:v>
              </c:pt>
              <c:pt idx="138">
                <c:v>-0.99211470131447499</c:v>
              </c:pt>
              <c:pt idx="139">
                <c:v>-0.92977648588824358</c:v>
              </c:pt>
              <c:pt idx="140">
                <c:v>-0.80901699437493146</c:v>
              </c:pt>
              <c:pt idx="141">
                <c:v>-0.63742398974866998</c:v>
              </c:pt>
              <c:pt idx="142">
                <c:v>-0.42577929156505079</c:v>
              </c:pt>
              <c:pt idx="143">
                <c:v>-0.18738131458570229</c:v>
              </c:pt>
              <c:pt idx="144">
                <c:v>6.2790519529341754E-2</c:v>
              </c:pt>
              <c:pt idx="145">
                <c:v>0.3090169943749731</c:v>
              </c:pt>
              <c:pt idx="146">
                <c:v>0.53582679497901819</c:v>
              </c:pt>
              <c:pt idx="147">
                <c:v>0.72896862742142798</c:v>
              </c:pt>
              <c:pt idx="148">
                <c:v>0.87630668004387458</c:v>
              </c:pt>
              <c:pt idx="149">
                <c:v>0.96858316112863818</c:v>
              </c:pt>
              <c:pt idx="150">
                <c:v>1</c:v>
              </c:pt>
              <c:pt idx="151">
                <c:v>0.96858316112862475</c:v>
              </c:pt>
              <c:pt idx="152">
                <c:v>0.87630668004385193</c:v>
              </c:pt>
              <c:pt idx="153">
                <c:v>0.72896862742139112</c:v>
              </c:pt>
              <c:pt idx="154">
                <c:v>0.53582679497897268</c:v>
              </c:pt>
              <c:pt idx="155">
                <c:v>0.30901699437492186</c:v>
              </c:pt>
              <c:pt idx="156">
                <c:v>6.279051952928795E-2</c:v>
              </c:pt>
              <c:pt idx="157">
                <c:v>-0.18738131458575522</c:v>
              </c:pt>
              <c:pt idx="158">
                <c:v>-0.42577929156509953</c:v>
              </c:pt>
              <c:pt idx="159">
                <c:v>-0.63742398974871151</c:v>
              </c:pt>
              <c:pt idx="160">
                <c:v>-0.80901699437496322</c:v>
              </c:pt>
              <c:pt idx="161">
                <c:v>-0.92977648588826078</c:v>
              </c:pt>
              <c:pt idx="162">
                <c:v>-0.99211470131448176</c:v>
              </c:pt>
              <c:pt idx="163">
                <c:v>-0.9921147013144741</c:v>
              </c:pt>
              <c:pt idx="164">
                <c:v>-0.92977648588824102</c:v>
              </c:pt>
              <c:pt idx="165">
                <c:v>-0.80901699437493169</c:v>
              </c:pt>
              <c:pt idx="166">
                <c:v>-0.63742398974866465</c:v>
              </c:pt>
              <c:pt idx="167">
                <c:v>-0.42577929156504457</c:v>
              </c:pt>
              <c:pt idx="168">
                <c:v>-0.18738131458569554</c:v>
              </c:pt>
              <c:pt idx="169">
                <c:v>6.2790519529341504E-2</c:v>
              </c:pt>
              <c:pt idx="170">
                <c:v>0.30901699437497965</c:v>
              </c:pt>
              <c:pt idx="171">
                <c:v>0.53582679497902397</c:v>
              </c:pt>
              <c:pt idx="172">
                <c:v>0.72896862742143276</c:v>
              </c:pt>
              <c:pt idx="173">
                <c:v>0.87630668004387779</c:v>
              </c:pt>
              <c:pt idx="174">
                <c:v>0.96858316112863807</c:v>
              </c:pt>
              <c:pt idx="175">
                <c:v>1</c:v>
              </c:pt>
              <c:pt idx="176">
                <c:v>0.96858316112862308</c:v>
              </c:pt>
              <c:pt idx="177">
                <c:v>0.87630668004384871</c:v>
              </c:pt>
              <c:pt idx="178">
                <c:v>0.72896862742139135</c:v>
              </c:pt>
              <c:pt idx="179">
                <c:v>0.5358267949789669</c:v>
              </c:pt>
              <c:pt idx="180">
                <c:v>0.30901699437491531</c:v>
              </c:pt>
              <c:pt idx="181">
                <c:v>6.2790519529281108E-2</c:v>
              </c:pt>
              <c:pt idx="182">
                <c:v>-0.18738131458575499</c:v>
              </c:pt>
              <c:pt idx="183">
                <c:v>-0.42577929156510574</c:v>
              </c:pt>
              <c:pt idx="184">
                <c:v>-0.63742398974871683</c:v>
              </c:pt>
              <c:pt idx="185">
                <c:v>-0.80901699437496721</c:v>
              </c:pt>
              <c:pt idx="186">
                <c:v>-0.92977648588826334</c:v>
              </c:pt>
              <c:pt idx="187">
                <c:v>-0.99211470131448165</c:v>
              </c:pt>
              <c:pt idx="188">
                <c:v>-0.99211470131447321</c:v>
              </c:pt>
              <c:pt idx="189">
                <c:v>-0.92977648588823847</c:v>
              </c:pt>
              <c:pt idx="190">
                <c:v>-0.80901699437492758</c:v>
              </c:pt>
              <c:pt idx="191">
                <c:v>-0.63742398974866488</c:v>
              </c:pt>
              <c:pt idx="192">
                <c:v>-0.42577929156503835</c:v>
              </c:pt>
              <c:pt idx="193">
                <c:v>-0.1873813145856888</c:v>
              </c:pt>
              <c:pt idx="194">
                <c:v>6.279051952934836E-2</c:v>
              </c:pt>
              <c:pt idx="195">
                <c:v>0.30901699437497937</c:v>
              </c:pt>
              <c:pt idx="196">
                <c:v>0.53582679497902974</c:v>
              </c:pt>
              <c:pt idx="197">
                <c:v>0.72896862742143742</c:v>
              </c:pt>
              <c:pt idx="198">
                <c:v>0.87630668004388113</c:v>
              </c:pt>
              <c:pt idx="199">
                <c:v>0.96858316112863985</c:v>
              </c:pt>
              <c:pt idx="200">
                <c:v>-1</c:v>
              </c:pt>
              <c:pt idx="201">
                <c:v>-0.96858316112862486</c:v>
              </c:pt>
              <c:pt idx="202">
                <c:v>-0.87630668004385226</c:v>
              </c:pt>
              <c:pt idx="203">
                <c:v>-0.72896862742140123</c:v>
              </c:pt>
              <c:pt idx="204">
                <c:v>-0.53582679497899111</c:v>
              </c:pt>
              <c:pt idx="205">
                <c:v>-0.30901699437494257</c:v>
              </c:pt>
              <c:pt idx="206">
                <c:v>-6.2790519529316816E-2</c:v>
              </c:pt>
              <c:pt idx="207">
                <c:v>0.18738131458571985</c:v>
              </c:pt>
              <c:pt idx="208">
                <c:v>0.4257792915650605</c:v>
              </c:pt>
              <c:pt idx="209">
                <c:v>0.63742398974867831</c:v>
              </c:pt>
              <c:pt idx="210">
                <c:v>0.80901699437493368</c:v>
              </c:pt>
              <c:pt idx="211">
                <c:v>0.92977648588824224</c:v>
              </c:pt>
              <c:pt idx="212">
                <c:v>0.99211470131447366</c:v>
              </c:pt>
              <c:pt idx="213">
                <c:v>0.99211470131448221</c:v>
              </c:pt>
              <c:pt idx="214">
                <c:v>0.92977648588826733</c:v>
              </c:pt>
              <c:pt idx="215">
                <c:v>0.80901699437497787</c:v>
              </c:pt>
              <c:pt idx="216">
                <c:v>0.63742398974873071</c:v>
              </c:pt>
              <c:pt idx="217">
                <c:v>0.42577929156512856</c:v>
              </c:pt>
              <c:pt idx="218">
                <c:v>0.18738131458578675</c:v>
              </c:pt>
              <c:pt idx="219">
                <c:v>-6.2790519529241737E-2</c:v>
              </c:pt>
              <c:pt idx="220">
                <c:v>-0.30901699437487778</c:v>
              </c:pt>
              <c:pt idx="221">
                <c:v>-0.5358267949789276</c:v>
              </c:pt>
              <c:pt idx="222">
                <c:v>-0.7289686274213546</c:v>
              </c:pt>
              <c:pt idx="223">
                <c:v>-0.8763066800438194</c:v>
              </c:pt>
              <c:pt idx="224">
                <c:v>-0.96858316112860621</c:v>
              </c:pt>
              <c:pt idx="225">
                <c:v>-1</c:v>
              </c:pt>
              <c:pt idx="226">
                <c:v>-0.9685831611286585</c:v>
              </c:pt>
              <c:pt idx="227">
                <c:v>-0.87630668004391732</c:v>
              </c:pt>
              <c:pt idx="228">
                <c:v>-0.72896862742149382</c:v>
              </c:pt>
              <c:pt idx="229">
                <c:v>-0.53582679497909935</c:v>
              </c:pt>
              <c:pt idx="230">
                <c:v>-0.30901699437507119</c:v>
              </c:pt>
              <c:pt idx="231">
                <c:v>-6.2790519529444699E-2</c:v>
              </c:pt>
              <c:pt idx="232">
                <c:v>0.18738131458558699</c:v>
              </c:pt>
              <c:pt idx="233">
                <c:v>0.42577929156493816</c:v>
              </c:pt>
              <c:pt idx="234">
                <c:v>0.63742398974857406</c:v>
              </c:pt>
              <c:pt idx="235">
                <c:v>0.80901699437485419</c:v>
              </c:pt>
              <c:pt idx="236">
                <c:v>0.92977648588819251</c:v>
              </c:pt>
              <c:pt idx="237">
                <c:v>0.99211470131445667</c:v>
              </c:pt>
              <c:pt idx="238">
                <c:v>0.99211470131449919</c:v>
              </c:pt>
              <c:pt idx="239">
                <c:v>0.92977648588831718</c:v>
              </c:pt>
              <c:pt idx="240">
                <c:v>0.80901699437505326</c:v>
              </c:pt>
              <c:pt idx="241">
                <c:v>0.63742398974883496</c:v>
              </c:pt>
              <c:pt idx="242">
                <c:v>0.42577929156525096</c:v>
              </c:pt>
              <c:pt idx="243">
                <c:v>0.18738131458591961</c:v>
              </c:pt>
              <c:pt idx="244">
                <c:v>-6.2790519529106761E-2</c:v>
              </c:pt>
              <c:pt idx="245">
                <c:v>-0.30901699437474917</c:v>
              </c:pt>
              <c:pt idx="246">
                <c:v>-0.53582679497881336</c:v>
              </c:pt>
              <c:pt idx="247">
                <c:v>-0.72896862742126201</c:v>
              </c:pt>
              <c:pt idx="248">
                <c:v>-0.87630668004375423</c:v>
              </c:pt>
              <c:pt idx="249">
                <c:v>-0.96858316112857434</c:v>
              </c:pt>
              <c:pt idx="250">
                <c:v>-1</c:v>
              </c:pt>
              <c:pt idx="251">
                <c:v>-0.96858316112869214</c:v>
              </c:pt>
              <c:pt idx="252">
                <c:v>-0.87630668004398249</c:v>
              </c:pt>
              <c:pt idx="253">
                <c:v>-0.7289686274215863</c:v>
              </c:pt>
              <c:pt idx="254">
                <c:v>-0.53582679497921348</c:v>
              </c:pt>
              <c:pt idx="255">
                <c:v>-0.3090169943751998</c:v>
              </c:pt>
              <c:pt idx="256">
                <c:v>-6.2790519529579675E-2</c:v>
              </c:pt>
              <c:pt idx="257">
                <c:v>0.18738131458546112</c:v>
              </c:pt>
              <c:pt idx="258">
                <c:v>0.42577929156481575</c:v>
              </c:pt>
              <c:pt idx="259">
                <c:v>0.63742398974846981</c:v>
              </c:pt>
              <c:pt idx="260">
                <c:v>0.80901699437477892</c:v>
              </c:pt>
              <c:pt idx="261">
                <c:v>0.9297764858881401</c:v>
              </c:pt>
              <c:pt idx="262">
                <c:v>0.9921147013144398</c:v>
              </c:pt>
              <c:pt idx="263">
                <c:v>0.99211470131451607</c:v>
              </c:pt>
              <c:pt idx="264">
                <c:v>0.92977648588836426</c:v>
              </c:pt>
              <c:pt idx="265">
                <c:v>0.80901699437513686</c:v>
              </c:pt>
              <c:pt idx="266">
                <c:v>0.63742398974893921</c:v>
              </c:pt>
              <c:pt idx="267">
                <c:v>0.42577929156536692</c:v>
              </c:pt>
              <c:pt idx="268">
                <c:v>0.18738131458604548</c:v>
              </c:pt>
              <c:pt idx="269">
                <c:v>-6.2790519528971772E-2</c:v>
              </c:pt>
              <c:pt idx="270">
                <c:v>-0.30901699437462055</c:v>
              </c:pt>
              <c:pt idx="271">
                <c:v>-0.53582679497870522</c:v>
              </c:pt>
              <c:pt idx="272">
                <c:v>-0.72896862742116453</c:v>
              </c:pt>
              <c:pt idx="273">
                <c:v>-0.87630668004368906</c:v>
              </c:pt>
              <c:pt idx="274">
                <c:v>-0.9685831611285407</c:v>
              </c:pt>
              <c:pt idx="275">
                <c:v>-1</c:v>
              </c:pt>
              <c:pt idx="276">
                <c:v>-0.96858316112872578</c:v>
              </c:pt>
              <c:pt idx="277">
                <c:v>-0.87630668004404766</c:v>
              </c:pt>
              <c:pt idx="278">
                <c:v>-0.72896862742167412</c:v>
              </c:pt>
              <c:pt idx="279">
                <c:v>-0.53582679497933372</c:v>
              </c:pt>
              <c:pt idx="280">
                <c:v>-0.30901699437532848</c:v>
              </c:pt>
              <c:pt idx="281">
                <c:v>-6.2790519529714664E-2</c:v>
              </c:pt>
              <c:pt idx="282">
                <c:v>0.18738131458532828</c:v>
              </c:pt>
              <c:pt idx="283">
                <c:v>0.42577929156469341</c:v>
              </c:pt>
              <c:pt idx="284">
                <c:v>0.63742398974836567</c:v>
              </c:pt>
              <c:pt idx="285">
                <c:v>0.80901699437469943</c:v>
              </c:pt>
              <c:pt idx="286">
                <c:v>0.92977648588809547</c:v>
              </c:pt>
              <c:pt idx="287">
                <c:v>0.99211470131442281</c:v>
              </c:pt>
              <c:pt idx="288">
                <c:v>0.99211470131453305</c:v>
              </c:pt>
              <c:pt idx="289">
                <c:v>0.92977648588841411</c:v>
              </c:pt>
              <c:pt idx="290">
                <c:v>0.80901699437521635</c:v>
              </c:pt>
              <c:pt idx="291">
                <c:v>0.63742398974904335</c:v>
              </c:pt>
              <c:pt idx="292">
                <c:v>0.42577929156548927</c:v>
              </c:pt>
              <c:pt idx="293">
                <c:v>0.18738131458617832</c:v>
              </c:pt>
              <c:pt idx="294">
                <c:v>-6.2790519528836797E-2</c:v>
              </c:pt>
              <c:pt idx="295">
                <c:v>-0.30901699437449193</c:v>
              </c:pt>
              <c:pt idx="296">
                <c:v>-0.53582679497859098</c:v>
              </c:pt>
              <c:pt idx="297">
                <c:v>-0.72896862742107194</c:v>
              </c:pt>
              <c:pt idx="298">
                <c:v>-0.87630668004362389</c:v>
              </c:pt>
              <c:pt idx="299">
                <c:v>-0.96858316112850706</c:v>
              </c:pt>
              <c:pt idx="300">
                <c:v>-1</c:v>
              </c:pt>
              <c:pt idx="301">
                <c:v>0.96858316112875942</c:v>
              </c:pt>
              <c:pt idx="302">
                <c:v>0.87630668004411283</c:v>
              </c:pt>
              <c:pt idx="303">
                <c:v>0.72896862742176671</c:v>
              </c:pt>
              <c:pt idx="304">
                <c:v>0.53582679497943586</c:v>
              </c:pt>
              <c:pt idx="305">
                <c:v>0.3090169943754571</c:v>
              </c:pt>
              <c:pt idx="306">
                <c:v>6.2790519529849639E-2</c:v>
              </c:pt>
              <c:pt idx="307">
                <c:v>-0.18738131458519541</c:v>
              </c:pt>
              <c:pt idx="308">
                <c:v>-0.42577929156457101</c:v>
              </c:pt>
              <c:pt idx="309">
                <c:v>-0.63742398974826142</c:v>
              </c:pt>
              <c:pt idx="310">
                <c:v>-0.80901699437461994</c:v>
              </c:pt>
              <c:pt idx="311">
                <c:v>-0.92977648588804573</c:v>
              </c:pt>
              <c:pt idx="312">
                <c:v>-0.99211470131440582</c:v>
              </c:pt>
              <c:pt idx="313">
                <c:v>-0.99211470131455004</c:v>
              </c:pt>
              <c:pt idx="314">
                <c:v>-0.92977648588846384</c:v>
              </c:pt>
              <c:pt idx="315">
                <c:v>-0.80901699437528751</c:v>
              </c:pt>
              <c:pt idx="316">
                <c:v>-0.6374239897491476</c:v>
              </c:pt>
              <c:pt idx="317">
                <c:v>-0.42577929156561167</c:v>
              </c:pt>
              <c:pt idx="318">
                <c:v>-0.18738131458631119</c:v>
              </c:pt>
              <c:pt idx="319">
                <c:v>6.2790519528701808E-2</c:v>
              </c:pt>
              <c:pt idx="320">
                <c:v>0.30901699437436331</c:v>
              </c:pt>
              <c:pt idx="321">
                <c:v>0.53582679497847685</c:v>
              </c:pt>
              <c:pt idx="322">
                <c:v>0.72896862742098911</c:v>
              </c:pt>
              <c:pt idx="323">
                <c:v>0.87630668004355883</c:v>
              </c:pt>
              <c:pt idx="324">
                <c:v>0.96858316112847342</c:v>
              </c:pt>
              <c:pt idx="325">
                <c:v>1</c:v>
              </c:pt>
              <c:pt idx="326">
                <c:v>0.96858316112879306</c:v>
              </c:pt>
              <c:pt idx="327">
                <c:v>0.876306680044178</c:v>
              </c:pt>
              <c:pt idx="328">
                <c:v>0.72896862742185919</c:v>
              </c:pt>
              <c:pt idx="329">
                <c:v>0.5358267949795501</c:v>
              </c:pt>
              <c:pt idx="330">
                <c:v>0.30901699437558572</c:v>
              </c:pt>
              <c:pt idx="331">
                <c:v>6.2790519529984629E-2</c:v>
              </c:pt>
              <c:pt idx="332">
                <c:v>-0.18738131458506257</c:v>
              </c:pt>
              <c:pt idx="333">
                <c:v>-0.42577929156446148</c:v>
              </c:pt>
              <c:pt idx="334">
                <c:v>-0.63742398974815728</c:v>
              </c:pt>
              <c:pt idx="335">
                <c:v>-0.80901699437454033</c:v>
              </c:pt>
              <c:pt idx="336">
                <c:v>-0.929776485887996</c:v>
              </c:pt>
              <c:pt idx="337">
                <c:v>-0.99211470131438895</c:v>
              </c:pt>
              <c:pt idx="338">
                <c:v>-0.99211470131456692</c:v>
              </c:pt>
              <c:pt idx="339">
                <c:v>-0.92977648588851369</c:v>
              </c:pt>
              <c:pt idx="340">
                <c:v>-0.809016994375367</c:v>
              </c:pt>
              <c:pt idx="341">
                <c:v>-0.63742398974925185</c:v>
              </c:pt>
              <c:pt idx="342">
                <c:v>-0.42577929156573402</c:v>
              </c:pt>
              <c:pt idx="343">
                <c:v>-0.18738131458644403</c:v>
              </c:pt>
              <c:pt idx="344">
                <c:v>6.2790519528566832E-2</c:v>
              </c:pt>
              <c:pt idx="345">
                <c:v>0.30901699437423463</c:v>
              </c:pt>
              <c:pt idx="346">
                <c:v>0.53582679497836261</c:v>
              </c:pt>
              <c:pt idx="347">
                <c:v>0.72896862742089652</c:v>
              </c:pt>
              <c:pt idx="348">
                <c:v>0.87630668004349366</c:v>
              </c:pt>
              <c:pt idx="349">
                <c:v>0.96858316112843978</c:v>
              </c:pt>
              <c:pt idx="350">
                <c:v>1</c:v>
              </c:pt>
              <c:pt idx="351">
                <c:v>-0.96858316112882314</c:v>
              </c:pt>
              <c:pt idx="352">
                <c:v>-0.87630668004424317</c:v>
              </c:pt>
              <c:pt idx="353">
                <c:v>-0.72896862742195179</c:v>
              </c:pt>
              <c:pt idx="354">
                <c:v>-0.53582679497966423</c:v>
              </c:pt>
              <c:pt idx="355">
                <c:v>-0.30901699437571434</c:v>
              </c:pt>
              <c:pt idx="356">
                <c:v>-6.2790519530119604E-2</c:v>
              </c:pt>
              <c:pt idx="357">
                <c:v>0.18738131458492971</c:v>
              </c:pt>
              <c:pt idx="358">
                <c:v>0.42577929156433914</c:v>
              </c:pt>
              <c:pt idx="359">
                <c:v>0.63742398974805303</c:v>
              </c:pt>
              <c:pt idx="360">
                <c:v>0.80901699437446084</c:v>
              </c:pt>
              <c:pt idx="361">
                <c:v>0.92977648588794615</c:v>
              </c:pt>
              <c:pt idx="362">
                <c:v>0.99211470131437196</c:v>
              </c:pt>
              <c:pt idx="363">
                <c:v>0.9921147013145839</c:v>
              </c:pt>
              <c:pt idx="364">
                <c:v>0.92977648588856343</c:v>
              </c:pt>
              <c:pt idx="365">
                <c:v>0.8090169943754465</c:v>
              </c:pt>
              <c:pt idx="366">
                <c:v>0.63742398974935599</c:v>
              </c:pt>
              <c:pt idx="367">
                <c:v>0.42577929156585642</c:v>
              </c:pt>
              <c:pt idx="368">
                <c:v>0.18738131458657689</c:v>
              </c:pt>
              <c:pt idx="369">
                <c:v>-6.279051952844604E-2</c:v>
              </c:pt>
              <c:pt idx="370">
                <c:v>-0.30901699437410601</c:v>
              </c:pt>
              <c:pt idx="371">
                <c:v>-0.53582679497824848</c:v>
              </c:pt>
              <c:pt idx="372">
                <c:v>-0.72896862742080393</c:v>
              </c:pt>
              <c:pt idx="373">
                <c:v>-0.87630668004342849</c:v>
              </c:pt>
              <c:pt idx="374">
                <c:v>-0.96858316112840614</c:v>
              </c:pt>
              <c:pt idx="375">
                <c:v>-1</c:v>
              </c:pt>
              <c:pt idx="376">
                <c:v>-0.96858316112885678</c:v>
              </c:pt>
              <c:pt idx="377">
                <c:v>-0.87630668004430834</c:v>
              </c:pt>
              <c:pt idx="378">
                <c:v>-0.72896862742204438</c:v>
              </c:pt>
              <c:pt idx="379">
                <c:v>-0.53582679497977848</c:v>
              </c:pt>
              <c:pt idx="380">
                <c:v>-0.30901699437584296</c:v>
              </c:pt>
              <c:pt idx="381">
                <c:v>-6.2790519530254579E-2</c:v>
              </c:pt>
              <c:pt idx="382">
                <c:v>0.18738131458479687</c:v>
              </c:pt>
              <c:pt idx="383">
                <c:v>0.42577929156421673</c:v>
              </c:pt>
              <c:pt idx="384">
                <c:v>0.63742398974794878</c:v>
              </c:pt>
              <c:pt idx="385">
                <c:v>0.80901699437438135</c:v>
              </c:pt>
              <c:pt idx="386">
                <c:v>0.92977648588789641</c:v>
              </c:pt>
              <c:pt idx="387">
                <c:v>0.99211470131435675</c:v>
              </c:pt>
              <c:pt idx="388">
                <c:v>0.99211470131460089</c:v>
              </c:pt>
              <c:pt idx="389">
                <c:v>0.92977648588861328</c:v>
              </c:pt>
              <c:pt idx="390">
                <c:v>0.80901699437552599</c:v>
              </c:pt>
              <c:pt idx="391">
                <c:v>0.63742398974946024</c:v>
              </c:pt>
              <c:pt idx="392">
                <c:v>0.42577929156597877</c:v>
              </c:pt>
              <c:pt idx="393">
                <c:v>0.18738131458670973</c:v>
              </c:pt>
              <c:pt idx="394">
                <c:v>-6.2790519528311051E-2</c:v>
              </c:pt>
              <c:pt idx="395">
                <c:v>-0.30901699437397739</c:v>
              </c:pt>
              <c:pt idx="396">
                <c:v>-0.53582679497813424</c:v>
              </c:pt>
              <c:pt idx="397">
                <c:v>-0.72896862742071133</c:v>
              </c:pt>
              <c:pt idx="398">
                <c:v>-0.8763066800433702</c:v>
              </c:pt>
              <c:pt idx="399">
                <c:v>-0.96858316112837251</c:v>
              </c:pt>
              <c:pt idx="400">
                <c:v>-1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1B3E-40EA-B405-0F8184911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-1.3"/>
        </c:scaling>
        <c:delete val="1"/>
        <c:axPos val="l"/>
        <c:numFmt formatCode="0" sourceLinked="1"/>
        <c:majorTickMark val="none"/>
        <c:minorTickMark val="none"/>
        <c:tickLblPos val="nextTo"/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NRZ-L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NRZ-L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  <c:pt idx="20">
                <c:v>1</c:v>
              </c:pt>
              <c:pt idx="21">
                <c:v>1</c:v>
              </c:pt>
              <c:pt idx="22">
                <c:v>1</c:v>
              </c:pt>
              <c:pt idx="23">
                <c:v>1</c:v>
              </c:pt>
              <c:pt idx="24">
                <c:v>1</c:v>
              </c:pt>
              <c:pt idx="25">
                <c:v>1</c:v>
              </c:pt>
              <c:pt idx="26">
                <c:v>1</c:v>
              </c:pt>
              <c:pt idx="27">
                <c:v>1</c:v>
              </c:pt>
              <c:pt idx="28">
                <c:v>1</c:v>
              </c:pt>
              <c:pt idx="29">
                <c:v>1</c:v>
              </c:pt>
              <c:pt idx="30">
                <c:v>1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1</c:v>
              </c:pt>
              <c:pt idx="38">
                <c:v>1</c:v>
              </c:pt>
              <c:pt idx="39">
                <c:v>1</c:v>
              </c:pt>
              <c:pt idx="40">
                <c:v>1</c:v>
              </c:pt>
              <c:pt idx="41">
                <c:v>1</c:v>
              </c:pt>
              <c:pt idx="42">
                <c:v>1</c:v>
              </c:pt>
              <c:pt idx="43">
                <c:v>1</c:v>
              </c:pt>
              <c:pt idx="44">
                <c:v>1</c:v>
              </c:pt>
              <c:pt idx="45">
                <c:v>1</c:v>
              </c:pt>
              <c:pt idx="46">
                <c:v>1</c:v>
              </c:pt>
              <c:pt idx="47">
                <c:v>1</c:v>
              </c:pt>
              <c:pt idx="48">
                <c:v>1</c:v>
              </c:pt>
              <c:pt idx="49">
                <c:v>1</c:v>
              </c:pt>
              <c:pt idx="50">
                <c:v>-1</c:v>
              </c:pt>
              <c:pt idx="51">
                <c:v>-1</c:v>
              </c:pt>
              <c:pt idx="52">
                <c:v>-1</c:v>
              </c:pt>
              <c:pt idx="53">
                <c:v>-1</c:v>
              </c:pt>
              <c:pt idx="54">
                <c:v>-1</c:v>
              </c:pt>
              <c:pt idx="55">
                <c:v>-1</c:v>
              </c:pt>
              <c:pt idx="56">
                <c:v>-1</c:v>
              </c:pt>
              <c:pt idx="57">
                <c:v>-1</c:v>
              </c:pt>
              <c:pt idx="58">
                <c:v>-1</c:v>
              </c:pt>
              <c:pt idx="59">
                <c:v>-1</c:v>
              </c:pt>
              <c:pt idx="60">
                <c:v>-1</c:v>
              </c:pt>
              <c:pt idx="61">
                <c:v>-1</c:v>
              </c:pt>
              <c:pt idx="62">
                <c:v>-1</c:v>
              </c:pt>
              <c:pt idx="63">
                <c:v>-1</c:v>
              </c:pt>
              <c:pt idx="64">
                <c:v>-1</c:v>
              </c:pt>
              <c:pt idx="65">
                <c:v>-1</c:v>
              </c:pt>
              <c:pt idx="66">
                <c:v>-1</c:v>
              </c:pt>
              <c:pt idx="67">
                <c:v>-1</c:v>
              </c:pt>
              <c:pt idx="68">
                <c:v>-1</c:v>
              </c:pt>
              <c:pt idx="69">
                <c:v>-1</c:v>
              </c:pt>
              <c:pt idx="70">
                <c:v>-1</c:v>
              </c:pt>
              <c:pt idx="71">
                <c:v>-1</c:v>
              </c:pt>
              <c:pt idx="72">
                <c:v>-1</c:v>
              </c:pt>
              <c:pt idx="73">
                <c:v>-1</c:v>
              </c:pt>
              <c:pt idx="74">
                <c:v>-1</c:v>
              </c:pt>
              <c:pt idx="75">
                <c:v>-1</c:v>
              </c:pt>
              <c:pt idx="76">
                <c:v>-1</c:v>
              </c:pt>
              <c:pt idx="77">
                <c:v>-1</c:v>
              </c:pt>
              <c:pt idx="78">
                <c:v>-1</c:v>
              </c:pt>
              <c:pt idx="79">
                <c:v>-1</c:v>
              </c:pt>
              <c:pt idx="80">
                <c:v>-1</c:v>
              </c:pt>
              <c:pt idx="81">
                <c:v>-1</c:v>
              </c:pt>
              <c:pt idx="82">
                <c:v>-1</c:v>
              </c:pt>
              <c:pt idx="83">
                <c:v>-1</c:v>
              </c:pt>
              <c:pt idx="84">
                <c:v>-1</c:v>
              </c:pt>
              <c:pt idx="85">
                <c:v>-1</c:v>
              </c:pt>
              <c:pt idx="86">
                <c:v>-1</c:v>
              </c:pt>
              <c:pt idx="87">
                <c:v>-1</c:v>
              </c:pt>
              <c:pt idx="88">
                <c:v>-1</c:v>
              </c:pt>
              <c:pt idx="89">
                <c:v>-1</c:v>
              </c:pt>
              <c:pt idx="90">
                <c:v>-1</c:v>
              </c:pt>
              <c:pt idx="91">
                <c:v>-1</c:v>
              </c:pt>
              <c:pt idx="92">
                <c:v>-1</c:v>
              </c:pt>
              <c:pt idx="93">
                <c:v>-1</c:v>
              </c:pt>
              <c:pt idx="94">
                <c:v>-1</c:v>
              </c:pt>
              <c:pt idx="95">
                <c:v>-1</c:v>
              </c:pt>
              <c:pt idx="96">
                <c:v>-1</c:v>
              </c:pt>
              <c:pt idx="97">
                <c:v>-1</c:v>
              </c:pt>
              <c:pt idx="98">
                <c:v>-1</c:v>
              </c:pt>
              <c:pt idx="99">
                <c:v>-1</c:v>
              </c:pt>
              <c:pt idx="100">
                <c:v>1</c:v>
              </c:pt>
              <c:pt idx="101">
                <c:v>1</c:v>
              </c:pt>
              <c:pt idx="102">
                <c:v>1</c:v>
              </c:pt>
              <c:pt idx="103">
                <c:v>1</c:v>
              </c:pt>
              <c:pt idx="104">
                <c:v>1</c:v>
              </c:pt>
              <c:pt idx="105">
                <c:v>1</c:v>
              </c:pt>
              <c:pt idx="106">
                <c:v>1</c:v>
              </c:pt>
              <c:pt idx="107">
                <c:v>1</c:v>
              </c:pt>
              <c:pt idx="108">
                <c:v>1</c:v>
              </c:pt>
              <c:pt idx="109">
                <c:v>1</c:v>
              </c:pt>
              <c:pt idx="110">
                <c:v>1</c:v>
              </c:pt>
              <c:pt idx="111">
                <c:v>1</c:v>
              </c:pt>
              <c:pt idx="112">
                <c:v>1</c:v>
              </c:pt>
              <c:pt idx="113">
                <c:v>1</c:v>
              </c:pt>
              <c:pt idx="114">
                <c:v>1</c:v>
              </c:pt>
              <c:pt idx="115">
                <c:v>1</c:v>
              </c:pt>
              <c:pt idx="116">
                <c:v>1</c:v>
              </c:pt>
              <c:pt idx="117">
                <c:v>1</c:v>
              </c:pt>
              <c:pt idx="118">
                <c:v>1</c:v>
              </c:pt>
              <c:pt idx="119">
                <c:v>1</c:v>
              </c:pt>
              <c:pt idx="120">
                <c:v>1</c:v>
              </c:pt>
              <c:pt idx="121">
                <c:v>1</c:v>
              </c:pt>
              <c:pt idx="122">
                <c:v>1</c:v>
              </c:pt>
              <c:pt idx="123">
                <c:v>1</c:v>
              </c:pt>
              <c:pt idx="124">
                <c:v>1</c:v>
              </c:pt>
              <c:pt idx="125">
                <c:v>1</c:v>
              </c:pt>
              <c:pt idx="126">
                <c:v>1</c:v>
              </c:pt>
              <c:pt idx="127">
                <c:v>1</c:v>
              </c:pt>
              <c:pt idx="128">
                <c:v>1</c:v>
              </c:pt>
              <c:pt idx="129">
                <c:v>1</c:v>
              </c:pt>
              <c:pt idx="130">
                <c:v>1</c:v>
              </c:pt>
              <c:pt idx="131">
                <c:v>1</c:v>
              </c:pt>
              <c:pt idx="132">
                <c:v>1</c:v>
              </c:pt>
              <c:pt idx="133">
                <c:v>1</c:v>
              </c:pt>
              <c:pt idx="134">
                <c:v>1</c:v>
              </c:pt>
              <c:pt idx="135">
                <c:v>1</c:v>
              </c:pt>
              <c:pt idx="136">
                <c:v>1</c:v>
              </c:pt>
              <c:pt idx="137">
                <c:v>1</c:v>
              </c:pt>
              <c:pt idx="138">
                <c:v>1</c:v>
              </c:pt>
              <c:pt idx="139">
                <c:v>1</c:v>
              </c:pt>
              <c:pt idx="140">
                <c:v>1</c:v>
              </c:pt>
              <c:pt idx="141">
                <c:v>1</c:v>
              </c:pt>
              <c:pt idx="142">
                <c:v>1</c:v>
              </c:pt>
              <c:pt idx="143">
                <c:v>1</c:v>
              </c:pt>
              <c:pt idx="144">
                <c:v>1</c:v>
              </c:pt>
              <c:pt idx="145">
                <c:v>1</c:v>
              </c:pt>
              <c:pt idx="146">
                <c:v>1</c:v>
              </c:pt>
              <c:pt idx="147">
                <c:v>1</c:v>
              </c:pt>
              <c:pt idx="148">
                <c:v>1</c:v>
              </c:pt>
              <c:pt idx="149">
                <c:v>1</c:v>
              </c:pt>
              <c:pt idx="150">
                <c:v>1</c:v>
              </c:pt>
              <c:pt idx="151">
                <c:v>1</c:v>
              </c:pt>
              <c:pt idx="152">
                <c:v>1</c:v>
              </c:pt>
              <c:pt idx="153">
                <c:v>1</c:v>
              </c:pt>
              <c:pt idx="154">
                <c:v>1</c:v>
              </c:pt>
              <c:pt idx="155">
                <c:v>1</c:v>
              </c:pt>
              <c:pt idx="156">
                <c:v>1</c:v>
              </c:pt>
              <c:pt idx="157">
                <c:v>1</c:v>
              </c:pt>
              <c:pt idx="158">
                <c:v>1</c:v>
              </c:pt>
              <c:pt idx="159">
                <c:v>1</c:v>
              </c:pt>
              <c:pt idx="160">
                <c:v>1</c:v>
              </c:pt>
              <c:pt idx="161">
                <c:v>1</c:v>
              </c:pt>
              <c:pt idx="162">
                <c:v>1</c:v>
              </c:pt>
              <c:pt idx="163">
                <c:v>1</c:v>
              </c:pt>
              <c:pt idx="164">
                <c:v>1</c:v>
              </c:pt>
              <c:pt idx="165">
                <c:v>1</c:v>
              </c:pt>
              <c:pt idx="166">
                <c:v>1</c:v>
              </c:pt>
              <c:pt idx="167">
                <c:v>1</c:v>
              </c:pt>
              <c:pt idx="168">
                <c:v>1</c:v>
              </c:pt>
              <c:pt idx="169">
                <c:v>1</c:v>
              </c:pt>
              <c:pt idx="170">
                <c:v>1</c:v>
              </c:pt>
              <c:pt idx="171">
                <c:v>1</c:v>
              </c:pt>
              <c:pt idx="172">
                <c:v>1</c:v>
              </c:pt>
              <c:pt idx="173">
                <c:v>1</c:v>
              </c:pt>
              <c:pt idx="174">
                <c:v>1</c:v>
              </c:pt>
              <c:pt idx="175">
                <c:v>1</c:v>
              </c:pt>
              <c:pt idx="176">
                <c:v>1</c:v>
              </c:pt>
              <c:pt idx="177">
                <c:v>1</c:v>
              </c:pt>
              <c:pt idx="178">
                <c:v>1</c:v>
              </c:pt>
              <c:pt idx="179">
                <c:v>1</c:v>
              </c:pt>
              <c:pt idx="180">
                <c:v>1</c:v>
              </c:pt>
              <c:pt idx="181">
                <c:v>1</c:v>
              </c:pt>
              <c:pt idx="182">
                <c:v>1</c:v>
              </c:pt>
              <c:pt idx="183">
                <c:v>1</c:v>
              </c:pt>
              <c:pt idx="184">
                <c:v>1</c:v>
              </c:pt>
              <c:pt idx="185">
                <c:v>1</c:v>
              </c:pt>
              <c:pt idx="186">
                <c:v>1</c:v>
              </c:pt>
              <c:pt idx="187">
                <c:v>1</c:v>
              </c:pt>
              <c:pt idx="188">
                <c:v>1</c:v>
              </c:pt>
              <c:pt idx="189">
                <c:v>1</c:v>
              </c:pt>
              <c:pt idx="190">
                <c:v>1</c:v>
              </c:pt>
              <c:pt idx="191">
                <c:v>1</c:v>
              </c:pt>
              <c:pt idx="192">
                <c:v>1</c:v>
              </c:pt>
              <c:pt idx="193">
                <c:v>1</c:v>
              </c:pt>
              <c:pt idx="194">
                <c:v>1</c:v>
              </c:pt>
              <c:pt idx="195">
                <c:v>1</c:v>
              </c:pt>
              <c:pt idx="196">
                <c:v>1</c:v>
              </c:pt>
              <c:pt idx="197">
                <c:v>1</c:v>
              </c:pt>
              <c:pt idx="198">
                <c:v>1</c:v>
              </c:pt>
              <c:pt idx="199">
                <c:v>1</c:v>
              </c:pt>
              <c:pt idx="200">
                <c:v>-1</c:v>
              </c:pt>
              <c:pt idx="201">
                <c:v>-1</c:v>
              </c:pt>
              <c:pt idx="202">
                <c:v>-1</c:v>
              </c:pt>
              <c:pt idx="203">
                <c:v>-1</c:v>
              </c:pt>
              <c:pt idx="204">
                <c:v>-1</c:v>
              </c:pt>
              <c:pt idx="205">
                <c:v>-1</c:v>
              </c:pt>
              <c:pt idx="206">
                <c:v>-1</c:v>
              </c:pt>
              <c:pt idx="207">
                <c:v>-1</c:v>
              </c:pt>
              <c:pt idx="208">
                <c:v>-1</c:v>
              </c:pt>
              <c:pt idx="209">
                <c:v>-1</c:v>
              </c:pt>
              <c:pt idx="210">
                <c:v>-1</c:v>
              </c:pt>
              <c:pt idx="211">
                <c:v>-1</c:v>
              </c:pt>
              <c:pt idx="212">
                <c:v>-1</c:v>
              </c:pt>
              <c:pt idx="213">
                <c:v>-1</c:v>
              </c:pt>
              <c:pt idx="214">
                <c:v>-1</c:v>
              </c:pt>
              <c:pt idx="215">
                <c:v>-1</c:v>
              </c:pt>
              <c:pt idx="216">
                <c:v>-1</c:v>
              </c:pt>
              <c:pt idx="217">
                <c:v>-1</c:v>
              </c:pt>
              <c:pt idx="218">
                <c:v>-1</c:v>
              </c:pt>
              <c:pt idx="219">
                <c:v>-1</c:v>
              </c:pt>
              <c:pt idx="220">
                <c:v>-1</c:v>
              </c:pt>
              <c:pt idx="221">
                <c:v>-1</c:v>
              </c:pt>
              <c:pt idx="222">
                <c:v>-1</c:v>
              </c:pt>
              <c:pt idx="223">
                <c:v>-1</c:v>
              </c:pt>
              <c:pt idx="224">
                <c:v>-1</c:v>
              </c:pt>
              <c:pt idx="225">
                <c:v>-1</c:v>
              </c:pt>
              <c:pt idx="226">
                <c:v>-1</c:v>
              </c:pt>
              <c:pt idx="227">
                <c:v>-1</c:v>
              </c:pt>
              <c:pt idx="228">
                <c:v>-1</c:v>
              </c:pt>
              <c:pt idx="229">
                <c:v>-1</c:v>
              </c:pt>
              <c:pt idx="230">
                <c:v>-1</c:v>
              </c:pt>
              <c:pt idx="231">
                <c:v>-1</c:v>
              </c:pt>
              <c:pt idx="232">
                <c:v>-1</c:v>
              </c:pt>
              <c:pt idx="233">
                <c:v>-1</c:v>
              </c:pt>
              <c:pt idx="234">
                <c:v>-1</c:v>
              </c:pt>
              <c:pt idx="235">
                <c:v>-1</c:v>
              </c:pt>
              <c:pt idx="236">
                <c:v>-1</c:v>
              </c:pt>
              <c:pt idx="237">
                <c:v>-1</c:v>
              </c:pt>
              <c:pt idx="238">
                <c:v>-1</c:v>
              </c:pt>
              <c:pt idx="239">
                <c:v>-1</c:v>
              </c:pt>
              <c:pt idx="240">
                <c:v>-1</c:v>
              </c:pt>
              <c:pt idx="241">
                <c:v>-1</c:v>
              </c:pt>
              <c:pt idx="242">
                <c:v>-1</c:v>
              </c:pt>
              <c:pt idx="243">
                <c:v>-1</c:v>
              </c:pt>
              <c:pt idx="244">
                <c:v>-1</c:v>
              </c:pt>
              <c:pt idx="245">
                <c:v>-1</c:v>
              </c:pt>
              <c:pt idx="246">
                <c:v>-1</c:v>
              </c:pt>
              <c:pt idx="247">
                <c:v>-1</c:v>
              </c:pt>
              <c:pt idx="248">
                <c:v>-1</c:v>
              </c:pt>
              <c:pt idx="249">
                <c:v>-1</c:v>
              </c:pt>
              <c:pt idx="250">
                <c:v>-1</c:v>
              </c:pt>
              <c:pt idx="251">
                <c:v>-1</c:v>
              </c:pt>
              <c:pt idx="252">
                <c:v>-1</c:v>
              </c:pt>
              <c:pt idx="253">
                <c:v>-1</c:v>
              </c:pt>
              <c:pt idx="254">
                <c:v>-1</c:v>
              </c:pt>
              <c:pt idx="255">
                <c:v>-1</c:v>
              </c:pt>
              <c:pt idx="256">
                <c:v>-1</c:v>
              </c:pt>
              <c:pt idx="257">
                <c:v>-1</c:v>
              </c:pt>
              <c:pt idx="258">
                <c:v>-1</c:v>
              </c:pt>
              <c:pt idx="259">
                <c:v>-1</c:v>
              </c:pt>
              <c:pt idx="260">
                <c:v>-1</c:v>
              </c:pt>
              <c:pt idx="261">
                <c:v>-1</c:v>
              </c:pt>
              <c:pt idx="262">
                <c:v>-1</c:v>
              </c:pt>
              <c:pt idx="263">
                <c:v>-1</c:v>
              </c:pt>
              <c:pt idx="264">
                <c:v>-1</c:v>
              </c:pt>
              <c:pt idx="265">
                <c:v>-1</c:v>
              </c:pt>
              <c:pt idx="266">
                <c:v>-1</c:v>
              </c:pt>
              <c:pt idx="267">
                <c:v>-1</c:v>
              </c:pt>
              <c:pt idx="268">
                <c:v>-1</c:v>
              </c:pt>
              <c:pt idx="269">
                <c:v>-1</c:v>
              </c:pt>
              <c:pt idx="270">
                <c:v>-1</c:v>
              </c:pt>
              <c:pt idx="271">
                <c:v>-1</c:v>
              </c:pt>
              <c:pt idx="272">
                <c:v>-1</c:v>
              </c:pt>
              <c:pt idx="273">
                <c:v>-1</c:v>
              </c:pt>
              <c:pt idx="274">
                <c:v>-1</c:v>
              </c:pt>
              <c:pt idx="275">
                <c:v>-1</c:v>
              </c:pt>
              <c:pt idx="276">
                <c:v>-1</c:v>
              </c:pt>
              <c:pt idx="277">
                <c:v>-1</c:v>
              </c:pt>
              <c:pt idx="278">
                <c:v>-1</c:v>
              </c:pt>
              <c:pt idx="279">
                <c:v>-1</c:v>
              </c:pt>
              <c:pt idx="280">
                <c:v>-1</c:v>
              </c:pt>
              <c:pt idx="281">
                <c:v>-1</c:v>
              </c:pt>
              <c:pt idx="282">
                <c:v>-1</c:v>
              </c:pt>
              <c:pt idx="283">
                <c:v>-1</c:v>
              </c:pt>
              <c:pt idx="284">
                <c:v>-1</c:v>
              </c:pt>
              <c:pt idx="285">
                <c:v>-1</c:v>
              </c:pt>
              <c:pt idx="286">
                <c:v>-1</c:v>
              </c:pt>
              <c:pt idx="287">
                <c:v>-1</c:v>
              </c:pt>
              <c:pt idx="288">
                <c:v>-1</c:v>
              </c:pt>
              <c:pt idx="289">
                <c:v>-1</c:v>
              </c:pt>
              <c:pt idx="290">
                <c:v>-1</c:v>
              </c:pt>
              <c:pt idx="291">
                <c:v>-1</c:v>
              </c:pt>
              <c:pt idx="292">
                <c:v>-1</c:v>
              </c:pt>
              <c:pt idx="293">
                <c:v>-1</c:v>
              </c:pt>
              <c:pt idx="294">
                <c:v>-1</c:v>
              </c:pt>
              <c:pt idx="295">
                <c:v>-1</c:v>
              </c:pt>
              <c:pt idx="296">
                <c:v>-1</c:v>
              </c:pt>
              <c:pt idx="297">
                <c:v>-1</c:v>
              </c:pt>
              <c:pt idx="298">
                <c:v>-1</c:v>
              </c:pt>
              <c:pt idx="299">
                <c:v>-1</c:v>
              </c:pt>
              <c:pt idx="300">
                <c:v>-1</c:v>
              </c:pt>
              <c:pt idx="301">
                <c:v>1</c:v>
              </c:pt>
              <c:pt idx="302">
                <c:v>1</c:v>
              </c:pt>
              <c:pt idx="303">
                <c:v>1</c:v>
              </c:pt>
              <c:pt idx="304">
                <c:v>1</c:v>
              </c:pt>
              <c:pt idx="305">
                <c:v>1</c:v>
              </c:pt>
              <c:pt idx="306">
                <c:v>1</c:v>
              </c:pt>
              <c:pt idx="307">
                <c:v>1</c:v>
              </c:pt>
              <c:pt idx="308">
                <c:v>1</c:v>
              </c:pt>
              <c:pt idx="309">
                <c:v>1</c:v>
              </c:pt>
              <c:pt idx="310">
                <c:v>1</c:v>
              </c:pt>
              <c:pt idx="311">
                <c:v>1</c:v>
              </c:pt>
              <c:pt idx="312">
                <c:v>1</c:v>
              </c:pt>
              <c:pt idx="313">
                <c:v>1</c:v>
              </c:pt>
              <c:pt idx="314">
                <c:v>1</c:v>
              </c:pt>
              <c:pt idx="315">
                <c:v>1</c:v>
              </c:pt>
              <c:pt idx="316">
                <c:v>1</c:v>
              </c:pt>
              <c:pt idx="317">
                <c:v>1</c:v>
              </c:pt>
              <c:pt idx="318">
                <c:v>1</c:v>
              </c:pt>
              <c:pt idx="319">
                <c:v>1</c:v>
              </c:pt>
              <c:pt idx="320">
                <c:v>1</c:v>
              </c:pt>
              <c:pt idx="321">
                <c:v>1</c:v>
              </c:pt>
              <c:pt idx="322">
                <c:v>1</c:v>
              </c:pt>
              <c:pt idx="323">
                <c:v>1</c:v>
              </c:pt>
              <c:pt idx="324">
                <c:v>1</c:v>
              </c:pt>
              <c:pt idx="325">
                <c:v>1</c:v>
              </c:pt>
              <c:pt idx="326">
                <c:v>1</c:v>
              </c:pt>
              <c:pt idx="327">
                <c:v>1</c:v>
              </c:pt>
              <c:pt idx="328">
                <c:v>1</c:v>
              </c:pt>
              <c:pt idx="329">
                <c:v>1</c:v>
              </c:pt>
              <c:pt idx="330">
                <c:v>1</c:v>
              </c:pt>
              <c:pt idx="331">
                <c:v>1</c:v>
              </c:pt>
              <c:pt idx="332">
                <c:v>1</c:v>
              </c:pt>
              <c:pt idx="333">
                <c:v>1</c:v>
              </c:pt>
              <c:pt idx="334">
                <c:v>1</c:v>
              </c:pt>
              <c:pt idx="335">
                <c:v>1</c:v>
              </c:pt>
              <c:pt idx="336">
                <c:v>1</c:v>
              </c:pt>
              <c:pt idx="337">
                <c:v>1</c:v>
              </c:pt>
              <c:pt idx="338">
                <c:v>1</c:v>
              </c:pt>
              <c:pt idx="339">
                <c:v>1</c:v>
              </c:pt>
              <c:pt idx="340">
                <c:v>1</c:v>
              </c:pt>
              <c:pt idx="341">
                <c:v>1</c:v>
              </c:pt>
              <c:pt idx="342">
                <c:v>1</c:v>
              </c:pt>
              <c:pt idx="343">
                <c:v>1</c:v>
              </c:pt>
              <c:pt idx="344">
                <c:v>1</c:v>
              </c:pt>
              <c:pt idx="345">
                <c:v>1</c:v>
              </c:pt>
              <c:pt idx="346">
                <c:v>1</c:v>
              </c:pt>
              <c:pt idx="347">
                <c:v>1</c:v>
              </c:pt>
              <c:pt idx="348">
                <c:v>1</c:v>
              </c:pt>
              <c:pt idx="349">
                <c:v>1</c:v>
              </c:pt>
              <c:pt idx="350">
                <c:v>1</c:v>
              </c:pt>
              <c:pt idx="351">
                <c:v>-1</c:v>
              </c:pt>
              <c:pt idx="352">
                <c:v>-1</c:v>
              </c:pt>
              <c:pt idx="353">
                <c:v>-1</c:v>
              </c:pt>
              <c:pt idx="354">
                <c:v>-1</c:v>
              </c:pt>
              <c:pt idx="355">
                <c:v>-1</c:v>
              </c:pt>
              <c:pt idx="356">
                <c:v>-1</c:v>
              </c:pt>
              <c:pt idx="357">
                <c:v>-1</c:v>
              </c:pt>
              <c:pt idx="358">
                <c:v>-1</c:v>
              </c:pt>
              <c:pt idx="359">
                <c:v>-1</c:v>
              </c:pt>
              <c:pt idx="360">
                <c:v>-1</c:v>
              </c:pt>
              <c:pt idx="361">
                <c:v>-1</c:v>
              </c:pt>
              <c:pt idx="362">
                <c:v>-1</c:v>
              </c:pt>
              <c:pt idx="363">
                <c:v>-1</c:v>
              </c:pt>
              <c:pt idx="364">
                <c:v>-1</c:v>
              </c:pt>
              <c:pt idx="365">
                <c:v>-1</c:v>
              </c:pt>
              <c:pt idx="366">
                <c:v>-1</c:v>
              </c:pt>
              <c:pt idx="367">
                <c:v>-1</c:v>
              </c:pt>
              <c:pt idx="368">
                <c:v>-1</c:v>
              </c:pt>
              <c:pt idx="369">
                <c:v>-1</c:v>
              </c:pt>
              <c:pt idx="370">
                <c:v>-1</c:v>
              </c:pt>
              <c:pt idx="371">
                <c:v>-1</c:v>
              </c:pt>
              <c:pt idx="372">
                <c:v>-1</c:v>
              </c:pt>
              <c:pt idx="373">
                <c:v>-1</c:v>
              </c:pt>
              <c:pt idx="374">
                <c:v>-1</c:v>
              </c:pt>
              <c:pt idx="375">
                <c:v>-1</c:v>
              </c:pt>
              <c:pt idx="376">
                <c:v>-1</c:v>
              </c:pt>
              <c:pt idx="377">
                <c:v>-1</c:v>
              </c:pt>
              <c:pt idx="378">
                <c:v>-1</c:v>
              </c:pt>
              <c:pt idx="379">
                <c:v>-1</c:v>
              </c:pt>
              <c:pt idx="380">
                <c:v>-1</c:v>
              </c:pt>
              <c:pt idx="381">
                <c:v>-1</c:v>
              </c:pt>
              <c:pt idx="382">
                <c:v>-1</c:v>
              </c:pt>
              <c:pt idx="383">
                <c:v>-1</c:v>
              </c:pt>
              <c:pt idx="384">
                <c:v>-1</c:v>
              </c:pt>
              <c:pt idx="385">
                <c:v>-1</c:v>
              </c:pt>
              <c:pt idx="386">
                <c:v>-1</c:v>
              </c:pt>
              <c:pt idx="387">
                <c:v>-1</c:v>
              </c:pt>
              <c:pt idx="388">
                <c:v>-1</c:v>
              </c:pt>
              <c:pt idx="389">
                <c:v>-1</c:v>
              </c:pt>
              <c:pt idx="390">
                <c:v>-1</c:v>
              </c:pt>
              <c:pt idx="391">
                <c:v>-1</c:v>
              </c:pt>
              <c:pt idx="392">
                <c:v>-1</c:v>
              </c:pt>
              <c:pt idx="393">
                <c:v>-1</c:v>
              </c:pt>
              <c:pt idx="394">
                <c:v>-1</c:v>
              </c:pt>
              <c:pt idx="395">
                <c:v>-1</c:v>
              </c:pt>
              <c:pt idx="396">
                <c:v>-1</c:v>
              </c:pt>
              <c:pt idx="397">
                <c:v>-1</c:v>
              </c:pt>
              <c:pt idx="398">
                <c:v>-1</c:v>
              </c:pt>
              <c:pt idx="399">
                <c:v>-1</c:v>
              </c:pt>
              <c:pt idx="400">
                <c:v>-1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BE7A-4C03-AF14-FBA77C19F0F2}"/>
            </c:ext>
          </c:extLst>
        </c:ser>
        <c:ser>
          <c:idx val="1"/>
          <c:order val="1"/>
          <c:tx>
            <c:v>Manchester</c:v>
          </c:tx>
          <c:spPr>
            <a:ln w="23813">
              <a:solidFill>
                <a:srgbClr val="167D9A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4</c:v>
              </c:pt>
              <c:pt idx="1">
                <c:v>4</c:v>
              </c:pt>
              <c:pt idx="2">
                <c:v>4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4</c:v>
              </c:pt>
              <c:pt idx="7">
                <c:v>4</c:v>
              </c:pt>
              <c:pt idx="8">
                <c:v>4</c:v>
              </c:pt>
              <c:pt idx="9">
                <c:v>4</c:v>
              </c:pt>
              <c:pt idx="10">
                <c:v>4</c:v>
              </c:pt>
              <c:pt idx="11">
                <c:v>4</c:v>
              </c:pt>
              <c:pt idx="12">
                <c:v>4</c:v>
              </c:pt>
              <c:pt idx="13">
                <c:v>4</c:v>
              </c:pt>
              <c:pt idx="14">
                <c:v>4</c:v>
              </c:pt>
              <c:pt idx="15">
                <c:v>4</c:v>
              </c:pt>
              <c:pt idx="16">
                <c:v>4</c:v>
              </c:pt>
              <c:pt idx="17">
                <c:v>4</c:v>
              </c:pt>
              <c:pt idx="18">
                <c:v>4</c:v>
              </c:pt>
              <c:pt idx="19">
                <c:v>4</c:v>
              </c:pt>
              <c:pt idx="20">
                <c:v>4</c:v>
              </c:pt>
              <c:pt idx="21">
                <c:v>4</c:v>
              </c:pt>
              <c:pt idx="22">
                <c:v>4</c:v>
              </c:pt>
              <c:pt idx="23">
                <c:v>4</c:v>
              </c:pt>
              <c:pt idx="24">
                <c:v>4</c:v>
              </c:pt>
              <c:pt idx="25">
                <c:v>2</c:v>
              </c:pt>
              <c:pt idx="26">
                <c:v>2</c:v>
              </c:pt>
              <c:pt idx="27">
                <c:v>2</c:v>
              </c:pt>
              <c:pt idx="28">
                <c:v>2</c:v>
              </c:pt>
              <c:pt idx="29">
                <c:v>2</c:v>
              </c:pt>
              <c:pt idx="30">
                <c:v>2</c:v>
              </c:pt>
              <c:pt idx="31">
                <c:v>2</c:v>
              </c:pt>
              <c:pt idx="32">
                <c:v>2</c:v>
              </c:pt>
              <c:pt idx="33">
                <c:v>2</c:v>
              </c:pt>
              <c:pt idx="34">
                <c:v>2</c:v>
              </c:pt>
              <c:pt idx="35">
                <c:v>2</c:v>
              </c:pt>
              <c:pt idx="36">
                <c:v>2</c:v>
              </c:pt>
              <c:pt idx="37">
                <c:v>2</c:v>
              </c:pt>
              <c:pt idx="38">
                <c:v>2</c:v>
              </c:pt>
              <c:pt idx="39">
                <c:v>2</c:v>
              </c:pt>
              <c:pt idx="40">
                <c:v>2</c:v>
              </c:pt>
              <c:pt idx="41">
                <c:v>2</c:v>
              </c:pt>
              <c:pt idx="42">
                <c:v>2</c:v>
              </c:pt>
              <c:pt idx="43">
                <c:v>2</c:v>
              </c:pt>
              <c:pt idx="44">
                <c:v>2</c:v>
              </c:pt>
              <c:pt idx="45">
                <c:v>2</c:v>
              </c:pt>
              <c:pt idx="46">
                <c:v>2</c:v>
              </c:pt>
              <c:pt idx="47">
                <c:v>2</c:v>
              </c:pt>
              <c:pt idx="48">
                <c:v>2</c:v>
              </c:pt>
              <c:pt idx="49">
                <c:v>2</c:v>
              </c:pt>
              <c:pt idx="50">
                <c:v>2</c:v>
              </c:pt>
              <c:pt idx="51">
                <c:v>2</c:v>
              </c:pt>
              <c:pt idx="52">
                <c:v>2</c:v>
              </c:pt>
              <c:pt idx="53">
                <c:v>2</c:v>
              </c:pt>
              <c:pt idx="54">
                <c:v>2</c:v>
              </c:pt>
              <c:pt idx="55">
                <c:v>2</c:v>
              </c:pt>
              <c:pt idx="56">
                <c:v>2</c:v>
              </c:pt>
              <c:pt idx="57">
                <c:v>2</c:v>
              </c:pt>
              <c:pt idx="58">
                <c:v>2</c:v>
              </c:pt>
              <c:pt idx="59">
                <c:v>2</c:v>
              </c:pt>
              <c:pt idx="60">
                <c:v>2</c:v>
              </c:pt>
              <c:pt idx="61">
                <c:v>2</c:v>
              </c:pt>
              <c:pt idx="62">
                <c:v>2</c:v>
              </c:pt>
              <c:pt idx="63">
                <c:v>2</c:v>
              </c:pt>
              <c:pt idx="64">
                <c:v>2</c:v>
              </c:pt>
              <c:pt idx="65">
                <c:v>2</c:v>
              </c:pt>
              <c:pt idx="66">
                <c:v>2</c:v>
              </c:pt>
              <c:pt idx="67">
                <c:v>2</c:v>
              </c:pt>
              <c:pt idx="68">
                <c:v>2</c:v>
              </c:pt>
              <c:pt idx="69">
                <c:v>2</c:v>
              </c:pt>
              <c:pt idx="70">
                <c:v>2</c:v>
              </c:pt>
              <c:pt idx="71">
                <c:v>2</c:v>
              </c:pt>
              <c:pt idx="72">
                <c:v>2</c:v>
              </c:pt>
              <c:pt idx="73">
                <c:v>2</c:v>
              </c:pt>
              <c:pt idx="74">
                <c:v>2</c:v>
              </c:pt>
              <c:pt idx="75">
                <c:v>4</c:v>
              </c:pt>
              <c:pt idx="76">
                <c:v>4</c:v>
              </c:pt>
              <c:pt idx="77">
                <c:v>4</c:v>
              </c:pt>
              <c:pt idx="78">
                <c:v>4</c:v>
              </c:pt>
              <c:pt idx="79">
                <c:v>4</c:v>
              </c:pt>
              <c:pt idx="80">
                <c:v>4</c:v>
              </c:pt>
              <c:pt idx="81">
                <c:v>4</c:v>
              </c:pt>
              <c:pt idx="82">
                <c:v>4</c:v>
              </c:pt>
              <c:pt idx="83">
                <c:v>4</c:v>
              </c:pt>
              <c:pt idx="84">
                <c:v>4</c:v>
              </c:pt>
              <c:pt idx="85">
                <c:v>4</c:v>
              </c:pt>
              <c:pt idx="86">
                <c:v>4</c:v>
              </c:pt>
              <c:pt idx="87">
                <c:v>4</c:v>
              </c:pt>
              <c:pt idx="88">
                <c:v>4</c:v>
              </c:pt>
              <c:pt idx="89">
                <c:v>4</c:v>
              </c:pt>
              <c:pt idx="90">
                <c:v>4</c:v>
              </c:pt>
              <c:pt idx="91">
                <c:v>4</c:v>
              </c:pt>
              <c:pt idx="92">
                <c:v>4</c:v>
              </c:pt>
              <c:pt idx="93">
                <c:v>4</c:v>
              </c:pt>
              <c:pt idx="94">
                <c:v>4</c:v>
              </c:pt>
              <c:pt idx="95">
                <c:v>4</c:v>
              </c:pt>
              <c:pt idx="96">
                <c:v>4</c:v>
              </c:pt>
              <c:pt idx="97">
                <c:v>4</c:v>
              </c:pt>
              <c:pt idx="98">
                <c:v>4</c:v>
              </c:pt>
              <c:pt idx="99">
                <c:v>4</c:v>
              </c:pt>
              <c:pt idx="100">
                <c:v>4</c:v>
              </c:pt>
              <c:pt idx="101">
                <c:v>4</c:v>
              </c:pt>
              <c:pt idx="102">
                <c:v>4</c:v>
              </c:pt>
              <c:pt idx="103">
                <c:v>4</c:v>
              </c:pt>
              <c:pt idx="104">
                <c:v>4</c:v>
              </c:pt>
              <c:pt idx="105">
                <c:v>4</c:v>
              </c:pt>
              <c:pt idx="106">
                <c:v>4</c:v>
              </c:pt>
              <c:pt idx="107">
                <c:v>4</c:v>
              </c:pt>
              <c:pt idx="108">
                <c:v>4</c:v>
              </c:pt>
              <c:pt idx="109">
                <c:v>4</c:v>
              </c:pt>
              <c:pt idx="110">
                <c:v>4</c:v>
              </c:pt>
              <c:pt idx="111">
                <c:v>4</c:v>
              </c:pt>
              <c:pt idx="112">
                <c:v>4</c:v>
              </c:pt>
              <c:pt idx="113">
                <c:v>4</c:v>
              </c:pt>
              <c:pt idx="114">
                <c:v>4</c:v>
              </c:pt>
              <c:pt idx="115">
                <c:v>4</c:v>
              </c:pt>
              <c:pt idx="116">
                <c:v>4</c:v>
              </c:pt>
              <c:pt idx="117">
                <c:v>4</c:v>
              </c:pt>
              <c:pt idx="118">
                <c:v>4</c:v>
              </c:pt>
              <c:pt idx="119">
                <c:v>4</c:v>
              </c:pt>
              <c:pt idx="120">
                <c:v>4</c:v>
              </c:pt>
              <c:pt idx="121">
                <c:v>4</c:v>
              </c:pt>
              <c:pt idx="122">
                <c:v>4</c:v>
              </c:pt>
              <c:pt idx="123">
                <c:v>4</c:v>
              </c:pt>
              <c:pt idx="124">
                <c:v>4</c:v>
              </c:pt>
              <c:pt idx="125">
                <c:v>2</c:v>
              </c:pt>
              <c:pt idx="126">
                <c:v>2</c:v>
              </c:pt>
              <c:pt idx="127">
                <c:v>2</c:v>
              </c:pt>
              <c:pt idx="128">
                <c:v>2</c:v>
              </c:pt>
              <c:pt idx="129">
                <c:v>2</c:v>
              </c:pt>
              <c:pt idx="130">
                <c:v>2</c:v>
              </c:pt>
              <c:pt idx="131">
                <c:v>2</c:v>
              </c:pt>
              <c:pt idx="132">
                <c:v>2</c:v>
              </c:pt>
              <c:pt idx="133">
                <c:v>2</c:v>
              </c:pt>
              <c:pt idx="134">
                <c:v>2</c:v>
              </c:pt>
              <c:pt idx="135">
                <c:v>2</c:v>
              </c:pt>
              <c:pt idx="136">
                <c:v>2</c:v>
              </c:pt>
              <c:pt idx="137">
                <c:v>2</c:v>
              </c:pt>
              <c:pt idx="138">
                <c:v>2</c:v>
              </c:pt>
              <c:pt idx="139">
                <c:v>2</c:v>
              </c:pt>
              <c:pt idx="140">
                <c:v>2</c:v>
              </c:pt>
              <c:pt idx="141">
                <c:v>2</c:v>
              </c:pt>
              <c:pt idx="142">
                <c:v>2</c:v>
              </c:pt>
              <c:pt idx="143">
                <c:v>2</c:v>
              </c:pt>
              <c:pt idx="144">
                <c:v>2</c:v>
              </c:pt>
              <c:pt idx="145">
                <c:v>2</c:v>
              </c:pt>
              <c:pt idx="146">
                <c:v>2</c:v>
              </c:pt>
              <c:pt idx="147">
                <c:v>2</c:v>
              </c:pt>
              <c:pt idx="148">
                <c:v>2</c:v>
              </c:pt>
              <c:pt idx="149">
                <c:v>2</c:v>
              </c:pt>
              <c:pt idx="150">
                <c:v>4</c:v>
              </c:pt>
              <c:pt idx="151">
                <c:v>4</c:v>
              </c:pt>
              <c:pt idx="152">
                <c:v>4</c:v>
              </c:pt>
              <c:pt idx="153">
                <c:v>4</c:v>
              </c:pt>
              <c:pt idx="154">
                <c:v>4</c:v>
              </c:pt>
              <c:pt idx="155">
                <c:v>4</c:v>
              </c:pt>
              <c:pt idx="156">
                <c:v>4</c:v>
              </c:pt>
              <c:pt idx="157">
                <c:v>4</c:v>
              </c:pt>
              <c:pt idx="158">
                <c:v>4</c:v>
              </c:pt>
              <c:pt idx="159">
                <c:v>4</c:v>
              </c:pt>
              <c:pt idx="160">
                <c:v>4</c:v>
              </c:pt>
              <c:pt idx="161">
                <c:v>4</c:v>
              </c:pt>
              <c:pt idx="162">
                <c:v>4</c:v>
              </c:pt>
              <c:pt idx="163">
                <c:v>4</c:v>
              </c:pt>
              <c:pt idx="164">
                <c:v>4</c:v>
              </c:pt>
              <c:pt idx="165">
                <c:v>4</c:v>
              </c:pt>
              <c:pt idx="166">
                <c:v>4</c:v>
              </c:pt>
              <c:pt idx="167">
                <c:v>4</c:v>
              </c:pt>
              <c:pt idx="168">
                <c:v>4</c:v>
              </c:pt>
              <c:pt idx="169">
                <c:v>4</c:v>
              </c:pt>
              <c:pt idx="170">
                <c:v>4</c:v>
              </c:pt>
              <c:pt idx="171">
                <c:v>4</c:v>
              </c:pt>
              <c:pt idx="172">
                <c:v>4</c:v>
              </c:pt>
              <c:pt idx="173">
                <c:v>4</c:v>
              </c:pt>
              <c:pt idx="174">
                <c:v>4</c:v>
              </c:pt>
              <c:pt idx="175">
                <c:v>2</c:v>
              </c:pt>
              <c:pt idx="176">
                <c:v>2</c:v>
              </c:pt>
              <c:pt idx="177">
                <c:v>2</c:v>
              </c:pt>
              <c:pt idx="178">
                <c:v>2</c:v>
              </c:pt>
              <c:pt idx="179">
                <c:v>2</c:v>
              </c:pt>
              <c:pt idx="180">
                <c:v>2</c:v>
              </c:pt>
              <c:pt idx="181">
                <c:v>2</c:v>
              </c:pt>
              <c:pt idx="182">
                <c:v>2</c:v>
              </c:pt>
              <c:pt idx="183">
                <c:v>2</c:v>
              </c:pt>
              <c:pt idx="184">
                <c:v>2</c:v>
              </c:pt>
              <c:pt idx="185">
                <c:v>2</c:v>
              </c:pt>
              <c:pt idx="186">
                <c:v>2</c:v>
              </c:pt>
              <c:pt idx="187">
                <c:v>2</c:v>
              </c:pt>
              <c:pt idx="188">
                <c:v>2</c:v>
              </c:pt>
              <c:pt idx="189">
                <c:v>2</c:v>
              </c:pt>
              <c:pt idx="190">
                <c:v>2</c:v>
              </c:pt>
              <c:pt idx="191">
                <c:v>2</c:v>
              </c:pt>
              <c:pt idx="192">
                <c:v>2</c:v>
              </c:pt>
              <c:pt idx="193">
                <c:v>2</c:v>
              </c:pt>
              <c:pt idx="194">
                <c:v>2</c:v>
              </c:pt>
              <c:pt idx="195">
                <c:v>2</c:v>
              </c:pt>
              <c:pt idx="196">
                <c:v>2</c:v>
              </c:pt>
              <c:pt idx="197">
                <c:v>2</c:v>
              </c:pt>
              <c:pt idx="198">
                <c:v>2</c:v>
              </c:pt>
              <c:pt idx="199">
                <c:v>2</c:v>
              </c:pt>
              <c:pt idx="200">
                <c:v>2</c:v>
              </c:pt>
              <c:pt idx="201">
                <c:v>2</c:v>
              </c:pt>
              <c:pt idx="202">
                <c:v>2</c:v>
              </c:pt>
              <c:pt idx="203">
                <c:v>2</c:v>
              </c:pt>
              <c:pt idx="204">
                <c:v>2</c:v>
              </c:pt>
              <c:pt idx="205">
                <c:v>2</c:v>
              </c:pt>
              <c:pt idx="206">
                <c:v>2</c:v>
              </c:pt>
              <c:pt idx="207">
                <c:v>2</c:v>
              </c:pt>
              <c:pt idx="208">
                <c:v>2</c:v>
              </c:pt>
              <c:pt idx="209">
                <c:v>2</c:v>
              </c:pt>
              <c:pt idx="210">
                <c:v>2</c:v>
              </c:pt>
              <c:pt idx="211">
                <c:v>2</c:v>
              </c:pt>
              <c:pt idx="212">
                <c:v>2</c:v>
              </c:pt>
              <c:pt idx="213">
                <c:v>2</c:v>
              </c:pt>
              <c:pt idx="214">
                <c:v>2</c:v>
              </c:pt>
              <c:pt idx="215">
                <c:v>2</c:v>
              </c:pt>
              <c:pt idx="216">
                <c:v>2</c:v>
              </c:pt>
              <c:pt idx="217">
                <c:v>2</c:v>
              </c:pt>
              <c:pt idx="218">
                <c:v>2</c:v>
              </c:pt>
              <c:pt idx="219">
                <c:v>2</c:v>
              </c:pt>
              <c:pt idx="220">
                <c:v>2</c:v>
              </c:pt>
              <c:pt idx="221">
                <c:v>2</c:v>
              </c:pt>
              <c:pt idx="222">
                <c:v>2</c:v>
              </c:pt>
              <c:pt idx="223">
                <c:v>2</c:v>
              </c:pt>
              <c:pt idx="224">
                <c:v>2</c:v>
              </c:pt>
              <c:pt idx="225">
                <c:v>2</c:v>
              </c:pt>
              <c:pt idx="226">
                <c:v>4</c:v>
              </c:pt>
              <c:pt idx="227">
                <c:v>4</c:v>
              </c:pt>
              <c:pt idx="228">
                <c:v>4</c:v>
              </c:pt>
              <c:pt idx="229">
                <c:v>4</c:v>
              </c:pt>
              <c:pt idx="230">
                <c:v>4</c:v>
              </c:pt>
              <c:pt idx="231">
                <c:v>4</c:v>
              </c:pt>
              <c:pt idx="232">
                <c:v>4</c:v>
              </c:pt>
              <c:pt idx="233">
                <c:v>4</c:v>
              </c:pt>
              <c:pt idx="234">
                <c:v>4</c:v>
              </c:pt>
              <c:pt idx="235">
                <c:v>4</c:v>
              </c:pt>
              <c:pt idx="236">
                <c:v>4</c:v>
              </c:pt>
              <c:pt idx="237">
                <c:v>4</c:v>
              </c:pt>
              <c:pt idx="238">
                <c:v>4</c:v>
              </c:pt>
              <c:pt idx="239">
                <c:v>4</c:v>
              </c:pt>
              <c:pt idx="240">
                <c:v>4</c:v>
              </c:pt>
              <c:pt idx="241">
                <c:v>4</c:v>
              </c:pt>
              <c:pt idx="242">
                <c:v>4</c:v>
              </c:pt>
              <c:pt idx="243">
                <c:v>4</c:v>
              </c:pt>
              <c:pt idx="244">
                <c:v>4</c:v>
              </c:pt>
              <c:pt idx="245">
                <c:v>4</c:v>
              </c:pt>
              <c:pt idx="246">
                <c:v>4</c:v>
              </c:pt>
              <c:pt idx="247">
                <c:v>4</c:v>
              </c:pt>
              <c:pt idx="248">
                <c:v>4</c:v>
              </c:pt>
              <c:pt idx="249">
                <c:v>4</c:v>
              </c:pt>
              <c:pt idx="250">
                <c:v>4</c:v>
              </c:pt>
              <c:pt idx="251">
                <c:v>2</c:v>
              </c:pt>
              <c:pt idx="252">
                <c:v>2</c:v>
              </c:pt>
              <c:pt idx="253">
                <c:v>2</c:v>
              </c:pt>
              <c:pt idx="254">
                <c:v>2</c:v>
              </c:pt>
              <c:pt idx="255">
                <c:v>2</c:v>
              </c:pt>
              <c:pt idx="256">
                <c:v>2</c:v>
              </c:pt>
              <c:pt idx="257">
                <c:v>2</c:v>
              </c:pt>
              <c:pt idx="258">
                <c:v>2</c:v>
              </c:pt>
              <c:pt idx="259">
                <c:v>2</c:v>
              </c:pt>
              <c:pt idx="260">
                <c:v>2</c:v>
              </c:pt>
              <c:pt idx="261">
                <c:v>2</c:v>
              </c:pt>
              <c:pt idx="262">
                <c:v>2</c:v>
              </c:pt>
              <c:pt idx="263">
                <c:v>2</c:v>
              </c:pt>
              <c:pt idx="264">
                <c:v>2</c:v>
              </c:pt>
              <c:pt idx="265">
                <c:v>2</c:v>
              </c:pt>
              <c:pt idx="266">
                <c:v>2</c:v>
              </c:pt>
              <c:pt idx="267">
                <c:v>2</c:v>
              </c:pt>
              <c:pt idx="268">
                <c:v>2</c:v>
              </c:pt>
              <c:pt idx="269">
                <c:v>2</c:v>
              </c:pt>
              <c:pt idx="270">
                <c:v>2</c:v>
              </c:pt>
              <c:pt idx="271">
                <c:v>2</c:v>
              </c:pt>
              <c:pt idx="272">
                <c:v>2</c:v>
              </c:pt>
              <c:pt idx="273">
                <c:v>2</c:v>
              </c:pt>
              <c:pt idx="274">
                <c:v>2</c:v>
              </c:pt>
              <c:pt idx="275">
                <c:v>2</c:v>
              </c:pt>
              <c:pt idx="276">
                <c:v>4</c:v>
              </c:pt>
              <c:pt idx="277">
                <c:v>4</c:v>
              </c:pt>
              <c:pt idx="278">
                <c:v>4</c:v>
              </c:pt>
              <c:pt idx="279">
                <c:v>4</c:v>
              </c:pt>
              <c:pt idx="280">
                <c:v>4</c:v>
              </c:pt>
              <c:pt idx="281">
                <c:v>4</c:v>
              </c:pt>
              <c:pt idx="282">
                <c:v>4</c:v>
              </c:pt>
              <c:pt idx="283">
                <c:v>4</c:v>
              </c:pt>
              <c:pt idx="284">
                <c:v>4</c:v>
              </c:pt>
              <c:pt idx="285">
                <c:v>4</c:v>
              </c:pt>
              <c:pt idx="286">
                <c:v>4</c:v>
              </c:pt>
              <c:pt idx="287">
                <c:v>4</c:v>
              </c:pt>
              <c:pt idx="288">
                <c:v>4</c:v>
              </c:pt>
              <c:pt idx="289">
                <c:v>4</c:v>
              </c:pt>
              <c:pt idx="290">
                <c:v>4</c:v>
              </c:pt>
              <c:pt idx="291">
                <c:v>4</c:v>
              </c:pt>
              <c:pt idx="292">
                <c:v>4</c:v>
              </c:pt>
              <c:pt idx="293">
                <c:v>4</c:v>
              </c:pt>
              <c:pt idx="294">
                <c:v>4</c:v>
              </c:pt>
              <c:pt idx="295">
                <c:v>4</c:v>
              </c:pt>
              <c:pt idx="296">
                <c:v>4</c:v>
              </c:pt>
              <c:pt idx="297">
                <c:v>4</c:v>
              </c:pt>
              <c:pt idx="298">
                <c:v>4</c:v>
              </c:pt>
              <c:pt idx="299">
                <c:v>4</c:v>
              </c:pt>
              <c:pt idx="300">
                <c:v>4</c:v>
              </c:pt>
              <c:pt idx="301">
                <c:v>4</c:v>
              </c:pt>
              <c:pt idx="302">
                <c:v>4</c:v>
              </c:pt>
              <c:pt idx="303">
                <c:v>4</c:v>
              </c:pt>
              <c:pt idx="304">
                <c:v>4</c:v>
              </c:pt>
              <c:pt idx="305">
                <c:v>4</c:v>
              </c:pt>
              <c:pt idx="306">
                <c:v>4</c:v>
              </c:pt>
              <c:pt idx="307">
                <c:v>4</c:v>
              </c:pt>
              <c:pt idx="308">
                <c:v>4</c:v>
              </c:pt>
              <c:pt idx="309">
                <c:v>4</c:v>
              </c:pt>
              <c:pt idx="310">
                <c:v>4</c:v>
              </c:pt>
              <c:pt idx="311">
                <c:v>4</c:v>
              </c:pt>
              <c:pt idx="312">
                <c:v>4</c:v>
              </c:pt>
              <c:pt idx="313">
                <c:v>4</c:v>
              </c:pt>
              <c:pt idx="314">
                <c:v>4</c:v>
              </c:pt>
              <c:pt idx="315">
                <c:v>4</c:v>
              </c:pt>
              <c:pt idx="316">
                <c:v>4</c:v>
              </c:pt>
              <c:pt idx="317">
                <c:v>4</c:v>
              </c:pt>
              <c:pt idx="318">
                <c:v>4</c:v>
              </c:pt>
              <c:pt idx="319">
                <c:v>4</c:v>
              </c:pt>
              <c:pt idx="320">
                <c:v>4</c:v>
              </c:pt>
              <c:pt idx="321">
                <c:v>4</c:v>
              </c:pt>
              <c:pt idx="322">
                <c:v>4</c:v>
              </c:pt>
              <c:pt idx="323">
                <c:v>4</c:v>
              </c:pt>
              <c:pt idx="324">
                <c:v>4</c:v>
              </c:pt>
              <c:pt idx="325">
                <c:v>4</c:v>
              </c:pt>
              <c:pt idx="326">
                <c:v>2</c:v>
              </c:pt>
              <c:pt idx="327">
                <c:v>2</c:v>
              </c:pt>
              <c:pt idx="328">
                <c:v>2</c:v>
              </c:pt>
              <c:pt idx="329">
                <c:v>2</c:v>
              </c:pt>
              <c:pt idx="330">
                <c:v>2</c:v>
              </c:pt>
              <c:pt idx="331">
                <c:v>2</c:v>
              </c:pt>
              <c:pt idx="332">
                <c:v>2</c:v>
              </c:pt>
              <c:pt idx="333">
                <c:v>2</c:v>
              </c:pt>
              <c:pt idx="334">
                <c:v>2</c:v>
              </c:pt>
              <c:pt idx="335">
                <c:v>2</c:v>
              </c:pt>
              <c:pt idx="336">
                <c:v>2</c:v>
              </c:pt>
              <c:pt idx="337">
                <c:v>2</c:v>
              </c:pt>
              <c:pt idx="338">
                <c:v>2</c:v>
              </c:pt>
              <c:pt idx="339">
                <c:v>2</c:v>
              </c:pt>
              <c:pt idx="340">
                <c:v>2</c:v>
              </c:pt>
              <c:pt idx="341">
                <c:v>2</c:v>
              </c:pt>
              <c:pt idx="342">
                <c:v>2</c:v>
              </c:pt>
              <c:pt idx="343">
                <c:v>2</c:v>
              </c:pt>
              <c:pt idx="344">
                <c:v>2</c:v>
              </c:pt>
              <c:pt idx="345">
                <c:v>2</c:v>
              </c:pt>
              <c:pt idx="346">
                <c:v>2</c:v>
              </c:pt>
              <c:pt idx="347">
                <c:v>2</c:v>
              </c:pt>
              <c:pt idx="348">
                <c:v>2</c:v>
              </c:pt>
              <c:pt idx="349">
                <c:v>2</c:v>
              </c:pt>
              <c:pt idx="350">
                <c:v>2</c:v>
              </c:pt>
              <c:pt idx="351">
                <c:v>2</c:v>
              </c:pt>
              <c:pt idx="352">
                <c:v>2</c:v>
              </c:pt>
              <c:pt idx="353">
                <c:v>2</c:v>
              </c:pt>
              <c:pt idx="354">
                <c:v>2</c:v>
              </c:pt>
              <c:pt idx="355">
                <c:v>2</c:v>
              </c:pt>
              <c:pt idx="356">
                <c:v>2</c:v>
              </c:pt>
              <c:pt idx="357">
                <c:v>2</c:v>
              </c:pt>
              <c:pt idx="358">
                <c:v>2</c:v>
              </c:pt>
              <c:pt idx="359">
                <c:v>2</c:v>
              </c:pt>
              <c:pt idx="360">
                <c:v>2</c:v>
              </c:pt>
              <c:pt idx="361">
                <c:v>2</c:v>
              </c:pt>
              <c:pt idx="362">
                <c:v>2</c:v>
              </c:pt>
              <c:pt idx="363">
                <c:v>2</c:v>
              </c:pt>
              <c:pt idx="364">
                <c:v>2</c:v>
              </c:pt>
              <c:pt idx="365">
                <c:v>2</c:v>
              </c:pt>
              <c:pt idx="366">
                <c:v>2</c:v>
              </c:pt>
              <c:pt idx="367">
                <c:v>2</c:v>
              </c:pt>
              <c:pt idx="368">
                <c:v>2</c:v>
              </c:pt>
              <c:pt idx="369">
                <c:v>2</c:v>
              </c:pt>
              <c:pt idx="370">
                <c:v>2</c:v>
              </c:pt>
              <c:pt idx="371">
                <c:v>2</c:v>
              </c:pt>
              <c:pt idx="372">
                <c:v>2</c:v>
              </c:pt>
              <c:pt idx="373">
                <c:v>2</c:v>
              </c:pt>
              <c:pt idx="374">
                <c:v>2</c:v>
              </c:pt>
              <c:pt idx="375">
                <c:v>2</c:v>
              </c:pt>
              <c:pt idx="376">
                <c:v>4</c:v>
              </c:pt>
              <c:pt idx="377">
                <c:v>4</c:v>
              </c:pt>
              <c:pt idx="378">
                <c:v>4</c:v>
              </c:pt>
              <c:pt idx="379">
                <c:v>4</c:v>
              </c:pt>
              <c:pt idx="380">
                <c:v>4</c:v>
              </c:pt>
              <c:pt idx="381">
                <c:v>4</c:v>
              </c:pt>
              <c:pt idx="382">
                <c:v>4</c:v>
              </c:pt>
              <c:pt idx="383">
                <c:v>4</c:v>
              </c:pt>
              <c:pt idx="384">
                <c:v>4</c:v>
              </c:pt>
              <c:pt idx="385">
                <c:v>4</c:v>
              </c:pt>
              <c:pt idx="386">
                <c:v>4</c:v>
              </c:pt>
              <c:pt idx="387">
                <c:v>4</c:v>
              </c:pt>
              <c:pt idx="388">
                <c:v>4</c:v>
              </c:pt>
              <c:pt idx="389">
                <c:v>4</c:v>
              </c:pt>
              <c:pt idx="390">
                <c:v>4</c:v>
              </c:pt>
              <c:pt idx="391">
                <c:v>4</c:v>
              </c:pt>
              <c:pt idx="392">
                <c:v>4</c:v>
              </c:pt>
              <c:pt idx="393">
                <c:v>4</c:v>
              </c:pt>
              <c:pt idx="394">
                <c:v>4</c:v>
              </c:pt>
              <c:pt idx="395">
                <c:v>4</c:v>
              </c:pt>
              <c:pt idx="396">
                <c:v>4</c:v>
              </c:pt>
              <c:pt idx="397">
                <c:v>4</c:v>
              </c:pt>
              <c:pt idx="398">
                <c:v>4</c:v>
              </c:pt>
              <c:pt idx="399">
                <c:v>4</c:v>
              </c:pt>
              <c:pt idx="400">
                <c:v>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BE7A-4C03-AF14-FBA77C19F0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.5"/>
          <c:min val="-1.5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Time (bit intervals)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252525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NRZ-M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NRZ-M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-1</c:v>
              </c:pt>
              <c:pt idx="1">
                <c:v>-1</c:v>
              </c:pt>
              <c:pt idx="2">
                <c:v>-1</c:v>
              </c:pt>
              <c:pt idx="3">
                <c:v>-1</c:v>
              </c:pt>
              <c:pt idx="4">
                <c:v>-1</c:v>
              </c:pt>
              <c:pt idx="5">
                <c:v>-1</c:v>
              </c:pt>
              <c:pt idx="6">
                <c:v>-1</c:v>
              </c:pt>
              <c:pt idx="7">
                <c:v>-1</c:v>
              </c:pt>
              <c:pt idx="8">
                <c:v>-1</c:v>
              </c:pt>
              <c:pt idx="9">
                <c:v>-1</c:v>
              </c:pt>
              <c:pt idx="10">
                <c:v>-1</c:v>
              </c:pt>
              <c:pt idx="11">
                <c:v>-1</c:v>
              </c:pt>
              <c:pt idx="12">
                <c:v>-1</c:v>
              </c:pt>
              <c:pt idx="13">
                <c:v>-1</c:v>
              </c:pt>
              <c:pt idx="14">
                <c:v>-1</c:v>
              </c:pt>
              <c:pt idx="15">
                <c:v>-1</c:v>
              </c:pt>
              <c:pt idx="16">
                <c:v>-1</c:v>
              </c:pt>
              <c:pt idx="17">
                <c:v>-1</c:v>
              </c:pt>
              <c:pt idx="18">
                <c:v>-1</c:v>
              </c:pt>
              <c:pt idx="19">
                <c:v>-1</c:v>
              </c:pt>
              <c:pt idx="20">
                <c:v>-1</c:v>
              </c:pt>
              <c:pt idx="21">
                <c:v>-1</c:v>
              </c:pt>
              <c:pt idx="22">
                <c:v>-1</c:v>
              </c:pt>
              <c:pt idx="23">
                <c:v>-1</c:v>
              </c:pt>
              <c:pt idx="24">
                <c:v>-1</c:v>
              </c:pt>
              <c:pt idx="25">
                <c:v>-1</c:v>
              </c:pt>
              <c:pt idx="26">
                <c:v>-1</c:v>
              </c:pt>
              <c:pt idx="27">
                <c:v>-1</c:v>
              </c:pt>
              <c:pt idx="28">
                <c:v>-1</c:v>
              </c:pt>
              <c:pt idx="29">
                <c:v>-1</c:v>
              </c:pt>
              <c:pt idx="30">
                <c:v>-1</c:v>
              </c:pt>
              <c:pt idx="31">
                <c:v>-1</c:v>
              </c:pt>
              <c:pt idx="32">
                <c:v>-1</c:v>
              </c:pt>
              <c:pt idx="33">
                <c:v>-1</c:v>
              </c:pt>
              <c:pt idx="34">
                <c:v>-1</c:v>
              </c:pt>
              <c:pt idx="35">
                <c:v>-1</c:v>
              </c:pt>
              <c:pt idx="36">
                <c:v>-1</c:v>
              </c:pt>
              <c:pt idx="37">
                <c:v>-1</c:v>
              </c:pt>
              <c:pt idx="38">
                <c:v>-1</c:v>
              </c:pt>
              <c:pt idx="39">
                <c:v>-1</c:v>
              </c:pt>
              <c:pt idx="40">
                <c:v>-1</c:v>
              </c:pt>
              <c:pt idx="41">
                <c:v>-1</c:v>
              </c:pt>
              <c:pt idx="42">
                <c:v>-1</c:v>
              </c:pt>
              <c:pt idx="43">
                <c:v>-1</c:v>
              </c:pt>
              <c:pt idx="44">
                <c:v>-1</c:v>
              </c:pt>
              <c:pt idx="45">
                <c:v>-1</c:v>
              </c:pt>
              <c:pt idx="46">
                <c:v>-1</c:v>
              </c:pt>
              <c:pt idx="47">
                <c:v>-1</c:v>
              </c:pt>
              <c:pt idx="48">
                <c:v>-1</c:v>
              </c:pt>
              <c:pt idx="49">
                <c:v>-1</c:v>
              </c:pt>
              <c:pt idx="50">
                <c:v>-1</c:v>
              </c:pt>
              <c:pt idx="51">
                <c:v>-1</c:v>
              </c:pt>
              <c:pt idx="52">
                <c:v>-1</c:v>
              </c:pt>
              <c:pt idx="53">
                <c:v>-1</c:v>
              </c:pt>
              <c:pt idx="54">
                <c:v>-1</c:v>
              </c:pt>
              <c:pt idx="55">
                <c:v>-1</c:v>
              </c:pt>
              <c:pt idx="56">
                <c:v>-1</c:v>
              </c:pt>
              <c:pt idx="57">
                <c:v>-1</c:v>
              </c:pt>
              <c:pt idx="58">
                <c:v>-1</c:v>
              </c:pt>
              <c:pt idx="59">
                <c:v>-1</c:v>
              </c:pt>
              <c:pt idx="60">
                <c:v>-1</c:v>
              </c:pt>
              <c:pt idx="61">
                <c:v>-1</c:v>
              </c:pt>
              <c:pt idx="62">
                <c:v>-1</c:v>
              </c:pt>
              <c:pt idx="63">
                <c:v>-1</c:v>
              </c:pt>
              <c:pt idx="64">
                <c:v>-1</c:v>
              </c:pt>
              <c:pt idx="65">
                <c:v>-1</c:v>
              </c:pt>
              <c:pt idx="66">
                <c:v>-1</c:v>
              </c:pt>
              <c:pt idx="67">
                <c:v>-1</c:v>
              </c:pt>
              <c:pt idx="68">
                <c:v>-1</c:v>
              </c:pt>
              <c:pt idx="69">
                <c:v>-1</c:v>
              </c:pt>
              <c:pt idx="70">
                <c:v>-1</c:v>
              </c:pt>
              <c:pt idx="71">
                <c:v>-1</c:v>
              </c:pt>
              <c:pt idx="72">
                <c:v>-1</c:v>
              </c:pt>
              <c:pt idx="73">
                <c:v>-1</c:v>
              </c:pt>
              <c:pt idx="74">
                <c:v>-1</c:v>
              </c:pt>
              <c:pt idx="75">
                <c:v>-1</c:v>
              </c:pt>
              <c:pt idx="76">
                <c:v>-1</c:v>
              </c:pt>
              <c:pt idx="77">
                <c:v>-1</c:v>
              </c:pt>
              <c:pt idx="78">
                <c:v>-1</c:v>
              </c:pt>
              <c:pt idx="79">
                <c:v>-1</c:v>
              </c:pt>
              <c:pt idx="80">
                <c:v>-1</c:v>
              </c:pt>
              <c:pt idx="81">
                <c:v>-1</c:v>
              </c:pt>
              <c:pt idx="82">
                <c:v>-1</c:v>
              </c:pt>
              <c:pt idx="83">
                <c:v>-1</c:v>
              </c:pt>
              <c:pt idx="84">
                <c:v>-1</c:v>
              </c:pt>
              <c:pt idx="85">
                <c:v>-1</c:v>
              </c:pt>
              <c:pt idx="86">
                <c:v>-1</c:v>
              </c:pt>
              <c:pt idx="87">
                <c:v>-1</c:v>
              </c:pt>
              <c:pt idx="88">
                <c:v>-1</c:v>
              </c:pt>
              <c:pt idx="89">
                <c:v>-1</c:v>
              </c:pt>
              <c:pt idx="90">
                <c:v>-1</c:v>
              </c:pt>
              <c:pt idx="91">
                <c:v>-1</c:v>
              </c:pt>
              <c:pt idx="92">
                <c:v>-1</c:v>
              </c:pt>
              <c:pt idx="93">
                <c:v>-1</c:v>
              </c:pt>
              <c:pt idx="94">
                <c:v>-1</c:v>
              </c:pt>
              <c:pt idx="95">
                <c:v>-1</c:v>
              </c:pt>
              <c:pt idx="96">
                <c:v>-1</c:v>
              </c:pt>
              <c:pt idx="97">
                <c:v>-1</c:v>
              </c:pt>
              <c:pt idx="98">
                <c:v>-1</c:v>
              </c:pt>
              <c:pt idx="99">
                <c:v>-1</c:v>
              </c:pt>
              <c:pt idx="100">
                <c:v>1</c:v>
              </c:pt>
              <c:pt idx="101">
                <c:v>1</c:v>
              </c:pt>
              <c:pt idx="102">
                <c:v>1</c:v>
              </c:pt>
              <c:pt idx="103">
                <c:v>1</c:v>
              </c:pt>
              <c:pt idx="104">
                <c:v>1</c:v>
              </c:pt>
              <c:pt idx="105">
                <c:v>1</c:v>
              </c:pt>
              <c:pt idx="106">
                <c:v>1</c:v>
              </c:pt>
              <c:pt idx="107">
                <c:v>1</c:v>
              </c:pt>
              <c:pt idx="108">
                <c:v>1</c:v>
              </c:pt>
              <c:pt idx="109">
                <c:v>1</c:v>
              </c:pt>
              <c:pt idx="110">
                <c:v>1</c:v>
              </c:pt>
              <c:pt idx="111">
                <c:v>1</c:v>
              </c:pt>
              <c:pt idx="112">
                <c:v>1</c:v>
              </c:pt>
              <c:pt idx="113">
                <c:v>1</c:v>
              </c:pt>
              <c:pt idx="114">
                <c:v>1</c:v>
              </c:pt>
              <c:pt idx="115">
                <c:v>1</c:v>
              </c:pt>
              <c:pt idx="116">
                <c:v>1</c:v>
              </c:pt>
              <c:pt idx="117">
                <c:v>1</c:v>
              </c:pt>
              <c:pt idx="118">
                <c:v>1</c:v>
              </c:pt>
              <c:pt idx="119">
                <c:v>1</c:v>
              </c:pt>
              <c:pt idx="120">
                <c:v>1</c:v>
              </c:pt>
              <c:pt idx="121">
                <c:v>1</c:v>
              </c:pt>
              <c:pt idx="122">
                <c:v>1</c:v>
              </c:pt>
              <c:pt idx="123">
                <c:v>1</c:v>
              </c:pt>
              <c:pt idx="124">
                <c:v>1</c:v>
              </c:pt>
              <c:pt idx="125">
                <c:v>1</c:v>
              </c:pt>
              <c:pt idx="126">
                <c:v>1</c:v>
              </c:pt>
              <c:pt idx="127">
                <c:v>1</c:v>
              </c:pt>
              <c:pt idx="128">
                <c:v>1</c:v>
              </c:pt>
              <c:pt idx="129">
                <c:v>1</c:v>
              </c:pt>
              <c:pt idx="130">
                <c:v>1</c:v>
              </c:pt>
              <c:pt idx="131">
                <c:v>1</c:v>
              </c:pt>
              <c:pt idx="132">
                <c:v>1</c:v>
              </c:pt>
              <c:pt idx="133">
                <c:v>1</c:v>
              </c:pt>
              <c:pt idx="134">
                <c:v>1</c:v>
              </c:pt>
              <c:pt idx="135">
                <c:v>1</c:v>
              </c:pt>
              <c:pt idx="136">
                <c:v>1</c:v>
              </c:pt>
              <c:pt idx="137">
                <c:v>1</c:v>
              </c:pt>
              <c:pt idx="138">
                <c:v>1</c:v>
              </c:pt>
              <c:pt idx="139">
                <c:v>1</c:v>
              </c:pt>
              <c:pt idx="140">
                <c:v>1</c:v>
              </c:pt>
              <c:pt idx="141">
                <c:v>1</c:v>
              </c:pt>
              <c:pt idx="142">
                <c:v>1</c:v>
              </c:pt>
              <c:pt idx="143">
                <c:v>1</c:v>
              </c:pt>
              <c:pt idx="144">
                <c:v>1</c:v>
              </c:pt>
              <c:pt idx="145">
                <c:v>1</c:v>
              </c:pt>
              <c:pt idx="146">
                <c:v>1</c:v>
              </c:pt>
              <c:pt idx="147">
                <c:v>1</c:v>
              </c:pt>
              <c:pt idx="148">
                <c:v>1</c:v>
              </c:pt>
              <c:pt idx="149">
                <c:v>1</c:v>
              </c:pt>
              <c:pt idx="150">
                <c:v>-1</c:v>
              </c:pt>
              <c:pt idx="151">
                <c:v>-1</c:v>
              </c:pt>
              <c:pt idx="152">
                <c:v>-1</c:v>
              </c:pt>
              <c:pt idx="153">
                <c:v>-1</c:v>
              </c:pt>
              <c:pt idx="154">
                <c:v>-1</c:v>
              </c:pt>
              <c:pt idx="155">
                <c:v>-1</c:v>
              </c:pt>
              <c:pt idx="156">
                <c:v>-1</c:v>
              </c:pt>
              <c:pt idx="157">
                <c:v>-1</c:v>
              </c:pt>
              <c:pt idx="158">
                <c:v>-1</c:v>
              </c:pt>
              <c:pt idx="159">
                <c:v>-1</c:v>
              </c:pt>
              <c:pt idx="160">
                <c:v>-1</c:v>
              </c:pt>
              <c:pt idx="161">
                <c:v>-1</c:v>
              </c:pt>
              <c:pt idx="162">
                <c:v>-1</c:v>
              </c:pt>
              <c:pt idx="163">
                <c:v>-1</c:v>
              </c:pt>
              <c:pt idx="164">
                <c:v>-1</c:v>
              </c:pt>
              <c:pt idx="165">
                <c:v>-1</c:v>
              </c:pt>
              <c:pt idx="166">
                <c:v>-1</c:v>
              </c:pt>
              <c:pt idx="167">
                <c:v>-1</c:v>
              </c:pt>
              <c:pt idx="168">
                <c:v>-1</c:v>
              </c:pt>
              <c:pt idx="169">
                <c:v>-1</c:v>
              </c:pt>
              <c:pt idx="170">
                <c:v>-1</c:v>
              </c:pt>
              <c:pt idx="171">
                <c:v>-1</c:v>
              </c:pt>
              <c:pt idx="172">
                <c:v>-1</c:v>
              </c:pt>
              <c:pt idx="173">
                <c:v>-1</c:v>
              </c:pt>
              <c:pt idx="174">
                <c:v>-1</c:v>
              </c:pt>
              <c:pt idx="175">
                <c:v>-1</c:v>
              </c:pt>
              <c:pt idx="176">
                <c:v>-1</c:v>
              </c:pt>
              <c:pt idx="177">
                <c:v>-1</c:v>
              </c:pt>
              <c:pt idx="178">
                <c:v>-1</c:v>
              </c:pt>
              <c:pt idx="179">
                <c:v>-1</c:v>
              </c:pt>
              <c:pt idx="180">
                <c:v>-1</c:v>
              </c:pt>
              <c:pt idx="181">
                <c:v>-1</c:v>
              </c:pt>
              <c:pt idx="182">
                <c:v>-1</c:v>
              </c:pt>
              <c:pt idx="183">
                <c:v>-1</c:v>
              </c:pt>
              <c:pt idx="184">
                <c:v>-1</c:v>
              </c:pt>
              <c:pt idx="185">
                <c:v>-1</c:v>
              </c:pt>
              <c:pt idx="186">
                <c:v>-1</c:v>
              </c:pt>
              <c:pt idx="187">
                <c:v>-1</c:v>
              </c:pt>
              <c:pt idx="188">
                <c:v>-1</c:v>
              </c:pt>
              <c:pt idx="189">
                <c:v>-1</c:v>
              </c:pt>
              <c:pt idx="190">
                <c:v>-1</c:v>
              </c:pt>
              <c:pt idx="191">
                <c:v>-1</c:v>
              </c:pt>
              <c:pt idx="192">
                <c:v>-1</c:v>
              </c:pt>
              <c:pt idx="193">
                <c:v>-1</c:v>
              </c:pt>
              <c:pt idx="194">
                <c:v>-1</c:v>
              </c:pt>
              <c:pt idx="195">
                <c:v>-1</c:v>
              </c:pt>
              <c:pt idx="196">
                <c:v>-1</c:v>
              </c:pt>
              <c:pt idx="197">
                <c:v>-1</c:v>
              </c:pt>
              <c:pt idx="198">
                <c:v>-1</c:v>
              </c:pt>
              <c:pt idx="199">
                <c:v>-1</c:v>
              </c:pt>
              <c:pt idx="200">
                <c:v>-1</c:v>
              </c:pt>
              <c:pt idx="201">
                <c:v>-1</c:v>
              </c:pt>
              <c:pt idx="202">
                <c:v>-1</c:v>
              </c:pt>
              <c:pt idx="203">
                <c:v>-1</c:v>
              </c:pt>
              <c:pt idx="204">
                <c:v>-1</c:v>
              </c:pt>
              <c:pt idx="205">
                <c:v>-1</c:v>
              </c:pt>
              <c:pt idx="206">
                <c:v>-1</c:v>
              </c:pt>
              <c:pt idx="207">
                <c:v>-1</c:v>
              </c:pt>
              <c:pt idx="208">
                <c:v>-1</c:v>
              </c:pt>
              <c:pt idx="209">
                <c:v>-1</c:v>
              </c:pt>
              <c:pt idx="210">
                <c:v>-1</c:v>
              </c:pt>
              <c:pt idx="211">
                <c:v>-1</c:v>
              </c:pt>
              <c:pt idx="212">
                <c:v>-1</c:v>
              </c:pt>
              <c:pt idx="213">
                <c:v>-1</c:v>
              </c:pt>
              <c:pt idx="214">
                <c:v>-1</c:v>
              </c:pt>
              <c:pt idx="215">
                <c:v>-1</c:v>
              </c:pt>
              <c:pt idx="216">
                <c:v>-1</c:v>
              </c:pt>
              <c:pt idx="217">
                <c:v>-1</c:v>
              </c:pt>
              <c:pt idx="218">
                <c:v>-1</c:v>
              </c:pt>
              <c:pt idx="219">
                <c:v>-1</c:v>
              </c:pt>
              <c:pt idx="220">
                <c:v>-1</c:v>
              </c:pt>
              <c:pt idx="221">
                <c:v>-1</c:v>
              </c:pt>
              <c:pt idx="222">
                <c:v>-1</c:v>
              </c:pt>
              <c:pt idx="223">
                <c:v>-1</c:v>
              </c:pt>
              <c:pt idx="224">
                <c:v>-1</c:v>
              </c:pt>
              <c:pt idx="225">
                <c:v>-1</c:v>
              </c:pt>
              <c:pt idx="226">
                <c:v>-1</c:v>
              </c:pt>
              <c:pt idx="227">
                <c:v>-1</c:v>
              </c:pt>
              <c:pt idx="228">
                <c:v>-1</c:v>
              </c:pt>
              <c:pt idx="229">
                <c:v>-1</c:v>
              </c:pt>
              <c:pt idx="230">
                <c:v>-1</c:v>
              </c:pt>
              <c:pt idx="231">
                <c:v>-1</c:v>
              </c:pt>
              <c:pt idx="232">
                <c:v>-1</c:v>
              </c:pt>
              <c:pt idx="233">
                <c:v>-1</c:v>
              </c:pt>
              <c:pt idx="234">
                <c:v>-1</c:v>
              </c:pt>
              <c:pt idx="235">
                <c:v>-1</c:v>
              </c:pt>
              <c:pt idx="236">
                <c:v>-1</c:v>
              </c:pt>
              <c:pt idx="237">
                <c:v>-1</c:v>
              </c:pt>
              <c:pt idx="238">
                <c:v>-1</c:v>
              </c:pt>
              <c:pt idx="239">
                <c:v>-1</c:v>
              </c:pt>
              <c:pt idx="240">
                <c:v>-1</c:v>
              </c:pt>
              <c:pt idx="241">
                <c:v>-1</c:v>
              </c:pt>
              <c:pt idx="242">
                <c:v>-1</c:v>
              </c:pt>
              <c:pt idx="243">
                <c:v>-1</c:v>
              </c:pt>
              <c:pt idx="244">
                <c:v>-1</c:v>
              </c:pt>
              <c:pt idx="245">
                <c:v>-1</c:v>
              </c:pt>
              <c:pt idx="246">
                <c:v>-1</c:v>
              </c:pt>
              <c:pt idx="247">
                <c:v>-1</c:v>
              </c:pt>
              <c:pt idx="248">
                <c:v>-1</c:v>
              </c:pt>
              <c:pt idx="249">
                <c:v>-1</c:v>
              </c:pt>
              <c:pt idx="250">
                <c:v>-1</c:v>
              </c:pt>
              <c:pt idx="251">
                <c:v>-1</c:v>
              </c:pt>
              <c:pt idx="252">
                <c:v>-1</c:v>
              </c:pt>
              <c:pt idx="253">
                <c:v>-1</c:v>
              </c:pt>
              <c:pt idx="254">
                <c:v>-1</c:v>
              </c:pt>
              <c:pt idx="255">
                <c:v>-1</c:v>
              </c:pt>
              <c:pt idx="256">
                <c:v>-1</c:v>
              </c:pt>
              <c:pt idx="257">
                <c:v>-1</c:v>
              </c:pt>
              <c:pt idx="258">
                <c:v>-1</c:v>
              </c:pt>
              <c:pt idx="259">
                <c:v>-1</c:v>
              </c:pt>
              <c:pt idx="260">
                <c:v>-1</c:v>
              </c:pt>
              <c:pt idx="261">
                <c:v>-1</c:v>
              </c:pt>
              <c:pt idx="262">
                <c:v>-1</c:v>
              </c:pt>
              <c:pt idx="263">
                <c:v>-1</c:v>
              </c:pt>
              <c:pt idx="264">
                <c:v>-1</c:v>
              </c:pt>
              <c:pt idx="265">
                <c:v>-1</c:v>
              </c:pt>
              <c:pt idx="266">
                <c:v>-1</c:v>
              </c:pt>
              <c:pt idx="267">
                <c:v>-1</c:v>
              </c:pt>
              <c:pt idx="268">
                <c:v>-1</c:v>
              </c:pt>
              <c:pt idx="269">
                <c:v>-1</c:v>
              </c:pt>
              <c:pt idx="270">
                <c:v>-1</c:v>
              </c:pt>
              <c:pt idx="271">
                <c:v>-1</c:v>
              </c:pt>
              <c:pt idx="272">
                <c:v>-1</c:v>
              </c:pt>
              <c:pt idx="273">
                <c:v>-1</c:v>
              </c:pt>
              <c:pt idx="274">
                <c:v>-1</c:v>
              </c:pt>
              <c:pt idx="275">
                <c:v>-1</c:v>
              </c:pt>
              <c:pt idx="276">
                <c:v>-1</c:v>
              </c:pt>
              <c:pt idx="277">
                <c:v>-1</c:v>
              </c:pt>
              <c:pt idx="278">
                <c:v>-1</c:v>
              </c:pt>
              <c:pt idx="279">
                <c:v>-1</c:v>
              </c:pt>
              <c:pt idx="280">
                <c:v>-1</c:v>
              </c:pt>
              <c:pt idx="281">
                <c:v>-1</c:v>
              </c:pt>
              <c:pt idx="282">
                <c:v>-1</c:v>
              </c:pt>
              <c:pt idx="283">
                <c:v>-1</c:v>
              </c:pt>
              <c:pt idx="284">
                <c:v>-1</c:v>
              </c:pt>
              <c:pt idx="285">
                <c:v>-1</c:v>
              </c:pt>
              <c:pt idx="286">
                <c:v>-1</c:v>
              </c:pt>
              <c:pt idx="287">
                <c:v>-1</c:v>
              </c:pt>
              <c:pt idx="288">
                <c:v>-1</c:v>
              </c:pt>
              <c:pt idx="289">
                <c:v>-1</c:v>
              </c:pt>
              <c:pt idx="290">
                <c:v>-1</c:v>
              </c:pt>
              <c:pt idx="291">
                <c:v>-1</c:v>
              </c:pt>
              <c:pt idx="292">
                <c:v>-1</c:v>
              </c:pt>
              <c:pt idx="293">
                <c:v>-1</c:v>
              </c:pt>
              <c:pt idx="294">
                <c:v>-1</c:v>
              </c:pt>
              <c:pt idx="295">
                <c:v>-1</c:v>
              </c:pt>
              <c:pt idx="296">
                <c:v>-1</c:v>
              </c:pt>
              <c:pt idx="297">
                <c:v>-1</c:v>
              </c:pt>
              <c:pt idx="298">
                <c:v>-1</c:v>
              </c:pt>
              <c:pt idx="299">
                <c:v>-1</c:v>
              </c:pt>
              <c:pt idx="300">
                <c:v>-1</c:v>
              </c:pt>
              <c:pt idx="301">
                <c:v>1</c:v>
              </c:pt>
              <c:pt idx="302">
                <c:v>1</c:v>
              </c:pt>
              <c:pt idx="303">
                <c:v>1</c:v>
              </c:pt>
              <c:pt idx="304">
                <c:v>1</c:v>
              </c:pt>
              <c:pt idx="305">
                <c:v>1</c:v>
              </c:pt>
              <c:pt idx="306">
                <c:v>1</c:v>
              </c:pt>
              <c:pt idx="307">
                <c:v>1</c:v>
              </c:pt>
              <c:pt idx="308">
                <c:v>1</c:v>
              </c:pt>
              <c:pt idx="309">
                <c:v>1</c:v>
              </c:pt>
              <c:pt idx="310">
                <c:v>1</c:v>
              </c:pt>
              <c:pt idx="311">
                <c:v>1</c:v>
              </c:pt>
              <c:pt idx="312">
                <c:v>1</c:v>
              </c:pt>
              <c:pt idx="313">
                <c:v>1</c:v>
              </c:pt>
              <c:pt idx="314">
                <c:v>1</c:v>
              </c:pt>
              <c:pt idx="315">
                <c:v>1</c:v>
              </c:pt>
              <c:pt idx="316">
                <c:v>1</c:v>
              </c:pt>
              <c:pt idx="317">
                <c:v>1</c:v>
              </c:pt>
              <c:pt idx="318">
                <c:v>1</c:v>
              </c:pt>
              <c:pt idx="319">
                <c:v>1</c:v>
              </c:pt>
              <c:pt idx="320">
                <c:v>1</c:v>
              </c:pt>
              <c:pt idx="321">
                <c:v>1</c:v>
              </c:pt>
              <c:pt idx="322">
                <c:v>1</c:v>
              </c:pt>
              <c:pt idx="323">
                <c:v>1</c:v>
              </c:pt>
              <c:pt idx="324">
                <c:v>1</c:v>
              </c:pt>
              <c:pt idx="325">
                <c:v>1</c:v>
              </c:pt>
              <c:pt idx="326">
                <c:v>1</c:v>
              </c:pt>
              <c:pt idx="327">
                <c:v>1</c:v>
              </c:pt>
              <c:pt idx="328">
                <c:v>1</c:v>
              </c:pt>
              <c:pt idx="329">
                <c:v>1</c:v>
              </c:pt>
              <c:pt idx="330">
                <c:v>1</c:v>
              </c:pt>
              <c:pt idx="331">
                <c:v>1</c:v>
              </c:pt>
              <c:pt idx="332">
                <c:v>1</c:v>
              </c:pt>
              <c:pt idx="333">
                <c:v>1</c:v>
              </c:pt>
              <c:pt idx="334">
                <c:v>1</c:v>
              </c:pt>
              <c:pt idx="335">
                <c:v>1</c:v>
              </c:pt>
              <c:pt idx="336">
                <c:v>1</c:v>
              </c:pt>
              <c:pt idx="337">
                <c:v>1</c:v>
              </c:pt>
              <c:pt idx="338">
                <c:v>1</c:v>
              </c:pt>
              <c:pt idx="339">
                <c:v>1</c:v>
              </c:pt>
              <c:pt idx="340">
                <c:v>1</c:v>
              </c:pt>
              <c:pt idx="341">
                <c:v>1</c:v>
              </c:pt>
              <c:pt idx="342">
                <c:v>1</c:v>
              </c:pt>
              <c:pt idx="343">
                <c:v>1</c:v>
              </c:pt>
              <c:pt idx="344">
                <c:v>1</c:v>
              </c:pt>
              <c:pt idx="345">
                <c:v>1</c:v>
              </c:pt>
              <c:pt idx="346">
                <c:v>1</c:v>
              </c:pt>
              <c:pt idx="347">
                <c:v>1</c:v>
              </c:pt>
              <c:pt idx="348">
                <c:v>1</c:v>
              </c:pt>
              <c:pt idx="349">
                <c:v>1</c:v>
              </c:pt>
              <c:pt idx="350">
                <c:v>1</c:v>
              </c:pt>
              <c:pt idx="351">
                <c:v>1</c:v>
              </c:pt>
              <c:pt idx="352">
                <c:v>1</c:v>
              </c:pt>
              <c:pt idx="353">
                <c:v>1</c:v>
              </c:pt>
              <c:pt idx="354">
                <c:v>1</c:v>
              </c:pt>
              <c:pt idx="355">
                <c:v>1</c:v>
              </c:pt>
              <c:pt idx="356">
                <c:v>1</c:v>
              </c:pt>
              <c:pt idx="357">
                <c:v>1</c:v>
              </c:pt>
              <c:pt idx="358">
                <c:v>1</c:v>
              </c:pt>
              <c:pt idx="359">
                <c:v>1</c:v>
              </c:pt>
              <c:pt idx="360">
                <c:v>1</c:v>
              </c:pt>
              <c:pt idx="361">
                <c:v>1</c:v>
              </c:pt>
              <c:pt idx="362">
                <c:v>1</c:v>
              </c:pt>
              <c:pt idx="363">
                <c:v>1</c:v>
              </c:pt>
              <c:pt idx="364">
                <c:v>1</c:v>
              </c:pt>
              <c:pt idx="365">
                <c:v>1</c:v>
              </c:pt>
              <c:pt idx="366">
                <c:v>1</c:v>
              </c:pt>
              <c:pt idx="367">
                <c:v>1</c:v>
              </c:pt>
              <c:pt idx="368">
                <c:v>1</c:v>
              </c:pt>
              <c:pt idx="369">
                <c:v>1</c:v>
              </c:pt>
              <c:pt idx="370">
                <c:v>1</c:v>
              </c:pt>
              <c:pt idx="371">
                <c:v>1</c:v>
              </c:pt>
              <c:pt idx="372">
                <c:v>1</c:v>
              </c:pt>
              <c:pt idx="373">
                <c:v>1</c:v>
              </c:pt>
              <c:pt idx="374">
                <c:v>1</c:v>
              </c:pt>
              <c:pt idx="375">
                <c:v>1</c:v>
              </c:pt>
              <c:pt idx="376">
                <c:v>1</c:v>
              </c:pt>
              <c:pt idx="377">
                <c:v>1</c:v>
              </c:pt>
              <c:pt idx="378">
                <c:v>1</c:v>
              </c:pt>
              <c:pt idx="379">
                <c:v>1</c:v>
              </c:pt>
              <c:pt idx="380">
                <c:v>1</c:v>
              </c:pt>
              <c:pt idx="381">
                <c:v>1</c:v>
              </c:pt>
              <c:pt idx="382">
                <c:v>1</c:v>
              </c:pt>
              <c:pt idx="383">
                <c:v>1</c:v>
              </c:pt>
              <c:pt idx="384">
                <c:v>1</c:v>
              </c:pt>
              <c:pt idx="385">
                <c:v>1</c:v>
              </c:pt>
              <c:pt idx="386">
                <c:v>1</c:v>
              </c:pt>
              <c:pt idx="387">
                <c:v>1</c:v>
              </c:pt>
              <c:pt idx="388">
                <c:v>1</c:v>
              </c:pt>
              <c:pt idx="389">
                <c:v>1</c:v>
              </c:pt>
              <c:pt idx="390">
                <c:v>1</c:v>
              </c:pt>
              <c:pt idx="391">
                <c:v>1</c:v>
              </c:pt>
              <c:pt idx="392">
                <c:v>1</c:v>
              </c:pt>
              <c:pt idx="393">
                <c:v>1</c:v>
              </c:pt>
              <c:pt idx="394">
                <c:v>1</c:v>
              </c:pt>
              <c:pt idx="395">
                <c:v>1</c:v>
              </c:pt>
              <c:pt idx="396">
                <c:v>1</c:v>
              </c:pt>
              <c:pt idx="397">
                <c:v>1</c:v>
              </c:pt>
              <c:pt idx="398">
                <c:v>1</c:v>
              </c:pt>
              <c:pt idx="399">
                <c:v>1</c:v>
              </c:pt>
              <c:pt idx="400">
                <c:v>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D77D-4EEC-AE14-BC175932FA9B}"/>
            </c:ext>
          </c:extLst>
        </c:ser>
        <c:ser>
          <c:idx val="1"/>
          <c:order val="1"/>
          <c:tx>
            <c:v>Manchester</c:v>
          </c:tx>
          <c:spPr>
            <a:ln w="23813">
              <a:solidFill>
                <a:srgbClr val="167D9A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4</c:v>
              </c:pt>
              <c:pt idx="1">
                <c:v>4</c:v>
              </c:pt>
              <c:pt idx="2">
                <c:v>4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4</c:v>
              </c:pt>
              <c:pt idx="7">
                <c:v>4</c:v>
              </c:pt>
              <c:pt idx="8">
                <c:v>4</c:v>
              </c:pt>
              <c:pt idx="9">
                <c:v>4</c:v>
              </c:pt>
              <c:pt idx="10">
                <c:v>4</c:v>
              </c:pt>
              <c:pt idx="11">
                <c:v>4</c:v>
              </c:pt>
              <c:pt idx="12">
                <c:v>4</c:v>
              </c:pt>
              <c:pt idx="13">
                <c:v>4</c:v>
              </c:pt>
              <c:pt idx="14">
                <c:v>4</c:v>
              </c:pt>
              <c:pt idx="15">
                <c:v>4</c:v>
              </c:pt>
              <c:pt idx="16">
                <c:v>4</c:v>
              </c:pt>
              <c:pt idx="17">
                <c:v>4</c:v>
              </c:pt>
              <c:pt idx="18">
                <c:v>4</c:v>
              </c:pt>
              <c:pt idx="19">
                <c:v>4</c:v>
              </c:pt>
              <c:pt idx="20">
                <c:v>4</c:v>
              </c:pt>
              <c:pt idx="21">
                <c:v>4</c:v>
              </c:pt>
              <c:pt idx="22">
                <c:v>4</c:v>
              </c:pt>
              <c:pt idx="23">
                <c:v>4</c:v>
              </c:pt>
              <c:pt idx="24">
                <c:v>4</c:v>
              </c:pt>
              <c:pt idx="25">
                <c:v>2</c:v>
              </c:pt>
              <c:pt idx="26">
                <c:v>2</c:v>
              </c:pt>
              <c:pt idx="27">
                <c:v>2</c:v>
              </c:pt>
              <c:pt idx="28">
                <c:v>2</c:v>
              </c:pt>
              <c:pt idx="29">
                <c:v>2</c:v>
              </c:pt>
              <c:pt idx="30">
                <c:v>2</c:v>
              </c:pt>
              <c:pt idx="31">
                <c:v>2</c:v>
              </c:pt>
              <c:pt idx="32">
                <c:v>2</c:v>
              </c:pt>
              <c:pt idx="33">
                <c:v>2</c:v>
              </c:pt>
              <c:pt idx="34">
                <c:v>2</c:v>
              </c:pt>
              <c:pt idx="35">
                <c:v>2</c:v>
              </c:pt>
              <c:pt idx="36">
                <c:v>2</c:v>
              </c:pt>
              <c:pt idx="37">
                <c:v>2</c:v>
              </c:pt>
              <c:pt idx="38">
                <c:v>2</c:v>
              </c:pt>
              <c:pt idx="39">
                <c:v>2</c:v>
              </c:pt>
              <c:pt idx="40">
                <c:v>2</c:v>
              </c:pt>
              <c:pt idx="41">
                <c:v>2</c:v>
              </c:pt>
              <c:pt idx="42">
                <c:v>2</c:v>
              </c:pt>
              <c:pt idx="43">
                <c:v>2</c:v>
              </c:pt>
              <c:pt idx="44">
                <c:v>2</c:v>
              </c:pt>
              <c:pt idx="45">
                <c:v>2</c:v>
              </c:pt>
              <c:pt idx="46">
                <c:v>2</c:v>
              </c:pt>
              <c:pt idx="47">
                <c:v>2</c:v>
              </c:pt>
              <c:pt idx="48">
                <c:v>2</c:v>
              </c:pt>
              <c:pt idx="49">
                <c:v>2</c:v>
              </c:pt>
              <c:pt idx="50">
                <c:v>2</c:v>
              </c:pt>
              <c:pt idx="51">
                <c:v>2</c:v>
              </c:pt>
              <c:pt idx="52">
                <c:v>2</c:v>
              </c:pt>
              <c:pt idx="53">
                <c:v>2</c:v>
              </c:pt>
              <c:pt idx="54">
                <c:v>2</c:v>
              </c:pt>
              <c:pt idx="55">
                <c:v>2</c:v>
              </c:pt>
              <c:pt idx="56">
                <c:v>2</c:v>
              </c:pt>
              <c:pt idx="57">
                <c:v>2</c:v>
              </c:pt>
              <c:pt idx="58">
                <c:v>2</c:v>
              </c:pt>
              <c:pt idx="59">
                <c:v>2</c:v>
              </c:pt>
              <c:pt idx="60">
                <c:v>2</c:v>
              </c:pt>
              <c:pt idx="61">
                <c:v>2</c:v>
              </c:pt>
              <c:pt idx="62">
                <c:v>2</c:v>
              </c:pt>
              <c:pt idx="63">
                <c:v>2</c:v>
              </c:pt>
              <c:pt idx="64">
                <c:v>2</c:v>
              </c:pt>
              <c:pt idx="65">
                <c:v>2</c:v>
              </c:pt>
              <c:pt idx="66">
                <c:v>2</c:v>
              </c:pt>
              <c:pt idx="67">
                <c:v>2</c:v>
              </c:pt>
              <c:pt idx="68">
                <c:v>2</c:v>
              </c:pt>
              <c:pt idx="69">
                <c:v>2</c:v>
              </c:pt>
              <c:pt idx="70">
                <c:v>2</c:v>
              </c:pt>
              <c:pt idx="71">
                <c:v>2</c:v>
              </c:pt>
              <c:pt idx="72">
                <c:v>2</c:v>
              </c:pt>
              <c:pt idx="73">
                <c:v>2</c:v>
              </c:pt>
              <c:pt idx="74">
                <c:v>2</c:v>
              </c:pt>
              <c:pt idx="75">
                <c:v>4</c:v>
              </c:pt>
              <c:pt idx="76">
                <c:v>4</c:v>
              </c:pt>
              <c:pt idx="77">
                <c:v>4</c:v>
              </c:pt>
              <c:pt idx="78">
                <c:v>4</c:v>
              </c:pt>
              <c:pt idx="79">
                <c:v>4</c:v>
              </c:pt>
              <c:pt idx="80">
                <c:v>4</c:v>
              </c:pt>
              <c:pt idx="81">
                <c:v>4</c:v>
              </c:pt>
              <c:pt idx="82">
                <c:v>4</c:v>
              </c:pt>
              <c:pt idx="83">
                <c:v>4</c:v>
              </c:pt>
              <c:pt idx="84">
                <c:v>4</c:v>
              </c:pt>
              <c:pt idx="85">
                <c:v>4</c:v>
              </c:pt>
              <c:pt idx="86">
                <c:v>4</c:v>
              </c:pt>
              <c:pt idx="87">
                <c:v>4</c:v>
              </c:pt>
              <c:pt idx="88">
                <c:v>4</c:v>
              </c:pt>
              <c:pt idx="89">
                <c:v>4</c:v>
              </c:pt>
              <c:pt idx="90">
                <c:v>4</c:v>
              </c:pt>
              <c:pt idx="91">
                <c:v>4</c:v>
              </c:pt>
              <c:pt idx="92">
                <c:v>4</c:v>
              </c:pt>
              <c:pt idx="93">
                <c:v>4</c:v>
              </c:pt>
              <c:pt idx="94">
                <c:v>4</c:v>
              </c:pt>
              <c:pt idx="95">
                <c:v>4</c:v>
              </c:pt>
              <c:pt idx="96">
                <c:v>4</c:v>
              </c:pt>
              <c:pt idx="97">
                <c:v>4</c:v>
              </c:pt>
              <c:pt idx="98">
                <c:v>4</c:v>
              </c:pt>
              <c:pt idx="99">
                <c:v>4</c:v>
              </c:pt>
              <c:pt idx="100">
                <c:v>4</c:v>
              </c:pt>
              <c:pt idx="101">
                <c:v>4</c:v>
              </c:pt>
              <c:pt idx="102">
                <c:v>4</c:v>
              </c:pt>
              <c:pt idx="103">
                <c:v>4</c:v>
              </c:pt>
              <c:pt idx="104">
                <c:v>4</c:v>
              </c:pt>
              <c:pt idx="105">
                <c:v>4</c:v>
              </c:pt>
              <c:pt idx="106">
                <c:v>4</c:v>
              </c:pt>
              <c:pt idx="107">
                <c:v>4</c:v>
              </c:pt>
              <c:pt idx="108">
                <c:v>4</c:v>
              </c:pt>
              <c:pt idx="109">
                <c:v>4</c:v>
              </c:pt>
              <c:pt idx="110">
                <c:v>4</c:v>
              </c:pt>
              <c:pt idx="111">
                <c:v>4</c:v>
              </c:pt>
              <c:pt idx="112">
                <c:v>4</c:v>
              </c:pt>
              <c:pt idx="113">
                <c:v>4</c:v>
              </c:pt>
              <c:pt idx="114">
                <c:v>4</c:v>
              </c:pt>
              <c:pt idx="115">
                <c:v>4</c:v>
              </c:pt>
              <c:pt idx="116">
                <c:v>4</c:v>
              </c:pt>
              <c:pt idx="117">
                <c:v>4</c:v>
              </c:pt>
              <c:pt idx="118">
                <c:v>4</c:v>
              </c:pt>
              <c:pt idx="119">
                <c:v>4</c:v>
              </c:pt>
              <c:pt idx="120">
                <c:v>4</c:v>
              </c:pt>
              <c:pt idx="121">
                <c:v>4</c:v>
              </c:pt>
              <c:pt idx="122">
                <c:v>4</c:v>
              </c:pt>
              <c:pt idx="123">
                <c:v>4</c:v>
              </c:pt>
              <c:pt idx="124">
                <c:v>4</c:v>
              </c:pt>
              <c:pt idx="125">
                <c:v>2</c:v>
              </c:pt>
              <c:pt idx="126">
                <c:v>2</c:v>
              </c:pt>
              <c:pt idx="127">
                <c:v>2</c:v>
              </c:pt>
              <c:pt idx="128">
                <c:v>2</c:v>
              </c:pt>
              <c:pt idx="129">
                <c:v>2</c:v>
              </c:pt>
              <c:pt idx="130">
                <c:v>2</c:v>
              </c:pt>
              <c:pt idx="131">
                <c:v>2</c:v>
              </c:pt>
              <c:pt idx="132">
                <c:v>2</c:v>
              </c:pt>
              <c:pt idx="133">
                <c:v>2</c:v>
              </c:pt>
              <c:pt idx="134">
                <c:v>2</c:v>
              </c:pt>
              <c:pt idx="135">
                <c:v>2</c:v>
              </c:pt>
              <c:pt idx="136">
                <c:v>2</c:v>
              </c:pt>
              <c:pt idx="137">
                <c:v>2</c:v>
              </c:pt>
              <c:pt idx="138">
                <c:v>2</c:v>
              </c:pt>
              <c:pt idx="139">
                <c:v>2</c:v>
              </c:pt>
              <c:pt idx="140">
                <c:v>2</c:v>
              </c:pt>
              <c:pt idx="141">
                <c:v>2</c:v>
              </c:pt>
              <c:pt idx="142">
                <c:v>2</c:v>
              </c:pt>
              <c:pt idx="143">
                <c:v>2</c:v>
              </c:pt>
              <c:pt idx="144">
                <c:v>2</c:v>
              </c:pt>
              <c:pt idx="145">
                <c:v>2</c:v>
              </c:pt>
              <c:pt idx="146">
                <c:v>2</c:v>
              </c:pt>
              <c:pt idx="147">
                <c:v>2</c:v>
              </c:pt>
              <c:pt idx="148">
                <c:v>2</c:v>
              </c:pt>
              <c:pt idx="149">
                <c:v>2</c:v>
              </c:pt>
              <c:pt idx="150">
                <c:v>4</c:v>
              </c:pt>
              <c:pt idx="151">
                <c:v>4</c:v>
              </c:pt>
              <c:pt idx="152">
                <c:v>4</c:v>
              </c:pt>
              <c:pt idx="153">
                <c:v>4</c:v>
              </c:pt>
              <c:pt idx="154">
                <c:v>4</c:v>
              </c:pt>
              <c:pt idx="155">
                <c:v>4</c:v>
              </c:pt>
              <c:pt idx="156">
                <c:v>4</c:v>
              </c:pt>
              <c:pt idx="157">
                <c:v>4</c:v>
              </c:pt>
              <c:pt idx="158">
                <c:v>4</c:v>
              </c:pt>
              <c:pt idx="159">
                <c:v>4</c:v>
              </c:pt>
              <c:pt idx="160">
                <c:v>4</c:v>
              </c:pt>
              <c:pt idx="161">
                <c:v>4</c:v>
              </c:pt>
              <c:pt idx="162">
                <c:v>4</c:v>
              </c:pt>
              <c:pt idx="163">
                <c:v>4</c:v>
              </c:pt>
              <c:pt idx="164">
                <c:v>4</c:v>
              </c:pt>
              <c:pt idx="165">
                <c:v>4</c:v>
              </c:pt>
              <c:pt idx="166">
                <c:v>4</c:v>
              </c:pt>
              <c:pt idx="167">
                <c:v>4</c:v>
              </c:pt>
              <c:pt idx="168">
                <c:v>4</c:v>
              </c:pt>
              <c:pt idx="169">
                <c:v>4</c:v>
              </c:pt>
              <c:pt idx="170">
                <c:v>4</c:v>
              </c:pt>
              <c:pt idx="171">
                <c:v>4</c:v>
              </c:pt>
              <c:pt idx="172">
                <c:v>4</c:v>
              </c:pt>
              <c:pt idx="173">
                <c:v>4</c:v>
              </c:pt>
              <c:pt idx="174">
                <c:v>4</c:v>
              </c:pt>
              <c:pt idx="175">
                <c:v>2</c:v>
              </c:pt>
              <c:pt idx="176">
                <c:v>2</c:v>
              </c:pt>
              <c:pt idx="177">
                <c:v>2</c:v>
              </c:pt>
              <c:pt idx="178">
                <c:v>2</c:v>
              </c:pt>
              <c:pt idx="179">
                <c:v>2</c:v>
              </c:pt>
              <c:pt idx="180">
                <c:v>2</c:v>
              </c:pt>
              <c:pt idx="181">
                <c:v>2</c:v>
              </c:pt>
              <c:pt idx="182">
                <c:v>2</c:v>
              </c:pt>
              <c:pt idx="183">
                <c:v>2</c:v>
              </c:pt>
              <c:pt idx="184">
                <c:v>2</c:v>
              </c:pt>
              <c:pt idx="185">
                <c:v>2</c:v>
              </c:pt>
              <c:pt idx="186">
                <c:v>2</c:v>
              </c:pt>
              <c:pt idx="187">
                <c:v>2</c:v>
              </c:pt>
              <c:pt idx="188">
                <c:v>2</c:v>
              </c:pt>
              <c:pt idx="189">
                <c:v>2</c:v>
              </c:pt>
              <c:pt idx="190">
                <c:v>2</c:v>
              </c:pt>
              <c:pt idx="191">
                <c:v>2</c:v>
              </c:pt>
              <c:pt idx="192">
                <c:v>2</c:v>
              </c:pt>
              <c:pt idx="193">
                <c:v>2</c:v>
              </c:pt>
              <c:pt idx="194">
                <c:v>2</c:v>
              </c:pt>
              <c:pt idx="195">
                <c:v>2</c:v>
              </c:pt>
              <c:pt idx="196">
                <c:v>2</c:v>
              </c:pt>
              <c:pt idx="197">
                <c:v>2</c:v>
              </c:pt>
              <c:pt idx="198">
                <c:v>2</c:v>
              </c:pt>
              <c:pt idx="199">
                <c:v>2</c:v>
              </c:pt>
              <c:pt idx="200">
                <c:v>2</c:v>
              </c:pt>
              <c:pt idx="201">
                <c:v>2</c:v>
              </c:pt>
              <c:pt idx="202">
                <c:v>2</c:v>
              </c:pt>
              <c:pt idx="203">
                <c:v>2</c:v>
              </c:pt>
              <c:pt idx="204">
                <c:v>2</c:v>
              </c:pt>
              <c:pt idx="205">
                <c:v>2</c:v>
              </c:pt>
              <c:pt idx="206">
                <c:v>2</c:v>
              </c:pt>
              <c:pt idx="207">
                <c:v>2</c:v>
              </c:pt>
              <c:pt idx="208">
                <c:v>2</c:v>
              </c:pt>
              <c:pt idx="209">
                <c:v>2</c:v>
              </c:pt>
              <c:pt idx="210">
                <c:v>2</c:v>
              </c:pt>
              <c:pt idx="211">
                <c:v>2</c:v>
              </c:pt>
              <c:pt idx="212">
                <c:v>2</c:v>
              </c:pt>
              <c:pt idx="213">
                <c:v>2</c:v>
              </c:pt>
              <c:pt idx="214">
                <c:v>2</c:v>
              </c:pt>
              <c:pt idx="215">
                <c:v>2</c:v>
              </c:pt>
              <c:pt idx="216">
                <c:v>2</c:v>
              </c:pt>
              <c:pt idx="217">
                <c:v>2</c:v>
              </c:pt>
              <c:pt idx="218">
                <c:v>2</c:v>
              </c:pt>
              <c:pt idx="219">
                <c:v>2</c:v>
              </c:pt>
              <c:pt idx="220">
                <c:v>2</c:v>
              </c:pt>
              <c:pt idx="221">
                <c:v>2</c:v>
              </c:pt>
              <c:pt idx="222">
                <c:v>2</c:v>
              </c:pt>
              <c:pt idx="223">
                <c:v>2</c:v>
              </c:pt>
              <c:pt idx="224">
                <c:v>2</c:v>
              </c:pt>
              <c:pt idx="225">
                <c:v>2</c:v>
              </c:pt>
              <c:pt idx="226">
                <c:v>4</c:v>
              </c:pt>
              <c:pt idx="227">
                <c:v>4</c:v>
              </c:pt>
              <c:pt idx="228">
                <c:v>4</c:v>
              </c:pt>
              <c:pt idx="229">
                <c:v>4</c:v>
              </c:pt>
              <c:pt idx="230">
                <c:v>4</c:v>
              </c:pt>
              <c:pt idx="231">
                <c:v>4</c:v>
              </c:pt>
              <c:pt idx="232">
                <c:v>4</c:v>
              </c:pt>
              <c:pt idx="233">
                <c:v>4</c:v>
              </c:pt>
              <c:pt idx="234">
                <c:v>4</c:v>
              </c:pt>
              <c:pt idx="235">
                <c:v>4</c:v>
              </c:pt>
              <c:pt idx="236">
                <c:v>4</c:v>
              </c:pt>
              <c:pt idx="237">
                <c:v>4</c:v>
              </c:pt>
              <c:pt idx="238">
                <c:v>4</c:v>
              </c:pt>
              <c:pt idx="239">
                <c:v>4</c:v>
              </c:pt>
              <c:pt idx="240">
                <c:v>4</c:v>
              </c:pt>
              <c:pt idx="241">
                <c:v>4</c:v>
              </c:pt>
              <c:pt idx="242">
                <c:v>4</c:v>
              </c:pt>
              <c:pt idx="243">
                <c:v>4</c:v>
              </c:pt>
              <c:pt idx="244">
                <c:v>4</c:v>
              </c:pt>
              <c:pt idx="245">
                <c:v>4</c:v>
              </c:pt>
              <c:pt idx="246">
                <c:v>4</c:v>
              </c:pt>
              <c:pt idx="247">
                <c:v>4</c:v>
              </c:pt>
              <c:pt idx="248">
                <c:v>4</c:v>
              </c:pt>
              <c:pt idx="249">
                <c:v>4</c:v>
              </c:pt>
              <c:pt idx="250">
                <c:v>4</c:v>
              </c:pt>
              <c:pt idx="251">
                <c:v>2</c:v>
              </c:pt>
              <c:pt idx="252">
                <c:v>2</c:v>
              </c:pt>
              <c:pt idx="253">
                <c:v>2</c:v>
              </c:pt>
              <c:pt idx="254">
                <c:v>2</c:v>
              </c:pt>
              <c:pt idx="255">
                <c:v>2</c:v>
              </c:pt>
              <c:pt idx="256">
                <c:v>2</c:v>
              </c:pt>
              <c:pt idx="257">
                <c:v>2</c:v>
              </c:pt>
              <c:pt idx="258">
                <c:v>2</c:v>
              </c:pt>
              <c:pt idx="259">
                <c:v>2</c:v>
              </c:pt>
              <c:pt idx="260">
                <c:v>2</c:v>
              </c:pt>
              <c:pt idx="261">
                <c:v>2</c:v>
              </c:pt>
              <c:pt idx="262">
                <c:v>2</c:v>
              </c:pt>
              <c:pt idx="263">
                <c:v>2</c:v>
              </c:pt>
              <c:pt idx="264">
                <c:v>2</c:v>
              </c:pt>
              <c:pt idx="265">
                <c:v>2</c:v>
              </c:pt>
              <c:pt idx="266">
                <c:v>2</c:v>
              </c:pt>
              <c:pt idx="267">
                <c:v>2</c:v>
              </c:pt>
              <c:pt idx="268">
                <c:v>2</c:v>
              </c:pt>
              <c:pt idx="269">
                <c:v>2</c:v>
              </c:pt>
              <c:pt idx="270">
                <c:v>2</c:v>
              </c:pt>
              <c:pt idx="271">
                <c:v>2</c:v>
              </c:pt>
              <c:pt idx="272">
                <c:v>2</c:v>
              </c:pt>
              <c:pt idx="273">
                <c:v>2</c:v>
              </c:pt>
              <c:pt idx="274">
                <c:v>2</c:v>
              </c:pt>
              <c:pt idx="275">
                <c:v>2</c:v>
              </c:pt>
              <c:pt idx="276">
                <c:v>4</c:v>
              </c:pt>
              <c:pt idx="277">
                <c:v>4</c:v>
              </c:pt>
              <c:pt idx="278">
                <c:v>4</c:v>
              </c:pt>
              <c:pt idx="279">
                <c:v>4</c:v>
              </c:pt>
              <c:pt idx="280">
                <c:v>4</c:v>
              </c:pt>
              <c:pt idx="281">
                <c:v>4</c:v>
              </c:pt>
              <c:pt idx="282">
                <c:v>4</c:v>
              </c:pt>
              <c:pt idx="283">
                <c:v>4</c:v>
              </c:pt>
              <c:pt idx="284">
                <c:v>4</c:v>
              </c:pt>
              <c:pt idx="285">
                <c:v>4</c:v>
              </c:pt>
              <c:pt idx="286">
                <c:v>4</c:v>
              </c:pt>
              <c:pt idx="287">
                <c:v>4</c:v>
              </c:pt>
              <c:pt idx="288">
                <c:v>4</c:v>
              </c:pt>
              <c:pt idx="289">
                <c:v>4</c:v>
              </c:pt>
              <c:pt idx="290">
                <c:v>4</c:v>
              </c:pt>
              <c:pt idx="291">
                <c:v>4</c:v>
              </c:pt>
              <c:pt idx="292">
                <c:v>4</c:v>
              </c:pt>
              <c:pt idx="293">
                <c:v>4</c:v>
              </c:pt>
              <c:pt idx="294">
                <c:v>4</c:v>
              </c:pt>
              <c:pt idx="295">
                <c:v>4</c:v>
              </c:pt>
              <c:pt idx="296">
                <c:v>4</c:v>
              </c:pt>
              <c:pt idx="297">
                <c:v>4</c:v>
              </c:pt>
              <c:pt idx="298">
                <c:v>4</c:v>
              </c:pt>
              <c:pt idx="299">
                <c:v>4</c:v>
              </c:pt>
              <c:pt idx="300">
                <c:v>4</c:v>
              </c:pt>
              <c:pt idx="301">
                <c:v>4</c:v>
              </c:pt>
              <c:pt idx="302">
                <c:v>4</c:v>
              </c:pt>
              <c:pt idx="303">
                <c:v>4</c:v>
              </c:pt>
              <c:pt idx="304">
                <c:v>4</c:v>
              </c:pt>
              <c:pt idx="305">
                <c:v>4</c:v>
              </c:pt>
              <c:pt idx="306">
                <c:v>4</c:v>
              </c:pt>
              <c:pt idx="307">
                <c:v>4</c:v>
              </c:pt>
              <c:pt idx="308">
                <c:v>4</c:v>
              </c:pt>
              <c:pt idx="309">
                <c:v>4</c:v>
              </c:pt>
              <c:pt idx="310">
                <c:v>4</c:v>
              </c:pt>
              <c:pt idx="311">
                <c:v>4</c:v>
              </c:pt>
              <c:pt idx="312">
                <c:v>4</c:v>
              </c:pt>
              <c:pt idx="313">
                <c:v>4</c:v>
              </c:pt>
              <c:pt idx="314">
                <c:v>4</c:v>
              </c:pt>
              <c:pt idx="315">
                <c:v>4</c:v>
              </c:pt>
              <c:pt idx="316">
                <c:v>4</c:v>
              </c:pt>
              <c:pt idx="317">
                <c:v>4</c:v>
              </c:pt>
              <c:pt idx="318">
                <c:v>4</c:v>
              </c:pt>
              <c:pt idx="319">
                <c:v>4</c:v>
              </c:pt>
              <c:pt idx="320">
                <c:v>4</c:v>
              </c:pt>
              <c:pt idx="321">
                <c:v>4</c:v>
              </c:pt>
              <c:pt idx="322">
                <c:v>4</c:v>
              </c:pt>
              <c:pt idx="323">
                <c:v>4</c:v>
              </c:pt>
              <c:pt idx="324">
                <c:v>4</c:v>
              </c:pt>
              <c:pt idx="325">
                <c:v>4</c:v>
              </c:pt>
              <c:pt idx="326">
                <c:v>2</c:v>
              </c:pt>
              <c:pt idx="327">
                <c:v>2</c:v>
              </c:pt>
              <c:pt idx="328">
                <c:v>2</c:v>
              </c:pt>
              <c:pt idx="329">
                <c:v>2</c:v>
              </c:pt>
              <c:pt idx="330">
                <c:v>2</c:v>
              </c:pt>
              <c:pt idx="331">
                <c:v>2</c:v>
              </c:pt>
              <c:pt idx="332">
                <c:v>2</c:v>
              </c:pt>
              <c:pt idx="333">
                <c:v>2</c:v>
              </c:pt>
              <c:pt idx="334">
                <c:v>2</c:v>
              </c:pt>
              <c:pt idx="335">
                <c:v>2</c:v>
              </c:pt>
              <c:pt idx="336">
                <c:v>2</c:v>
              </c:pt>
              <c:pt idx="337">
                <c:v>2</c:v>
              </c:pt>
              <c:pt idx="338">
                <c:v>2</c:v>
              </c:pt>
              <c:pt idx="339">
                <c:v>2</c:v>
              </c:pt>
              <c:pt idx="340">
                <c:v>2</c:v>
              </c:pt>
              <c:pt idx="341">
                <c:v>2</c:v>
              </c:pt>
              <c:pt idx="342">
                <c:v>2</c:v>
              </c:pt>
              <c:pt idx="343">
                <c:v>2</c:v>
              </c:pt>
              <c:pt idx="344">
                <c:v>2</c:v>
              </c:pt>
              <c:pt idx="345">
                <c:v>2</c:v>
              </c:pt>
              <c:pt idx="346">
                <c:v>2</c:v>
              </c:pt>
              <c:pt idx="347">
                <c:v>2</c:v>
              </c:pt>
              <c:pt idx="348">
                <c:v>2</c:v>
              </c:pt>
              <c:pt idx="349">
                <c:v>2</c:v>
              </c:pt>
              <c:pt idx="350">
                <c:v>2</c:v>
              </c:pt>
              <c:pt idx="351">
                <c:v>2</c:v>
              </c:pt>
              <c:pt idx="352">
                <c:v>2</c:v>
              </c:pt>
              <c:pt idx="353">
                <c:v>2</c:v>
              </c:pt>
              <c:pt idx="354">
                <c:v>2</c:v>
              </c:pt>
              <c:pt idx="355">
                <c:v>2</c:v>
              </c:pt>
              <c:pt idx="356">
                <c:v>2</c:v>
              </c:pt>
              <c:pt idx="357">
                <c:v>2</c:v>
              </c:pt>
              <c:pt idx="358">
                <c:v>2</c:v>
              </c:pt>
              <c:pt idx="359">
                <c:v>2</c:v>
              </c:pt>
              <c:pt idx="360">
                <c:v>2</c:v>
              </c:pt>
              <c:pt idx="361">
                <c:v>2</c:v>
              </c:pt>
              <c:pt idx="362">
                <c:v>2</c:v>
              </c:pt>
              <c:pt idx="363">
                <c:v>2</c:v>
              </c:pt>
              <c:pt idx="364">
                <c:v>2</c:v>
              </c:pt>
              <c:pt idx="365">
                <c:v>2</c:v>
              </c:pt>
              <c:pt idx="366">
                <c:v>2</c:v>
              </c:pt>
              <c:pt idx="367">
                <c:v>2</c:v>
              </c:pt>
              <c:pt idx="368">
                <c:v>2</c:v>
              </c:pt>
              <c:pt idx="369">
                <c:v>2</c:v>
              </c:pt>
              <c:pt idx="370">
                <c:v>2</c:v>
              </c:pt>
              <c:pt idx="371">
                <c:v>2</c:v>
              </c:pt>
              <c:pt idx="372">
                <c:v>2</c:v>
              </c:pt>
              <c:pt idx="373">
                <c:v>2</c:v>
              </c:pt>
              <c:pt idx="374">
                <c:v>2</c:v>
              </c:pt>
              <c:pt idx="375">
                <c:v>2</c:v>
              </c:pt>
              <c:pt idx="376">
                <c:v>4</c:v>
              </c:pt>
              <c:pt idx="377">
                <c:v>4</c:v>
              </c:pt>
              <c:pt idx="378">
                <c:v>4</c:v>
              </c:pt>
              <c:pt idx="379">
                <c:v>4</c:v>
              </c:pt>
              <c:pt idx="380">
                <c:v>4</c:v>
              </c:pt>
              <c:pt idx="381">
                <c:v>4</c:v>
              </c:pt>
              <c:pt idx="382">
                <c:v>4</c:v>
              </c:pt>
              <c:pt idx="383">
                <c:v>4</c:v>
              </c:pt>
              <c:pt idx="384">
                <c:v>4</c:v>
              </c:pt>
              <c:pt idx="385">
                <c:v>4</c:v>
              </c:pt>
              <c:pt idx="386">
                <c:v>4</c:v>
              </c:pt>
              <c:pt idx="387">
                <c:v>4</c:v>
              </c:pt>
              <c:pt idx="388">
                <c:v>4</c:v>
              </c:pt>
              <c:pt idx="389">
                <c:v>4</c:v>
              </c:pt>
              <c:pt idx="390">
                <c:v>4</c:v>
              </c:pt>
              <c:pt idx="391">
                <c:v>4</c:v>
              </c:pt>
              <c:pt idx="392">
                <c:v>4</c:v>
              </c:pt>
              <c:pt idx="393">
                <c:v>4</c:v>
              </c:pt>
              <c:pt idx="394">
                <c:v>4</c:v>
              </c:pt>
              <c:pt idx="395">
                <c:v>4</c:v>
              </c:pt>
              <c:pt idx="396">
                <c:v>4</c:v>
              </c:pt>
              <c:pt idx="397">
                <c:v>4</c:v>
              </c:pt>
              <c:pt idx="398">
                <c:v>4</c:v>
              </c:pt>
              <c:pt idx="399">
                <c:v>4</c:v>
              </c:pt>
              <c:pt idx="400">
                <c:v>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D77D-4EEC-AE14-BC175932F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.5"/>
          <c:min val="-1.5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Time (bit intervals)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252525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Rectangular-pulse spectrum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Rectangular-pulse spectrum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67"/>
              <c:pt idx="0">
                <c:v>-2</c:v>
              </c:pt>
              <c:pt idx="1">
                <c:v>-1.9850000000000001</c:v>
              </c:pt>
              <c:pt idx="2">
                <c:v>-1.97</c:v>
              </c:pt>
              <c:pt idx="3">
                <c:v>-1.9550000000000001</c:v>
              </c:pt>
              <c:pt idx="4">
                <c:v>-1.94</c:v>
              </c:pt>
              <c:pt idx="5">
                <c:v>-1.925</c:v>
              </c:pt>
              <c:pt idx="6">
                <c:v>-1.91</c:v>
              </c:pt>
              <c:pt idx="7">
                <c:v>-1.895</c:v>
              </c:pt>
              <c:pt idx="8">
                <c:v>-1.88</c:v>
              </c:pt>
              <c:pt idx="9">
                <c:v>-1.865</c:v>
              </c:pt>
              <c:pt idx="10">
                <c:v>-1.85</c:v>
              </c:pt>
              <c:pt idx="11">
                <c:v>-1.835</c:v>
              </c:pt>
              <c:pt idx="12">
                <c:v>-1.8199999999999998</c:v>
              </c:pt>
              <c:pt idx="13">
                <c:v>-1.8049999999999999</c:v>
              </c:pt>
              <c:pt idx="14">
                <c:v>-1.79</c:v>
              </c:pt>
              <c:pt idx="15">
                <c:v>-1.7749999999999999</c:v>
              </c:pt>
              <c:pt idx="16">
                <c:v>-1.7599999999999998</c:v>
              </c:pt>
              <c:pt idx="17">
                <c:v>-1.7449999999999999</c:v>
              </c:pt>
              <c:pt idx="18">
                <c:v>-1.73</c:v>
              </c:pt>
              <c:pt idx="19">
                <c:v>-1.7149999999999999</c:v>
              </c:pt>
              <c:pt idx="20">
                <c:v>-1.6999999999999997</c:v>
              </c:pt>
              <c:pt idx="21">
                <c:v>-1.6849999999999998</c:v>
              </c:pt>
              <c:pt idx="22">
                <c:v>-1.67</c:v>
              </c:pt>
              <c:pt idx="23">
                <c:v>-1.6549999999999998</c:v>
              </c:pt>
              <c:pt idx="24">
                <c:v>-1.6399999999999997</c:v>
              </c:pt>
              <c:pt idx="25">
                <c:v>-1.6249999999999998</c:v>
              </c:pt>
              <c:pt idx="26">
                <c:v>-1.6099999999999999</c:v>
              </c:pt>
              <c:pt idx="27">
                <c:v>-1.5949999999999998</c:v>
              </c:pt>
              <c:pt idx="28">
                <c:v>-1.5799999999999996</c:v>
              </c:pt>
              <c:pt idx="29">
                <c:v>-1.5649999999999997</c:v>
              </c:pt>
              <c:pt idx="30">
                <c:v>-1.5499999999999998</c:v>
              </c:pt>
              <c:pt idx="31">
                <c:v>-1.5349999999999997</c:v>
              </c:pt>
              <c:pt idx="32">
                <c:v>-1.5199999999999996</c:v>
              </c:pt>
              <c:pt idx="33">
                <c:v>-1.5049999999999997</c:v>
              </c:pt>
              <c:pt idx="34">
                <c:v>-1.4899999999999998</c:v>
              </c:pt>
              <c:pt idx="35">
                <c:v>-1.4749999999999996</c:v>
              </c:pt>
              <c:pt idx="36">
                <c:v>-1.4599999999999995</c:v>
              </c:pt>
              <c:pt idx="37">
                <c:v>-1.4449999999999996</c:v>
              </c:pt>
              <c:pt idx="38">
                <c:v>-1.4299999999999997</c:v>
              </c:pt>
              <c:pt idx="39">
                <c:v>-1.4149999999999996</c:v>
              </c:pt>
              <c:pt idx="40">
                <c:v>-1.3999999999999995</c:v>
              </c:pt>
              <c:pt idx="41">
                <c:v>-1.3849999999999996</c:v>
              </c:pt>
              <c:pt idx="42">
                <c:v>-1.3699999999999997</c:v>
              </c:pt>
              <c:pt idx="43">
                <c:v>-1.3549999999999995</c:v>
              </c:pt>
              <c:pt idx="44">
                <c:v>-1.3399999999999994</c:v>
              </c:pt>
              <c:pt idx="45">
                <c:v>-1.3249999999999995</c:v>
              </c:pt>
              <c:pt idx="46">
                <c:v>-1.3099999999999996</c:v>
              </c:pt>
              <c:pt idx="47">
                <c:v>-1.2949999999999995</c:v>
              </c:pt>
              <c:pt idx="48">
                <c:v>-1.2799999999999994</c:v>
              </c:pt>
              <c:pt idx="49">
                <c:v>-1.2649999999999995</c:v>
              </c:pt>
              <c:pt idx="50">
                <c:v>-1.2499999999999996</c:v>
              </c:pt>
              <c:pt idx="51">
                <c:v>-1.2349999999999994</c:v>
              </c:pt>
              <c:pt idx="52">
                <c:v>-1.2199999999999993</c:v>
              </c:pt>
              <c:pt idx="53">
                <c:v>-1.2049999999999994</c:v>
              </c:pt>
              <c:pt idx="54">
                <c:v>-1.1899999999999995</c:v>
              </c:pt>
              <c:pt idx="55">
                <c:v>-1.1749999999999994</c:v>
              </c:pt>
              <c:pt idx="56">
                <c:v>-1.1599999999999993</c:v>
              </c:pt>
              <c:pt idx="57">
                <c:v>-1.1449999999999994</c:v>
              </c:pt>
              <c:pt idx="58">
                <c:v>-1.1299999999999994</c:v>
              </c:pt>
              <c:pt idx="59">
                <c:v>-1.1149999999999993</c:v>
              </c:pt>
              <c:pt idx="60">
                <c:v>-1.0999999999999992</c:v>
              </c:pt>
              <c:pt idx="61">
                <c:v>-1.0849999999999993</c:v>
              </c:pt>
              <c:pt idx="62">
                <c:v>-1.0699999999999994</c:v>
              </c:pt>
              <c:pt idx="63">
                <c:v>-1.0549999999999993</c:v>
              </c:pt>
              <c:pt idx="64">
                <c:v>-1.0399999999999991</c:v>
              </c:pt>
              <c:pt idx="65">
                <c:v>-1.0249999999999992</c:v>
              </c:pt>
              <c:pt idx="66">
                <c:v>-1.0099999999999993</c:v>
              </c:pt>
              <c:pt idx="67">
                <c:v>-0.99499999999999922</c:v>
              </c:pt>
              <c:pt idx="68">
                <c:v>-0.97999999999999932</c:v>
              </c:pt>
              <c:pt idx="69">
                <c:v>-0.96499999999999941</c:v>
              </c:pt>
              <c:pt idx="70">
                <c:v>-0.94999999999999951</c:v>
              </c:pt>
              <c:pt idx="71">
                <c:v>-0.93499999999999961</c:v>
              </c:pt>
              <c:pt idx="72">
                <c:v>-0.91999999999999971</c:v>
              </c:pt>
              <c:pt idx="73">
                <c:v>-0.9049999999999998</c:v>
              </c:pt>
              <c:pt idx="74">
                <c:v>-0.8899999999999999</c:v>
              </c:pt>
              <c:pt idx="75">
                <c:v>-0.875</c:v>
              </c:pt>
              <c:pt idx="76">
                <c:v>-0.8600000000000001</c:v>
              </c:pt>
              <c:pt idx="77">
                <c:v>-0.8450000000000002</c:v>
              </c:pt>
              <c:pt idx="78">
                <c:v>-0.83000000000000029</c:v>
              </c:pt>
              <c:pt idx="79">
                <c:v>-0.81500000000000039</c:v>
              </c:pt>
              <c:pt idx="80">
                <c:v>-0.80000000000000049</c:v>
              </c:pt>
              <c:pt idx="81">
                <c:v>-0.78500000000000059</c:v>
              </c:pt>
              <c:pt idx="82">
                <c:v>-0.77000000000000068</c:v>
              </c:pt>
              <c:pt idx="83">
                <c:v>-0.75500000000000078</c:v>
              </c:pt>
              <c:pt idx="84">
                <c:v>-0.74000000000000088</c:v>
              </c:pt>
              <c:pt idx="85">
                <c:v>-0.72500000000000098</c:v>
              </c:pt>
              <c:pt idx="86">
                <c:v>-0.71000000000000107</c:v>
              </c:pt>
              <c:pt idx="87">
                <c:v>-0.69500000000000117</c:v>
              </c:pt>
              <c:pt idx="88">
                <c:v>-0.68000000000000127</c:v>
              </c:pt>
              <c:pt idx="89">
                <c:v>-0.66500000000000137</c:v>
              </c:pt>
              <c:pt idx="90">
                <c:v>-0.65000000000000147</c:v>
              </c:pt>
              <c:pt idx="91">
                <c:v>-0.63500000000000156</c:v>
              </c:pt>
              <c:pt idx="92">
                <c:v>-0.62000000000000166</c:v>
              </c:pt>
              <c:pt idx="93">
                <c:v>-0.60500000000000176</c:v>
              </c:pt>
              <c:pt idx="94">
                <c:v>-0.59000000000000186</c:v>
              </c:pt>
              <c:pt idx="95">
                <c:v>-0.57500000000000195</c:v>
              </c:pt>
              <c:pt idx="96">
                <c:v>-0.56000000000000205</c:v>
              </c:pt>
              <c:pt idx="97">
                <c:v>-0.54500000000000215</c:v>
              </c:pt>
              <c:pt idx="98">
                <c:v>-0.53000000000000225</c:v>
              </c:pt>
              <c:pt idx="99">
                <c:v>-0.51500000000000234</c:v>
              </c:pt>
              <c:pt idx="100">
                <c:v>-0.50000000000000244</c:v>
              </c:pt>
              <c:pt idx="101">
                <c:v>-0.48500000000000254</c:v>
              </c:pt>
              <c:pt idx="102">
                <c:v>-0.47000000000000264</c:v>
              </c:pt>
              <c:pt idx="103">
                <c:v>-0.45500000000000274</c:v>
              </c:pt>
              <c:pt idx="104">
                <c:v>-0.44000000000000283</c:v>
              </c:pt>
              <c:pt idx="105">
                <c:v>-0.42500000000000293</c:v>
              </c:pt>
              <c:pt idx="106">
                <c:v>-0.41000000000000303</c:v>
              </c:pt>
              <c:pt idx="107">
                <c:v>-0.39500000000000313</c:v>
              </c:pt>
              <c:pt idx="108">
                <c:v>-0.38000000000000322</c:v>
              </c:pt>
              <c:pt idx="109">
                <c:v>-0.36500000000000332</c:v>
              </c:pt>
              <c:pt idx="110">
                <c:v>-0.35000000000000342</c:v>
              </c:pt>
              <c:pt idx="111">
                <c:v>-0.33500000000000352</c:v>
              </c:pt>
              <c:pt idx="112">
                <c:v>-0.32000000000000361</c:v>
              </c:pt>
              <c:pt idx="113">
                <c:v>-0.30500000000000371</c:v>
              </c:pt>
              <c:pt idx="114">
                <c:v>-0.29000000000000381</c:v>
              </c:pt>
              <c:pt idx="115">
                <c:v>-0.27500000000000391</c:v>
              </c:pt>
              <c:pt idx="116">
                <c:v>-0.26000000000000401</c:v>
              </c:pt>
              <c:pt idx="117">
                <c:v>-0.2450000000000041</c:v>
              </c:pt>
              <c:pt idx="118">
                <c:v>-0.2300000000000042</c:v>
              </c:pt>
              <c:pt idx="119">
                <c:v>-0.2150000000000043</c:v>
              </c:pt>
              <c:pt idx="120">
                <c:v>-0.2000000000000044</c:v>
              </c:pt>
              <c:pt idx="121">
                <c:v>-0.18500000000000449</c:v>
              </c:pt>
              <c:pt idx="122">
                <c:v>-0.17000000000000459</c:v>
              </c:pt>
              <c:pt idx="123">
                <c:v>-0.15500000000000469</c:v>
              </c:pt>
              <c:pt idx="124">
                <c:v>-0.14000000000000479</c:v>
              </c:pt>
              <c:pt idx="125">
                <c:v>-0.12500000000000488</c:v>
              </c:pt>
              <c:pt idx="126">
                <c:v>-0.11000000000000498</c:v>
              </c:pt>
              <c:pt idx="127">
                <c:v>-9.500000000000508E-2</c:v>
              </c:pt>
              <c:pt idx="128">
                <c:v>-8.0000000000005178E-2</c:v>
              </c:pt>
              <c:pt idx="129">
                <c:v>-6.5000000000005276E-2</c:v>
              </c:pt>
              <c:pt idx="130">
                <c:v>-5.0000000000005373E-2</c:v>
              </c:pt>
              <c:pt idx="131">
                <c:v>-3.5000000000005471E-2</c:v>
              </c:pt>
              <c:pt idx="132">
                <c:v>-2.0000000000005569E-2</c:v>
              </c:pt>
              <c:pt idx="133">
                <c:v>-5.0000000000056666E-3</c:v>
              </c:pt>
              <c:pt idx="134">
                <c:v>9.9999999999944578E-3</c:v>
              </c:pt>
              <c:pt idx="135">
                <c:v>2.4999999999994582E-2</c:v>
              </c:pt>
              <c:pt idx="136">
                <c:v>3.9999999999994706E-2</c:v>
              </c:pt>
              <c:pt idx="137">
                <c:v>5.4999999999994831E-2</c:v>
              </c:pt>
              <c:pt idx="138">
                <c:v>6.9999999999994955E-2</c:v>
              </c:pt>
              <c:pt idx="139">
                <c:v>8.4999999999995079E-2</c:v>
              </c:pt>
              <c:pt idx="140">
                <c:v>9.9999999999995204E-2</c:v>
              </c:pt>
              <c:pt idx="141">
                <c:v>0.11499999999999533</c:v>
              </c:pt>
              <c:pt idx="142">
                <c:v>0.12999999999999545</c:v>
              </c:pt>
              <c:pt idx="143">
                <c:v>0.14499999999999558</c:v>
              </c:pt>
              <c:pt idx="144">
                <c:v>0.1599999999999957</c:v>
              </c:pt>
              <c:pt idx="145">
                <c:v>0.17499999999999583</c:v>
              </c:pt>
              <c:pt idx="146">
                <c:v>0.18999999999999595</c:v>
              </c:pt>
              <c:pt idx="147">
                <c:v>0.20499999999999607</c:v>
              </c:pt>
              <c:pt idx="148">
                <c:v>0.2199999999999962</c:v>
              </c:pt>
              <c:pt idx="149">
                <c:v>0.23499999999999632</c:v>
              </c:pt>
              <c:pt idx="150">
                <c:v>0.24999999999999645</c:v>
              </c:pt>
              <c:pt idx="151">
                <c:v>0.26499999999999657</c:v>
              </c:pt>
              <c:pt idx="152">
                <c:v>0.2799999999999967</c:v>
              </c:pt>
              <c:pt idx="153">
                <c:v>0.29499999999999682</c:v>
              </c:pt>
              <c:pt idx="154">
                <c:v>0.30999999999999694</c:v>
              </c:pt>
              <c:pt idx="155">
                <c:v>0.32499999999999707</c:v>
              </c:pt>
              <c:pt idx="156">
                <c:v>0.33999999999999719</c:v>
              </c:pt>
              <c:pt idx="157">
                <c:v>0.35499999999999732</c:v>
              </c:pt>
              <c:pt idx="158">
                <c:v>0.36999999999999744</c:v>
              </c:pt>
              <c:pt idx="159">
                <c:v>0.38499999999999757</c:v>
              </c:pt>
              <c:pt idx="160">
                <c:v>0.39999999999999769</c:v>
              </c:pt>
              <c:pt idx="161">
                <c:v>0.41499999999999782</c:v>
              </c:pt>
              <c:pt idx="162">
                <c:v>0.42999999999999794</c:v>
              </c:pt>
              <c:pt idx="163">
                <c:v>0.44499999999999806</c:v>
              </c:pt>
              <c:pt idx="164">
                <c:v>0.45999999999999819</c:v>
              </c:pt>
              <c:pt idx="165">
                <c:v>0.47499999999999831</c:v>
              </c:pt>
              <c:pt idx="166">
                <c:v>0.48999999999999844</c:v>
              </c:pt>
              <c:pt idx="167">
                <c:v>0.50499999999999856</c:v>
              </c:pt>
              <c:pt idx="168">
                <c:v>0.51999999999999869</c:v>
              </c:pt>
              <c:pt idx="169">
                <c:v>0.53499999999999881</c:v>
              </c:pt>
              <c:pt idx="170">
                <c:v>0.54999999999999893</c:v>
              </c:pt>
              <c:pt idx="171">
                <c:v>0.56499999999999906</c:v>
              </c:pt>
              <c:pt idx="172">
                <c:v>0.57999999999999918</c:v>
              </c:pt>
              <c:pt idx="173">
                <c:v>0.59499999999999931</c:v>
              </c:pt>
              <c:pt idx="174">
                <c:v>0.60999999999999943</c:v>
              </c:pt>
              <c:pt idx="175">
                <c:v>0.62499999999999956</c:v>
              </c:pt>
              <c:pt idx="176">
                <c:v>0.63999999999999968</c:v>
              </c:pt>
              <c:pt idx="177">
                <c:v>0.6549999999999998</c:v>
              </c:pt>
              <c:pt idx="178">
                <c:v>0.66999999999999993</c:v>
              </c:pt>
              <c:pt idx="179">
                <c:v>0.68500000000000005</c:v>
              </c:pt>
              <c:pt idx="180">
                <c:v>0.70000000000000018</c:v>
              </c:pt>
              <c:pt idx="181">
                <c:v>0.7150000000000003</c:v>
              </c:pt>
              <c:pt idx="182">
                <c:v>0.73000000000000043</c:v>
              </c:pt>
              <c:pt idx="183">
                <c:v>0.74500000000000055</c:v>
              </c:pt>
              <c:pt idx="184">
                <c:v>0.76000000000000068</c:v>
              </c:pt>
              <c:pt idx="185">
                <c:v>0.7750000000000008</c:v>
              </c:pt>
              <c:pt idx="186">
                <c:v>0.79000000000000092</c:v>
              </c:pt>
              <c:pt idx="187">
                <c:v>0.80500000000000105</c:v>
              </c:pt>
              <c:pt idx="188">
                <c:v>0.82000000000000117</c:v>
              </c:pt>
              <c:pt idx="189">
                <c:v>0.8350000000000013</c:v>
              </c:pt>
              <c:pt idx="190">
                <c:v>0.85000000000000142</c:v>
              </c:pt>
              <c:pt idx="191">
                <c:v>0.86500000000000155</c:v>
              </c:pt>
              <c:pt idx="192">
                <c:v>0.88000000000000167</c:v>
              </c:pt>
              <c:pt idx="193">
                <c:v>0.89500000000000179</c:v>
              </c:pt>
              <c:pt idx="194">
                <c:v>0.91000000000000192</c:v>
              </c:pt>
              <c:pt idx="195">
                <c:v>0.92500000000000204</c:v>
              </c:pt>
              <c:pt idx="196">
                <c:v>0.94000000000000217</c:v>
              </c:pt>
              <c:pt idx="197">
                <c:v>0.95500000000000229</c:v>
              </c:pt>
              <c:pt idx="198">
                <c:v>0.97000000000000242</c:v>
              </c:pt>
              <c:pt idx="199">
                <c:v>0.98500000000000254</c:v>
              </c:pt>
              <c:pt idx="200">
                <c:v>1.0000000000000027</c:v>
              </c:pt>
              <c:pt idx="201">
                <c:v>1.0150000000000028</c:v>
              </c:pt>
              <c:pt idx="202">
                <c:v>1.0300000000000029</c:v>
              </c:pt>
              <c:pt idx="203">
                <c:v>1.045000000000003</c:v>
              </c:pt>
              <c:pt idx="204">
                <c:v>1.0600000000000032</c:v>
              </c:pt>
              <c:pt idx="205">
                <c:v>1.0750000000000033</c:v>
              </c:pt>
              <c:pt idx="206">
                <c:v>1.0900000000000034</c:v>
              </c:pt>
              <c:pt idx="207">
                <c:v>1.1050000000000035</c:v>
              </c:pt>
              <c:pt idx="208">
                <c:v>1.1200000000000037</c:v>
              </c:pt>
              <c:pt idx="209">
                <c:v>1.1350000000000038</c:v>
              </c:pt>
              <c:pt idx="210">
                <c:v>1.1500000000000039</c:v>
              </c:pt>
              <c:pt idx="211">
                <c:v>1.165000000000004</c:v>
              </c:pt>
              <c:pt idx="212">
                <c:v>1.1800000000000042</c:v>
              </c:pt>
              <c:pt idx="213">
                <c:v>1.1950000000000043</c:v>
              </c:pt>
              <c:pt idx="214">
                <c:v>1.2100000000000044</c:v>
              </c:pt>
              <c:pt idx="215">
                <c:v>1.2250000000000045</c:v>
              </c:pt>
              <c:pt idx="216">
                <c:v>1.2400000000000047</c:v>
              </c:pt>
              <c:pt idx="217">
                <c:v>1.2550000000000048</c:v>
              </c:pt>
              <c:pt idx="218">
                <c:v>1.2700000000000049</c:v>
              </c:pt>
              <c:pt idx="219">
                <c:v>1.285000000000005</c:v>
              </c:pt>
              <c:pt idx="220">
                <c:v>1.3000000000000052</c:v>
              </c:pt>
              <c:pt idx="221">
                <c:v>1.3150000000000053</c:v>
              </c:pt>
              <c:pt idx="222">
                <c:v>1.3300000000000054</c:v>
              </c:pt>
              <c:pt idx="223">
                <c:v>1.3450000000000055</c:v>
              </c:pt>
              <c:pt idx="224">
                <c:v>1.3600000000000056</c:v>
              </c:pt>
              <c:pt idx="225">
                <c:v>1.3750000000000058</c:v>
              </c:pt>
              <c:pt idx="226">
                <c:v>1.3900000000000059</c:v>
              </c:pt>
              <c:pt idx="227">
                <c:v>1.405000000000006</c:v>
              </c:pt>
              <c:pt idx="228">
                <c:v>1.4200000000000061</c:v>
              </c:pt>
              <c:pt idx="229">
                <c:v>1.4350000000000063</c:v>
              </c:pt>
              <c:pt idx="230">
                <c:v>1.4500000000000064</c:v>
              </c:pt>
              <c:pt idx="231">
                <c:v>1.4650000000000065</c:v>
              </c:pt>
              <c:pt idx="232">
                <c:v>1.4800000000000066</c:v>
              </c:pt>
              <c:pt idx="233">
                <c:v>1.4950000000000068</c:v>
              </c:pt>
              <c:pt idx="234">
                <c:v>1.5100000000000069</c:v>
              </c:pt>
              <c:pt idx="235">
                <c:v>1.525000000000007</c:v>
              </c:pt>
              <c:pt idx="236">
                <c:v>1.5400000000000071</c:v>
              </c:pt>
              <c:pt idx="237">
                <c:v>1.5550000000000073</c:v>
              </c:pt>
              <c:pt idx="238">
                <c:v>1.5700000000000074</c:v>
              </c:pt>
              <c:pt idx="239">
                <c:v>1.5850000000000075</c:v>
              </c:pt>
              <c:pt idx="240">
                <c:v>1.6000000000000076</c:v>
              </c:pt>
              <c:pt idx="241">
                <c:v>1.6150000000000078</c:v>
              </c:pt>
              <c:pt idx="242">
                <c:v>1.6300000000000079</c:v>
              </c:pt>
              <c:pt idx="243">
                <c:v>1.645000000000008</c:v>
              </c:pt>
              <c:pt idx="244">
                <c:v>1.6600000000000081</c:v>
              </c:pt>
              <c:pt idx="245">
                <c:v>1.6750000000000083</c:v>
              </c:pt>
              <c:pt idx="246">
                <c:v>1.6900000000000084</c:v>
              </c:pt>
              <c:pt idx="247">
                <c:v>1.7050000000000085</c:v>
              </c:pt>
              <c:pt idx="248">
                <c:v>1.7200000000000086</c:v>
              </c:pt>
              <c:pt idx="249">
                <c:v>1.7350000000000088</c:v>
              </c:pt>
              <c:pt idx="250">
                <c:v>1.7500000000000089</c:v>
              </c:pt>
              <c:pt idx="251">
                <c:v>1.765000000000009</c:v>
              </c:pt>
              <c:pt idx="252">
                <c:v>1.7800000000000091</c:v>
              </c:pt>
              <c:pt idx="253">
                <c:v>1.7950000000000093</c:v>
              </c:pt>
              <c:pt idx="254">
                <c:v>1.8100000000000094</c:v>
              </c:pt>
              <c:pt idx="255">
                <c:v>1.8250000000000095</c:v>
              </c:pt>
              <c:pt idx="256">
                <c:v>1.8400000000000096</c:v>
              </c:pt>
              <c:pt idx="257">
                <c:v>1.8550000000000098</c:v>
              </c:pt>
              <c:pt idx="258">
                <c:v>1.8700000000000099</c:v>
              </c:pt>
              <c:pt idx="259">
                <c:v>1.88500000000001</c:v>
              </c:pt>
              <c:pt idx="260">
                <c:v>1.9000000000000101</c:v>
              </c:pt>
              <c:pt idx="261">
                <c:v>1.9150000000000102</c:v>
              </c:pt>
              <c:pt idx="262">
                <c:v>1.9300000000000104</c:v>
              </c:pt>
              <c:pt idx="263">
                <c:v>1.9450000000000105</c:v>
              </c:pt>
              <c:pt idx="264">
                <c:v>1.9600000000000106</c:v>
              </c:pt>
              <c:pt idx="265">
                <c:v>1.9750000000000107</c:v>
              </c:pt>
              <c:pt idx="266">
                <c:v>1.9900000000000109</c:v>
              </c:pt>
            </c:numLit>
          </c:xVal>
          <c:yVal>
            <c:numLit>
              <c:formatCode>0</c:formatCode>
              <c:ptCount val="267"/>
              <c:pt idx="0">
                <c:v>-40</c:v>
              </c:pt>
              <c:pt idx="1">
                <c:v>-40</c:v>
              </c:pt>
              <c:pt idx="2">
                <c:v>-36.359762182557908</c:v>
              </c:pt>
              <c:pt idx="3">
                <c:v>-32.787636882918726</c:v>
              </c:pt>
              <c:pt idx="4">
                <c:v>-30.244506423576393</c:v>
              </c:pt>
              <c:pt idx="5">
                <c:v>-28.267907062484404</c:v>
              </c:pt>
              <c:pt idx="6">
                <c:v>-26.651857626530298</c:v>
              </c:pt>
              <c:pt idx="7">
                <c:v>-25.286495695849325</c:v>
              </c:pt>
              <c:pt idx="8">
                <c:v>-24.106258750920169</c:v>
              </c:pt>
              <c:pt idx="9">
                <c:v>-23.068874311489076</c:v>
              </c:pt>
              <c:pt idx="10">
                <c:v>-22.145496724882847</c:v>
              </c:pt>
              <c:pt idx="11">
                <c:v>-21.315570203019881</c:v>
              </c:pt>
              <c:pt idx="12">
                <c:v>-20.56393666380465</c:v>
              </c:pt>
              <c:pt idx="13">
                <c:v>-19.879105348471505</c:v>
              </c:pt>
              <c:pt idx="14">
                <c:v>-19.252165684130052</c:v>
              </c:pt>
              <c:pt idx="15">
                <c:v>-18.676076281081293</c:v>
              </c:pt>
              <c:pt idx="16">
                <c:v>-18.145184035681694</c:v>
              </c:pt>
              <c:pt idx="17">
                <c:v>-17.654889462404675</c:v>
              </c:pt>
              <c:pt idx="18">
                <c:v>-17.201408025792681</c:v>
              </c:pt>
              <c:pt idx="19">
                <c:v>-16.781596298459903</c:v>
              </c:pt>
              <c:pt idx="20">
                <c:v>-16.392822989728195</c:v>
              </c:pt>
              <c:pt idx="21">
                <c:v>-16.032871720620435</c:v>
              </c:pt>
              <c:pt idx="22">
                <c:v>-15.699866705744579</c:v>
              </c:pt>
              <c:pt idx="23">
                <c:v>-15.392215261885466</c:v>
              </c:pt>
              <c:pt idx="24">
                <c:v>-15.108562882388723</c:v>
              </c:pt>
              <c:pt idx="25">
                <c:v>-14.847757841761624</c:v>
              </c:pt>
              <c:pt idx="26">
                <c:v>-14.608823136496401</c:v>
              </c:pt>
              <c:pt idx="27">
                <c:v>-14.390934156720881</c:v>
              </c:pt>
              <c:pt idx="28">
                <c:v>-14.193400902115767</c:v>
              </c:pt>
              <c:pt idx="29">
                <c:v>-14.01565385866046</c:v>
              </c:pt>
              <c:pt idx="30">
                <c:v>-13.857232875987101</c:v>
              </c:pt>
              <c:pt idx="31">
                <c:v>-13.717778552611112</c:v>
              </c:pt>
              <c:pt idx="32">
                <c:v>-13.597025764716708</c:v>
              </c:pt>
              <c:pt idx="33">
                <c:v>-13.494799075232216</c:v>
              </c:pt>
              <c:pt idx="34">
                <c:v>-13.411009842114252</c:v>
              </c:pt>
              <c:pt idx="35">
                <c:v>-13.345654914434926</c:v>
              </c:pt>
              <c:pt idx="36">
                <c:v>-13.298816867047254</c:v>
              </c:pt>
              <c:pt idx="37">
                <c:v>-13.270665783527393</c:v>
              </c:pt>
              <c:pt idx="38">
                <c:v>-13.261462656659326</c:v>
              </c:pt>
              <c:pt idx="39">
                <c:v>-13.271564539906507</c:v>
              </c:pt>
              <c:pt idx="40">
                <c:v>-13.301431656547182</c:v>
              </c:pt>
              <c:pt idx="41">
                <c:v>-13.351636760829347</c:v>
              </c:pt>
              <c:pt idx="42">
                <c:v>-13.422877154597048</c:v>
              </c:pt>
              <c:pt idx="43">
                <c:v>-13.515989902767489</c:v>
              </c:pt>
              <c:pt idx="44">
                <c:v>-13.631970974941401</c:v>
              </c:pt>
              <c:pt idx="45">
                <c:v>-13.771999287118648</c:v>
              </c:pt>
              <c:pt idx="46">
                <c:v>-13.937466954465505</c:v>
              </c:pt>
              <c:pt idx="47">
                <c:v>-14.130017534327774</c:v>
              </c:pt>
              <c:pt idx="48">
                <c:v>-14.351594700481293</c:v>
              </c:pt>
              <c:pt idx="49">
                <c:v>-14.604504741479175</c:v>
              </c:pt>
              <c:pt idx="50">
                <c:v>-14.891497670683627</c:v>
              </c:pt>
              <c:pt idx="51">
                <c:v>-15.215873820641647</c:v>
              </c:pt>
              <c:pt idx="52">
                <c:v>-15.581625980970387</c:v>
              </c:pt>
              <c:pt idx="53">
                <c:v>-15.993632129087413</c:v>
              </c:pt>
              <c:pt idx="54">
                <c:v>-16.457921834577142</c:v>
              </c:pt>
              <c:pt idx="55">
                <c:v>-16.982052750157766</c:v>
              </c:pt>
              <c:pt idx="56">
                <c:v>-17.575656528549366</c:v>
              </c:pt>
              <c:pt idx="57">
                <c:v>-18.251254567778911</c:v>
              </c:pt>
              <c:pt idx="58">
                <c:v>-19.025521118946671</c:v>
              </c:pt>
              <c:pt idx="59">
                <c:v>-19.92132457732998</c:v>
              </c:pt>
              <c:pt idx="60">
                <c:v>-20.971203875326445</c:v>
              </c:pt>
              <c:pt idx="61">
                <c:v>-22.223691480167645</c:v>
              </c:pt>
              <c:pt idx="62">
                <c:v>-23.755837766759917</c:v>
              </c:pt>
              <c:pt idx="63">
                <c:v>-25.701058836938881</c:v>
              </c:pt>
              <c:pt idx="64">
                <c:v>-28.322339349925514</c:v>
              </c:pt>
              <c:pt idx="65">
                <c:v>-32.264608793589623</c:v>
              </c:pt>
              <c:pt idx="66">
                <c:v>-40</c:v>
              </c:pt>
              <c:pt idx="67">
                <c:v>-40</c:v>
              </c:pt>
              <c:pt idx="68">
                <c:v>-33.809637439140324</c:v>
              </c:pt>
              <c:pt idx="69">
                <c:v>-28.82669489074663</c:v>
              </c:pt>
              <c:pt idx="70">
                <c:v>-25.610820732519773</c:v>
              </c:pt>
              <c:pt idx="71">
                <c:v>-23.218414812879722</c:v>
              </c:pt>
              <c:pt idx="72">
                <c:v>-21.305591495057016</c:v>
              </c:pt>
              <c:pt idx="73">
                <c:v>-19.70783114913597</c:v>
              </c:pt>
              <c:pt idx="74">
                <c:v>-18.33352125167654</c:v>
              </c:pt>
              <c:pt idx="75">
                <c:v>-17.126365302667285</c:v>
              </c:pt>
              <c:pt idx="76">
                <c:v>-16.049275778122805</c:v>
              </c:pt>
              <c:pt idx="77">
                <c:v>-15.076517287855648</c:v>
              </c:pt>
              <c:pt idx="78">
                <c:v>-14.18949693953612</c:v>
              </c:pt>
              <c:pt idx="79">
                <c:v>-13.374341736957467</c:v>
              </c:pt>
              <c:pt idx="80">
                <c:v>-12.620423487820885</c:v>
              </c:pt>
              <c:pt idx="81">
                <c:v>-11.919418598541347</c:v>
              </c:pt>
              <c:pt idx="82">
                <c:v>-11.264685658753708</c:v>
              </c:pt>
              <c:pt idx="83">
                <c:v>-10.650840037114161</c:v>
              </c:pt>
              <c:pt idx="84">
                <c:v>-10.073455088204405</c:v>
              </c:pt>
              <c:pt idx="85">
                <c:v>-9.5288472779044433</c:v>
              </c:pt>
              <c:pt idx="86">
                <c:v>-9.0139184400389745</c:v>
              </c:pt>
              <c:pt idx="87">
                <c:v>-8.5260378511860466</c:v>
              </c:pt>
              <c:pt idx="88">
                <c:v>-8.0629526386186701</c:v>
              </c:pt>
              <c:pt idx="89">
                <c:v>-7.6227187247596291</c:v>
              </c:pt>
              <c:pt idx="90">
                <c:v>-7.2036469053596033</c:v>
              </c:pt>
              <c:pt idx="91">
                <c:v>-6.8042602476236711</c:v>
              </c:pt>
              <c:pt idx="92">
                <c:v>-6.4232600708795395</c:v>
              </c:pt>
              <c:pt idx="93">
                <c:v>-6.0594985149763971</c:v>
              </c:pt>
              <c:pt idx="94">
                <c:v>-5.7119562225326241</c:v>
              </c:pt>
              <c:pt idx="95">
                <c:v>-5.3797240321835211</c:v>
              </c:pt>
              <c:pt idx="96">
                <c:v>-5.0619878479610678</c:v>
              </c:pt>
              <c:pt idx="97">
                <c:v>-4.7580160459899199</c:v>
              </c:pt>
              <c:pt idx="98">
                <c:v>-4.467148924823892</c:v>
              </c:pt>
              <c:pt idx="99">
                <c:v>-4.1887898143835693</c:v>
              </c:pt>
              <c:pt idx="100">
                <c:v>-3.9223975406030966</c:v>
              </c:pt>
              <c:pt idx="101">
                <c:v>-3.6674800056050234</c:v>
              </c:pt>
              <c:pt idx="102">
                <c:v>-3.4235886915224607</c:v>
              </c:pt>
              <c:pt idx="103">
                <c:v>-3.1903139335993203</c:v>
              </c:pt>
              <c:pt idx="104">
                <c:v>-2.9672808375608084</c:v>
              </c:pt>
              <c:pt idx="105">
                <c:v>-2.7541457393971398</c:v>
              </c:pt>
              <c:pt idx="106">
                <c:v>-2.5505931240844508</c:v>
              </c:pt>
              <c:pt idx="107">
                <c:v>-2.3563329344562218</c:v>
              </c:pt>
              <c:pt idx="108">
                <c:v>-2.171098213250664</c:v>
              </c:pt>
              <c:pt idx="109">
                <c:v>-1.99464303091365</c:v>
              </c:pt>
              <c:pt idx="110">
                <c:v>-1.826740659508004</c:v>
              </c:pt>
              <c:pt idx="111">
                <c:v>-1.6671819594344419</c:v>
              </c:pt>
              <c:pt idx="112">
                <c:v>-1.5157739508920627</c:v>
              </c:pt>
              <c:pt idx="113">
                <c:v>-1.3723385463194844</c:v>
              </c:pt>
              <c:pt idx="114">
                <c:v>-1.2367114236365893</c:v>
              </c:pt>
              <c:pt idx="115">
                <c:v>-1.1087410230898214</c:v>
              </c:pt>
              <c:pt idx="116">
                <c:v>-0.98828765300123955</c:v>
              </c:pt>
              <c:pt idx="117">
                <c:v>-0.87522269182104384</c:v>
              </c:pt>
              <c:pt idx="118">
                <c:v>-0.76942787565592785</c:v>
              </c:pt>
              <c:pt idx="119">
                <c:v>-0.67079466194840087</c:v>
              </c:pt>
              <c:pt idx="120">
                <c:v>-0.57922366126164393</c:v>
              </c:pt>
              <c:pt idx="121">
                <c:v>-0.49462413021822021</c:v>
              </c:pt>
              <c:pt idx="122">
                <c:v>-0.41691351958013134</c:v>
              </c:pt>
              <c:pt idx="123">
                <c:v>-0.34601707226764394</c:v>
              </c:pt>
              <c:pt idx="124">
                <c:v>-0.28186746681622876</c:v>
              </c:pt>
              <c:pt idx="125">
                <c:v>-0.22440450238217152</c:v>
              </c:pt>
              <c:pt idx="126">
                <c:v>-0.1735748219428129</c:v>
              </c:pt>
              <c:pt idx="127">
                <c:v>-0.1293316708088913</c:v>
              </c:pt>
              <c:pt idx="128">
                <c:v>-9.1634687984827934E-2</c:v>
              </c:pt>
              <c:pt idx="129">
                <c:v>-6.0449728286542964E-2</c:v>
              </c:pt>
              <c:pt idx="130">
                <c:v>-3.5748713463283691E-2</c:v>
              </c:pt>
              <c:pt idx="131">
                <c:v>-1.7509510876472751E-2</c:v>
              </c:pt>
              <c:pt idx="132">
                <c:v>-5.7158385703987187E-3</c:v>
              </c:pt>
              <c:pt idx="133">
                <c:v>-3.5719583200366316E-4</c:v>
              </c:pt>
              <c:pt idx="134">
                <c:v>-1.4288185842985365E-3</c:v>
              </c:pt>
              <c:pt idx="135">
                <c:v>-8.9316591946575329E-3</c:v>
              </c:pt>
              <c:pt idx="136">
                <c:v>-2.2872390508975878E-2</c:v>
              </c:pt>
              <c:pt idx="137">
                <c:v>-4.3263434149405013E-2</c:v>
              </c:pt>
              <c:pt idx="138">
                <c:v>-7.0123013340786994E-2</c:v>
              </c:pt>
              <c:pt idx="139">
                <c:v>-0.10347523076244694</c:v>
              </c:pt>
              <c:pt idx="140">
                <c:v>-0.14335017216186105</c:v>
              </c:pt>
              <c:pt idx="141">
                <c:v>-0.1897840367185645</c:v>
              </c:pt>
              <c:pt idx="142">
                <c:v>-0.24281929541495831</c:v>
              </c:pt>
              <c:pt idx="143">
                <c:v>-0.30250487896022082</c:v>
              </c:pt>
              <c:pt idx="144">
                <c:v>-0.36889639712943978</c:v>
              </c:pt>
              <c:pt idx="145">
                <c:v>-0.44205639172851152</c:v>
              </c:pt>
              <c:pt idx="146">
                <c:v>-0.52205462578306494</c:v>
              </c:pt>
              <c:pt idx="147">
                <c:v>-0.60896841198471019</c:v>
              </c:pt>
              <c:pt idx="148">
                <c:v>-0.70288298391950277</c:v>
              </c:pt>
              <c:pt idx="149">
                <c:v>-0.80389191416263983</c:v>
              </c:pt>
              <c:pt idx="150">
                <c:v>-0.9120975839632145</c:v>
              </c:pt>
              <c:pt idx="151">
                <c:v>-1.0276117099785589</c:v>
              </c:pt>
              <c:pt idx="152">
                <c:v>-1.1505559343682716</c:v>
              </c:pt>
              <c:pt idx="153">
                <c:v>-1.281062485545585</c:v>
              </c:pt>
              <c:pt idx="154">
                <c:v>-1.4192749180356399</c:v>
              </c:pt>
              <c:pt idx="155">
                <c:v>-1.5653489412395691</c:v>
              </c:pt>
              <c:pt idx="156">
                <c:v>-1.7194533484903167</c:v>
              </c:pt>
              <c:pt idx="157">
                <c:v>-1.8817710596608448</c:v>
              </c:pt>
              <c:pt idx="158">
                <c:v>-2.0525002928087788</c:v>
              </c:pt>
              <c:pt idx="159">
                <c:v>-2.2318558829899788</c:v>
              </c:pt>
              <c:pt idx="160">
                <c:v>-2.4200707695416375</c:v>
              </c:pt>
              <c:pt idx="161">
                <c:v>-2.617397676942149</c:v>
              </c:pt>
              <c:pt idx="162">
                <c:v>-2.8241110189497904</c:v>
              </c:pt>
              <c:pt idx="163">
                <c:v>-3.0405090612946637</c:v>
              </c:pt>
              <c:pt idx="164">
                <c:v>-3.2669163849899658</c:v>
              </c:pt>
              <c:pt idx="165">
                <c:v>-3.5036867006485943</c:v>
              </c:pt>
              <c:pt idx="166">
                <c:v>-3.7512060744390201</c:v>
              </c:pt>
              <c:pt idx="167">
                <c:v>-4.0098966390081756</c:v>
              </c:pt>
              <c:pt idx="168">
                <c:v>-4.2802208785172198</c:v>
              </c:pt>
              <c:pt idx="169">
                <c:v>-4.5626865967715533</c:v>
              </c:pt>
              <c:pt idx="170">
                <c:v>-4.8578527024661327</c:v>
              </c:pt>
              <c:pt idx="171">
                <c:v>-5.1663359773998696</c:v>
              </c:pt>
              <c:pt idx="172">
                <c:v>-5.488819034286049</c:v>
              </c:pt>
              <c:pt idx="173">
                <c:v>-5.8260597234278606</c:v>
              </c:pt>
              <c:pt idx="174">
                <c:v>-6.1789023160747352</c:v>
              </c:pt>
              <c:pt idx="175">
                <c:v>-6.548290882345257</c:v>
              </c:pt>
              <c:pt idx="176">
                <c:v>-6.9352854011125009</c:v>
              </c:pt>
              <c:pt idx="177">
                <c:v>-7.3410812994863779</c:v>
              </c:pt>
              <c:pt idx="178">
                <c:v>-7.7670333368094413</c:v>
              </c:pt>
              <c:pt idx="179">
                <c:v>-8.2146850463218044</c:v>
              </c:pt>
              <c:pt idx="180">
                <c:v>-8.6858053624478675</c:v>
              </c:pt>
              <c:pt idx="181">
                <c:v>-9.1824346469057456</c:v>
              </c:pt>
              <c:pt idx="182">
                <c:v>-9.7069431656259031</c:v>
              </c:pt>
              <c:pt idx="183">
                <c:v>-10.262106291466589</c:v>
              </c:pt>
              <c:pt idx="184">
                <c:v>-10.851202525014564</c:v>
              </c:pt>
              <c:pt idx="185">
                <c:v>-11.478143183385283</c:v>
              </c:pt>
              <c:pt idx="186">
                <c:v>-12.147646890341058</c:v>
              </c:pt>
              <c:pt idx="187">
                <c:v>-12.865478830995398</c:v>
              </c:pt>
              <c:pt idx="188">
                <c:v>-13.638785951777555</c:v>
              </c:pt>
              <c:pt idx="189">
                <c:v>-14.476578340929835</c:v>
              </c:pt>
              <c:pt idx="190">
                <c:v>-15.390440671108516</c:v>
              </c:pt>
              <c:pt idx="191">
                <c:v>-16.395619737891352</c:v>
              </c:pt>
              <c:pt idx="192">
                <c:v>-17.512755208650095</c:v>
              </c:pt>
              <c:pt idx="193">
                <c:v>-18.770772116085901</c:v>
              </c:pt>
              <c:pt idx="194">
                <c:v>-20.21201812799783</c:v>
              </c:pt>
              <c:pt idx="195">
                <c:v>-21.902127040374893</c:v>
              </c:pt>
              <c:pt idx="196">
                <c:v>-23.951028896966172</c:v>
              </c:pt>
              <c:pt idx="197">
                <c:v>-26.564769079956399</c:v>
              </c:pt>
              <c:pt idx="198">
                <c:v>-30.205872344651716</c:v>
              </c:pt>
              <c:pt idx="199">
                <c:v>-36.350114402882376</c:v>
              </c:pt>
              <c:pt idx="200">
                <c:v>-40</c:v>
              </c:pt>
              <c:pt idx="201">
                <c:v>-36.610710637911794</c:v>
              </c:pt>
              <c:pt idx="202">
                <c:v>-30.727182153428739</c:v>
              </c:pt>
              <c:pt idx="203">
                <c:v>-27.347027457221948</c:v>
              </c:pt>
              <c:pt idx="204">
                <c:v>-24.994589130266856</c:v>
              </c:pt>
              <c:pt idx="205">
                <c:v>-23.207461670626152</c:v>
              </c:pt>
              <c:pt idx="206">
                <c:v>-21.779720240387942</c:v>
              </c:pt>
              <c:pt idx="207">
                <c:v>-20.601556970189851</c:v>
              </c:pt>
              <c:pt idx="208">
                <c:v>-19.607462219050003</c:v>
              </c:pt>
              <c:pt idx="209">
                <c:v>-18.755214819177588</c:v>
              </c:pt>
              <c:pt idx="210">
                <c:v>-18.016018963894627</c:v>
              </c:pt>
              <c:pt idx="211">
                <c:v>-17.369367338498311</c:v>
              </c:pt>
              <c:pt idx="212">
                <c:v>-16.800149050225521</c:v>
              </c:pt>
              <c:pt idx="213">
                <c:v>-16.296919329320971</c:v>
              </c:pt>
              <c:pt idx="214">
                <c:v>-15.850812470861065</c:v>
              </c:pt>
              <c:pt idx="215">
                <c:v>-15.454830907269956</c:v>
              </c:pt>
              <c:pt idx="216">
                <c:v>-15.103364382643312</c:v>
              </c:pt>
              <c:pt idx="217">
                <c:v>-14.791855352841758</c:v>
              </c:pt>
              <c:pt idx="218">
                <c:v>-14.516560382335829</c:v>
              </c:pt>
              <c:pt idx="219">
                <c:v>-14.274376364230317</c:v>
              </c:pt>
              <c:pt idx="220">
                <c:v>-14.062711608299395</c:v>
              </c:pt>
              <c:pt idx="221">
                <c:v>-13.879388672988766</c:v>
              </c:pt>
              <c:pt idx="222">
                <c:v>-13.722570102134579</c:v>
              </c:pt>
              <c:pt idx="223">
                <c:v>-13.590700986419218</c:v>
              </c:pt>
              <c:pt idx="224">
                <c:v>-13.482464088839084</c:v>
              </c:pt>
              <c:pt idx="225">
                <c:v>-13.396744498789365</c:v>
              </c:pt>
              <c:pt idx="226">
                <c:v>-13.33260162094129</c:v>
              </c:pt>
              <c:pt idx="227">
                <c:v>-13.289246893678845</c:v>
              </c:pt>
              <c:pt idx="228">
                <c:v>-13.266026050688446</c:v>
              </c:pt>
              <c:pt idx="229">
                <c:v>-13.262405042411345</c:v>
              </c:pt>
              <c:pt idx="230">
                <c:v>-13.277958957280784</c:v>
              </c:pt>
              <c:pt idx="231">
                <c:v>-13.312363450149592</c:v>
              </c:pt>
              <c:pt idx="232">
                <c:v>-13.365388313720437</c:v>
              </c:pt>
              <c:pt idx="233">
                <c:v>-13.43689292984398</c:v>
              </c:pt>
              <c:pt idx="234">
                <c:v>-13.526823419732208</c:v>
              </c:pt>
              <c:pt idx="235">
                <c:v>-13.635211381807437</c:v>
              </c:pt>
              <c:pt idx="236">
                <c:v>-13.762174168087837</c:v>
              </c:pt>
              <c:pt idx="237">
                <c:v>-13.907916708933264</c:v>
              </c:pt>
              <c:pt idx="238">
                <c:v>-14.072734955542852</c:v>
              </c:pt>
              <c:pt idx="239">
                <c:v>-14.257021073775828</c:v>
              </c:pt>
              <c:pt idx="240">
                <c:v>-14.461270596101024</c:v>
              </c:pt>
              <c:pt idx="241">
                <c:v>-14.686091826162551</c:v>
              </c:pt>
              <c:pt idx="242">
                <c:v>-14.932217899548197</c:v>
              </c:pt>
              <c:pt idx="243">
                <c:v>-15.200522044279003</c:v>
              </c:pt>
              <c:pt idx="244">
                <c:v>-15.492036768446509</c:v>
              </c:pt>
              <c:pt idx="245">
                <c:v>-15.807977949119572</c:v>
              </c:pt>
              <c:pt idx="246">
                <c:v>-16.149775133623876</c:v>
              </c:pt>
              <c:pt idx="247">
                <c:v>-16.5191098325529</c:v>
              </c:pt>
              <c:pt idx="248">
                <c:v>-16.917964245675133</c:v>
              </c:pt>
              <c:pt idx="249">
                <c:v>-17.348683813780539</c:v>
              </c:pt>
              <c:pt idx="250">
                <c:v>-17.814058384248661</c:v>
              </c:pt>
              <c:pt idx="251">
                <c:v>-18.31742886320508</c:v>
              </c:pt>
              <c:pt idx="252">
                <c:v>-18.862829413653625</c:v>
              </c:pt>
              <c:pt idx="253">
                <c:v>-19.45518024915679</c:v>
              </c:pt>
              <c:pt idx="254">
                <c:v>-20.100554104110611</c:v>
              </c:pt>
              <c:pt idx="255">
                <c:v>-20.806552793852976</c:v>
              </c:pt>
              <c:pt idx="256">
                <c:v>-21.582853204202216</c:v>
              </c:pt>
              <c:pt idx="257">
                <c:v>-22.442023113282627</c:v>
              </c:pt>
              <c:pt idx="258">
                <c:v>-23.400784380008876</c:v>
              </c:pt>
              <c:pt idx="259">
                <c:v>-24.482054320483343</c:v>
              </c:pt>
              <c:pt idx="260">
                <c:v>-25.71842219121935</c:v>
              </c:pt>
              <c:pt idx="261">
                <c:v>-27.158472282570511</c:v>
              </c:pt>
              <c:pt idx="262">
                <c:v>-28.87930839321243</c:v>
              </c:pt>
              <c:pt idx="263">
                <c:v>-31.014401757500742</c:v>
              </c:pt>
              <c:pt idx="264">
                <c:v>-33.826793991081594</c:v>
              </c:pt>
              <c:pt idx="265">
                <c:v>-37.961473485007289</c:v>
              </c:pt>
              <c:pt idx="266">
                <c:v>-40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C6E1-42AB-BF60-999DC1F15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0"/>
        </c:scaling>
        <c:delete val="0"/>
        <c:axPos val="l"/>
        <c:majorGridlines>
          <c:spPr>
            <a:ln w="6668">
              <a:solidFill>
                <a:srgbClr val="E1E5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Relative power density (dB)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2"/>
          <c:min val="-2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Frequency offset / symbol rate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OOK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OOK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0.96858316112863108</c:v>
              </c:pt>
              <c:pt idx="2">
                <c:v>0.87630668004386358</c:v>
              </c:pt>
              <c:pt idx="3">
                <c:v>0.72896862742141155</c:v>
              </c:pt>
              <c:pt idx="4">
                <c:v>0.53582679497899655</c:v>
              </c:pt>
              <c:pt idx="5">
                <c:v>0.30901699437494745</c:v>
              </c:pt>
              <c:pt idx="6">
                <c:v>6.2790519529313304E-2</c:v>
              </c:pt>
              <c:pt idx="7">
                <c:v>-0.18738131458572482</c:v>
              </c:pt>
              <c:pt idx="8">
                <c:v>-0.42577929156507272</c:v>
              </c:pt>
              <c:pt idx="9">
                <c:v>-0.63742398974868975</c:v>
              </c:pt>
              <c:pt idx="10">
                <c:v>-0.80901699437494734</c:v>
              </c:pt>
              <c:pt idx="11">
                <c:v>-0.92977648588825113</c:v>
              </c:pt>
              <c:pt idx="12">
                <c:v>-0.99211470131447776</c:v>
              </c:pt>
              <c:pt idx="13">
                <c:v>-0.99211470131447799</c:v>
              </c:pt>
              <c:pt idx="14">
                <c:v>-0.92977648588825157</c:v>
              </c:pt>
              <c:pt idx="15">
                <c:v>-0.80901699437494745</c:v>
              </c:pt>
              <c:pt idx="16">
                <c:v>-0.63742398974868952</c:v>
              </c:pt>
              <c:pt idx="17">
                <c:v>-0.42577929156507216</c:v>
              </c:pt>
              <c:pt idx="18">
                <c:v>-0.18738131458572463</c:v>
              </c:pt>
              <c:pt idx="19">
                <c:v>6.2790519529313721E-2</c:v>
              </c:pt>
              <c:pt idx="20">
                <c:v>0.30901699437494806</c:v>
              </c:pt>
              <c:pt idx="21">
                <c:v>0.53582679497899743</c:v>
              </c:pt>
              <c:pt idx="22">
                <c:v>0.72896862742141244</c:v>
              </c:pt>
              <c:pt idx="23">
                <c:v>0.87630668004386447</c:v>
              </c:pt>
              <c:pt idx="24">
                <c:v>0.96858316112863163</c:v>
              </c:pt>
              <c:pt idx="25">
                <c:v>1</c:v>
              </c:pt>
              <c:pt idx="26">
                <c:v>0.96858316112863085</c:v>
              </c:pt>
              <c:pt idx="27">
                <c:v>0.87630668004386292</c:v>
              </c:pt>
              <c:pt idx="28">
                <c:v>0.72896862742141044</c:v>
              </c:pt>
              <c:pt idx="29">
                <c:v>0.53582679497899488</c:v>
              </c:pt>
              <c:pt idx="30">
                <c:v>0.30901699437494518</c:v>
              </c:pt>
              <c:pt idx="31">
                <c:v>6.2790519529310668E-2</c:v>
              </c:pt>
              <c:pt idx="32">
                <c:v>-0.18738131458572677</c:v>
              </c:pt>
              <c:pt idx="33">
                <c:v>-0.42577929156507494</c:v>
              </c:pt>
              <c:pt idx="34">
                <c:v>-0.63742398974869197</c:v>
              </c:pt>
              <c:pt idx="35">
                <c:v>-0.80901699437494934</c:v>
              </c:pt>
              <c:pt idx="36">
                <c:v>-0.92977648588825268</c:v>
              </c:pt>
              <c:pt idx="37">
                <c:v>-0.99211470131447832</c:v>
              </c:pt>
              <c:pt idx="38">
                <c:v>-0.99211470131447732</c:v>
              </c:pt>
              <c:pt idx="39">
                <c:v>-0.92977648588824968</c:v>
              </c:pt>
              <c:pt idx="40">
                <c:v>-0.80901699437494456</c:v>
              </c:pt>
              <c:pt idx="41">
                <c:v>-0.63742398974868564</c:v>
              </c:pt>
              <c:pt idx="42">
                <c:v>-0.42577929156506755</c:v>
              </c:pt>
              <c:pt idx="43">
                <c:v>-0.18738131458572052</c:v>
              </c:pt>
              <c:pt idx="44">
                <c:v>6.2790519529317912E-2</c:v>
              </c:pt>
              <c:pt idx="45">
                <c:v>0.30901699437495206</c:v>
              </c:pt>
              <c:pt idx="46">
                <c:v>0.53582679497900099</c:v>
              </c:pt>
              <c:pt idx="47">
                <c:v>0.72896862742141533</c:v>
              </c:pt>
              <c:pt idx="48">
                <c:v>0.87630668004386647</c:v>
              </c:pt>
              <c:pt idx="49">
                <c:v>0.96858316112863263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1</c:v>
              </c:pt>
              <c:pt idx="101">
                <c:v>0.9685831611286273</c:v>
              </c:pt>
              <c:pt idx="102">
                <c:v>0.87630668004385515</c:v>
              </c:pt>
              <c:pt idx="103">
                <c:v>0.72896862742140056</c:v>
              </c:pt>
              <c:pt idx="104">
                <c:v>0.53582679497898122</c:v>
              </c:pt>
              <c:pt idx="105">
                <c:v>0.30901699437493152</c:v>
              </c:pt>
              <c:pt idx="106">
                <c:v>6.2790519529298108E-2</c:v>
              </c:pt>
              <c:pt idx="107">
                <c:v>-0.18738131458574175</c:v>
              </c:pt>
              <c:pt idx="108">
                <c:v>-0.42577929156508715</c:v>
              </c:pt>
              <c:pt idx="109">
                <c:v>-0.63742398974870373</c:v>
              </c:pt>
              <c:pt idx="110">
                <c:v>-0.80901699437495722</c:v>
              </c:pt>
              <c:pt idx="111">
                <c:v>-0.92977648588825834</c:v>
              </c:pt>
              <c:pt idx="112">
                <c:v>-0.99211470131447999</c:v>
              </c:pt>
              <c:pt idx="113">
                <c:v>-0.99211470131447543</c:v>
              </c:pt>
              <c:pt idx="114">
                <c:v>-0.9297764858882448</c:v>
              </c:pt>
              <c:pt idx="115">
                <c:v>-0.80901699437493557</c:v>
              </c:pt>
              <c:pt idx="116">
                <c:v>-0.63742398974867531</c:v>
              </c:pt>
              <c:pt idx="117">
                <c:v>-0.42577929156505373</c:v>
              </c:pt>
              <c:pt idx="118">
                <c:v>-0.18738131458570553</c:v>
              </c:pt>
              <c:pt idx="119">
                <c:v>6.2790519529334898E-2</c:v>
              </c:pt>
              <c:pt idx="120">
                <c:v>0.3090169943749666</c:v>
              </c:pt>
              <c:pt idx="121">
                <c:v>0.53582679497901242</c:v>
              </c:pt>
              <c:pt idx="122">
                <c:v>0.72896862742142576</c:v>
              </c:pt>
              <c:pt idx="123">
                <c:v>0.87630668004387291</c:v>
              </c:pt>
              <c:pt idx="124">
                <c:v>0.96858316112863652</c:v>
              </c:pt>
              <c:pt idx="125">
                <c:v>1</c:v>
              </c:pt>
              <c:pt idx="126">
                <c:v>0.96858316112862564</c:v>
              </c:pt>
              <c:pt idx="127">
                <c:v>0.87630668004385359</c:v>
              </c:pt>
              <c:pt idx="128">
                <c:v>0.7289686274213959</c:v>
              </c:pt>
              <c:pt idx="129">
                <c:v>0.53582679497897845</c:v>
              </c:pt>
              <c:pt idx="130">
                <c:v>0.30901699437492836</c:v>
              </c:pt>
              <c:pt idx="131">
                <c:v>6.2790519529287714E-2</c:v>
              </c:pt>
              <c:pt idx="132">
                <c:v>-0.1873813145857485</c:v>
              </c:pt>
              <c:pt idx="133">
                <c:v>-0.42577929156509331</c:v>
              </c:pt>
              <c:pt idx="134">
                <c:v>-0.63742398974870618</c:v>
              </c:pt>
              <c:pt idx="135">
                <c:v>-0.80901699437495922</c:v>
              </c:pt>
              <c:pt idx="136">
                <c:v>-0.9297764858882609</c:v>
              </c:pt>
              <c:pt idx="137">
                <c:v>-0.99211470131448087</c:v>
              </c:pt>
              <c:pt idx="138">
                <c:v>-0.99211470131447499</c:v>
              </c:pt>
              <c:pt idx="139">
                <c:v>-0.92977648588824358</c:v>
              </c:pt>
              <c:pt idx="140">
                <c:v>-0.80901699437493146</c:v>
              </c:pt>
              <c:pt idx="141">
                <c:v>-0.63742398974866998</c:v>
              </c:pt>
              <c:pt idx="142">
                <c:v>-0.42577929156505079</c:v>
              </c:pt>
              <c:pt idx="143">
                <c:v>-0.18738131458570229</c:v>
              </c:pt>
              <c:pt idx="144">
                <c:v>6.2790519529341754E-2</c:v>
              </c:pt>
              <c:pt idx="145">
                <c:v>0.3090169943749731</c:v>
              </c:pt>
              <c:pt idx="146">
                <c:v>0.53582679497901819</c:v>
              </c:pt>
              <c:pt idx="147">
                <c:v>0.72896862742142798</c:v>
              </c:pt>
              <c:pt idx="148">
                <c:v>0.87630668004387458</c:v>
              </c:pt>
              <c:pt idx="149">
                <c:v>0.96858316112863818</c:v>
              </c:pt>
              <c:pt idx="150">
                <c:v>1</c:v>
              </c:pt>
              <c:pt idx="151">
                <c:v>0.96858316112862475</c:v>
              </c:pt>
              <c:pt idx="152">
                <c:v>0.87630668004385193</c:v>
              </c:pt>
              <c:pt idx="153">
                <c:v>0.72896862742139112</c:v>
              </c:pt>
              <c:pt idx="154">
                <c:v>0.53582679497897268</c:v>
              </c:pt>
              <c:pt idx="155">
                <c:v>0.30901699437492186</c:v>
              </c:pt>
              <c:pt idx="156">
                <c:v>6.279051952928795E-2</c:v>
              </c:pt>
              <c:pt idx="157">
                <c:v>-0.18738131458575522</c:v>
              </c:pt>
              <c:pt idx="158">
                <c:v>-0.42577929156509953</c:v>
              </c:pt>
              <c:pt idx="159">
                <c:v>-0.63742398974871151</c:v>
              </c:pt>
              <c:pt idx="160">
                <c:v>-0.80901699437496322</c:v>
              </c:pt>
              <c:pt idx="161">
                <c:v>-0.92977648588826078</c:v>
              </c:pt>
              <c:pt idx="162">
                <c:v>-0.99211470131448176</c:v>
              </c:pt>
              <c:pt idx="163">
                <c:v>-0.9921147013144741</c:v>
              </c:pt>
              <c:pt idx="164">
                <c:v>-0.92977648588824102</c:v>
              </c:pt>
              <c:pt idx="165">
                <c:v>-0.80901699437493169</c:v>
              </c:pt>
              <c:pt idx="166">
                <c:v>-0.63742398974866465</c:v>
              </c:pt>
              <c:pt idx="167">
                <c:v>-0.42577929156504457</c:v>
              </c:pt>
              <c:pt idx="168">
                <c:v>-0.18738131458569554</c:v>
              </c:pt>
              <c:pt idx="169">
                <c:v>6.2790519529341504E-2</c:v>
              </c:pt>
              <c:pt idx="170">
                <c:v>0.30901699437497965</c:v>
              </c:pt>
              <c:pt idx="171">
                <c:v>0.53582679497902397</c:v>
              </c:pt>
              <c:pt idx="172">
                <c:v>0.72896862742143276</c:v>
              </c:pt>
              <c:pt idx="173">
                <c:v>0.87630668004387779</c:v>
              </c:pt>
              <c:pt idx="174">
                <c:v>0.96858316112863807</c:v>
              </c:pt>
              <c:pt idx="175">
                <c:v>1</c:v>
              </c:pt>
              <c:pt idx="176">
                <c:v>0.96858316112862308</c:v>
              </c:pt>
              <c:pt idx="177">
                <c:v>0.87630668004384871</c:v>
              </c:pt>
              <c:pt idx="178">
                <c:v>0.72896862742139135</c:v>
              </c:pt>
              <c:pt idx="179">
                <c:v>0.5358267949789669</c:v>
              </c:pt>
              <c:pt idx="180">
                <c:v>0.30901699437491531</c:v>
              </c:pt>
              <c:pt idx="181">
                <c:v>6.2790519529281108E-2</c:v>
              </c:pt>
              <c:pt idx="182">
                <c:v>-0.18738131458575499</c:v>
              </c:pt>
              <c:pt idx="183">
                <c:v>-0.42577929156510574</c:v>
              </c:pt>
              <c:pt idx="184">
                <c:v>-0.63742398974871683</c:v>
              </c:pt>
              <c:pt idx="185">
                <c:v>-0.80901699437496721</c:v>
              </c:pt>
              <c:pt idx="186">
                <c:v>-0.92977648588826334</c:v>
              </c:pt>
              <c:pt idx="187">
                <c:v>-0.99211470131448165</c:v>
              </c:pt>
              <c:pt idx="188">
                <c:v>-0.99211470131447321</c:v>
              </c:pt>
              <c:pt idx="189">
                <c:v>-0.92977648588823847</c:v>
              </c:pt>
              <c:pt idx="190">
                <c:v>-0.80901699437492758</c:v>
              </c:pt>
              <c:pt idx="191">
                <c:v>-0.63742398974866488</c:v>
              </c:pt>
              <c:pt idx="192">
                <c:v>-0.42577929156503835</c:v>
              </c:pt>
              <c:pt idx="193">
                <c:v>-0.1873813145856888</c:v>
              </c:pt>
              <c:pt idx="194">
                <c:v>6.279051952934836E-2</c:v>
              </c:pt>
              <c:pt idx="195">
                <c:v>0.30901699437497937</c:v>
              </c:pt>
              <c:pt idx="196">
                <c:v>0.53582679497902974</c:v>
              </c:pt>
              <c:pt idx="197">
                <c:v>0.72896862742143742</c:v>
              </c:pt>
              <c:pt idx="198">
                <c:v>0.87630668004388113</c:v>
              </c:pt>
              <c:pt idx="199">
                <c:v>0.96858316112863985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0.96858316112875942</c:v>
              </c:pt>
              <c:pt idx="302">
                <c:v>0.87630668004411283</c:v>
              </c:pt>
              <c:pt idx="303">
                <c:v>0.72896862742176671</c:v>
              </c:pt>
              <c:pt idx="304">
                <c:v>0.53582679497943586</c:v>
              </c:pt>
              <c:pt idx="305">
                <c:v>0.3090169943754571</c:v>
              </c:pt>
              <c:pt idx="306">
                <c:v>6.2790519529849639E-2</c:v>
              </c:pt>
              <c:pt idx="307">
                <c:v>-0.18738131458519541</c:v>
              </c:pt>
              <c:pt idx="308">
                <c:v>-0.42577929156457101</c:v>
              </c:pt>
              <c:pt idx="309">
                <c:v>-0.63742398974826142</c:v>
              </c:pt>
              <c:pt idx="310">
                <c:v>-0.80901699437461994</c:v>
              </c:pt>
              <c:pt idx="311">
                <c:v>-0.92977648588804573</c:v>
              </c:pt>
              <c:pt idx="312">
                <c:v>-0.99211470131440582</c:v>
              </c:pt>
              <c:pt idx="313">
                <c:v>-0.99211470131455004</c:v>
              </c:pt>
              <c:pt idx="314">
                <c:v>-0.92977648588846384</c:v>
              </c:pt>
              <c:pt idx="315">
                <c:v>-0.80901699437528751</c:v>
              </c:pt>
              <c:pt idx="316">
                <c:v>-0.6374239897491476</c:v>
              </c:pt>
              <c:pt idx="317">
                <c:v>-0.42577929156561167</c:v>
              </c:pt>
              <c:pt idx="318">
                <c:v>-0.18738131458631119</c:v>
              </c:pt>
              <c:pt idx="319">
                <c:v>6.2790519528701808E-2</c:v>
              </c:pt>
              <c:pt idx="320">
                <c:v>0.30901699437436331</c:v>
              </c:pt>
              <c:pt idx="321">
                <c:v>0.53582679497847685</c:v>
              </c:pt>
              <c:pt idx="322">
                <c:v>0.72896862742098911</c:v>
              </c:pt>
              <c:pt idx="323">
                <c:v>0.87630668004355883</c:v>
              </c:pt>
              <c:pt idx="324">
                <c:v>0.96858316112847342</c:v>
              </c:pt>
              <c:pt idx="325">
                <c:v>1</c:v>
              </c:pt>
              <c:pt idx="326">
                <c:v>0.96858316112879306</c:v>
              </c:pt>
              <c:pt idx="327">
                <c:v>0.876306680044178</c:v>
              </c:pt>
              <c:pt idx="328">
                <c:v>0.72896862742185919</c:v>
              </c:pt>
              <c:pt idx="329">
                <c:v>0.5358267949795501</c:v>
              </c:pt>
              <c:pt idx="330">
                <c:v>0.30901699437558572</c:v>
              </c:pt>
              <c:pt idx="331">
                <c:v>6.2790519529984629E-2</c:v>
              </c:pt>
              <c:pt idx="332">
                <c:v>-0.18738131458506257</c:v>
              </c:pt>
              <c:pt idx="333">
                <c:v>-0.42577929156446148</c:v>
              </c:pt>
              <c:pt idx="334">
                <c:v>-0.63742398974815728</c:v>
              </c:pt>
              <c:pt idx="335">
                <c:v>-0.80901699437454033</c:v>
              </c:pt>
              <c:pt idx="336">
                <c:v>-0.929776485887996</c:v>
              </c:pt>
              <c:pt idx="337">
                <c:v>-0.99211470131438895</c:v>
              </c:pt>
              <c:pt idx="338">
                <c:v>-0.99211470131456692</c:v>
              </c:pt>
              <c:pt idx="339">
                <c:v>-0.92977648588851369</c:v>
              </c:pt>
              <c:pt idx="340">
                <c:v>-0.809016994375367</c:v>
              </c:pt>
              <c:pt idx="341">
                <c:v>-0.63742398974925185</c:v>
              </c:pt>
              <c:pt idx="342">
                <c:v>-0.42577929156573402</c:v>
              </c:pt>
              <c:pt idx="343">
                <c:v>-0.18738131458644403</c:v>
              </c:pt>
              <c:pt idx="344">
                <c:v>6.2790519528566832E-2</c:v>
              </c:pt>
              <c:pt idx="345">
                <c:v>0.30901699437423463</c:v>
              </c:pt>
              <c:pt idx="346">
                <c:v>0.53582679497836261</c:v>
              </c:pt>
              <c:pt idx="347">
                <c:v>0.72896862742089652</c:v>
              </c:pt>
              <c:pt idx="348">
                <c:v>0.87630668004349366</c:v>
              </c:pt>
              <c:pt idx="349">
                <c:v>0.96858316112843978</c:v>
              </c:pt>
              <c:pt idx="350">
                <c:v>1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F457-4C63-9CB2-F28EC8498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-1.3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Time (bit intervals)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FSK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FSK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0.92977648588825135</c:v>
              </c:pt>
              <c:pt idx="2">
                <c:v>0.72896862742141155</c:v>
              </c:pt>
              <c:pt idx="3">
                <c:v>0.42577929156507266</c:v>
              </c:pt>
              <c:pt idx="4">
                <c:v>6.2790519529313304E-2</c:v>
              </c:pt>
              <c:pt idx="5">
                <c:v>-0.30901699437494734</c:v>
              </c:pt>
              <c:pt idx="6">
                <c:v>-0.63742398974868975</c:v>
              </c:pt>
              <c:pt idx="7">
                <c:v>-0.87630668004386358</c:v>
              </c:pt>
              <c:pt idx="8">
                <c:v>-0.99211470131447788</c:v>
              </c:pt>
              <c:pt idx="9">
                <c:v>-0.96858316112863119</c:v>
              </c:pt>
              <c:pt idx="10">
                <c:v>-0.80901699437494778</c:v>
              </c:pt>
              <c:pt idx="11">
                <c:v>-0.5358267949789971</c:v>
              </c:pt>
              <c:pt idx="12">
                <c:v>-0.18738131458572549</c:v>
              </c:pt>
              <c:pt idx="13">
                <c:v>0.18738131458572341</c:v>
              </c:pt>
              <c:pt idx="14">
                <c:v>0.53582679497899599</c:v>
              </c:pt>
              <c:pt idx="15">
                <c:v>0.80901699437494734</c:v>
              </c:pt>
              <c:pt idx="16">
                <c:v>0.96858316112863119</c:v>
              </c:pt>
              <c:pt idx="17">
                <c:v>0.99211470131447788</c:v>
              </c:pt>
              <c:pt idx="18">
                <c:v>0.87630668004386336</c:v>
              </c:pt>
              <c:pt idx="19">
                <c:v>0.63742398974868897</c:v>
              </c:pt>
              <c:pt idx="20">
                <c:v>0.30901699437494601</c:v>
              </c:pt>
              <c:pt idx="21">
                <c:v>-6.2790519529314484E-2</c:v>
              </c:pt>
              <c:pt idx="22">
                <c:v>-0.42577929156507494</c:v>
              </c:pt>
              <c:pt idx="23">
                <c:v>-0.728968627421413</c:v>
              </c:pt>
              <c:pt idx="24">
                <c:v>-0.92977648588825201</c:v>
              </c:pt>
              <c:pt idx="25">
                <c:v>-1</c:v>
              </c:pt>
              <c:pt idx="26">
                <c:v>-0.92977648588825035</c:v>
              </c:pt>
              <c:pt idx="27">
                <c:v>-0.72896862742140978</c:v>
              </c:pt>
              <c:pt idx="28">
                <c:v>-0.42577929156507077</c:v>
              </c:pt>
              <c:pt idx="29">
                <c:v>-6.2790519529309904E-2</c:v>
              </c:pt>
              <c:pt idx="30">
                <c:v>0.30901699437495039</c:v>
              </c:pt>
              <c:pt idx="31">
                <c:v>0.63742398974869319</c:v>
              </c:pt>
              <c:pt idx="32">
                <c:v>0.87630668004386558</c:v>
              </c:pt>
              <c:pt idx="33">
                <c:v>0.99211470131447832</c:v>
              </c:pt>
              <c:pt idx="34">
                <c:v>0.96858316112862985</c:v>
              </c:pt>
              <c:pt idx="35">
                <c:v>0.80901699437494456</c:v>
              </c:pt>
              <c:pt idx="36">
                <c:v>0.53582679497899288</c:v>
              </c:pt>
              <c:pt idx="37">
                <c:v>0.18738131458571888</c:v>
              </c:pt>
              <c:pt idx="38">
                <c:v>-0.18738131458573001</c:v>
              </c:pt>
              <c:pt idx="39">
                <c:v>-0.53582679497900243</c:v>
              </c:pt>
              <c:pt idx="40">
                <c:v>-0.80901699437495123</c:v>
              </c:pt>
              <c:pt idx="41">
                <c:v>-0.96858316112863263</c:v>
              </c:pt>
              <c:pt idx="42">
                <c:v>-0.99211470131447688</c:v>
              </c:pt>
              <c:pt idx="43">
                <c:v>-0.87630668004386014</c:v>
              </c:pt>
              <c:pt idx="44">
                <c:v>-0.63742398974868308</c:v>
              </c:pt>
              <c:pt idx="45">
                <c:v>-0.30901699437494129</c:v>
              </c:pt>
              <c:pt idx="46">
                <c:v>6.2790519529321215E-2</c:v>
              </c:pt>
              <c:pt idx="47">
                <c:v>0.42577929156508104</c:v>
              </c:pt>
              <c:pt idx="48">
                <c:v>0.72896862742141877</c:v>
              </c:pt>
              <c:pt idx="49">
                <c:v>0.92977648588825457</c:v>
              </c:pt>
              <c:pt idx="50">
                <c:v>1</c:v>
              </c:pt>
              <c:pt idx="51">
                <c:v>0.99211470131447754</c:v>
              </c:pt>
              <c:pt idx="52">
                <c:v>0.96858316112863041</c:v>
              </c:pt>
              <c:pt idx="53">
                <c:v>0.92977648588825035</c:v>
              </c:pt>
              <c:pt idx="54">
                <c:v>0.87630668004386203</c:v>
              </c:pt>
              <c:pt idx="55">
                <c:v>0.80901699437494545</c:v>
              </c:pt>
              <c:pt idx="56">
                <c:v>0.72896862742140911</c:v>
              </c:pt>
              <c:pt idx="57">
                <c:v>0.63742398974868686</c:v>
              </c:pt>
              <c:pt idx="58">
                <c:v>0.53582679497899344</c:v>
              </c:pt>
              <c:pt idx="59">
                <c:v>0.42577929156506988</c:v>
              </c:pt>
              <c:pt idx="60">
                <c:v>0.30901699437494434</c:v>
              </c:pt>
              <c:pt idx="61">
                <c:v>0.18738131458572127</c:v>
              </c:pt>
              <c:pt idx="62">
                <c:v>6.279051952930978E-2</c:v>
              </c:pt>
              <c:pt idx="63">
                <c:v>-6.2790519529317149E-2</c:v>
              </c:pt>
              <c:pt idx="64">
                <c:v>-0.18738131458572851</c:v>
              </c:pt>
              <c:pt idx="65">
                <c:v>-0.30901699437495217</c:v>
              </c:pt>
              <c:pt idx="66">
                <c:v>-0.42577929156507655</c:v>
              </c:pt>
              <c:pt idx="67">
                <c:v>-0.53582679497899965</c:v>
              </c:pt>
              <c:pt idx="68">
                <c:v>-0.6374239897486933</c:v>
              </c:pt>
              <c:pt idx="69">
                <c:v>-0.72896862742141422</c:v>
              </c:pt>
              <c:pt idx="70">
                <c:v>-0.80901699437495034</c:v>
              </c:pt>
              <c:pt idx="71">
                <c:v>-0.87630668004386569</c:v>
              </c:pt>
              <c:pt idx="72">
                <c:v>-0.92977648588825335</c:v>
              </c:pt>
              <c:pt idx="73">
                <c:v>-0.9685831611286323</c:v>
              </c:pt>
              <c:pt idx="74">
                <c:v>-0.99211470131447854</c:v>
              </c:pt>
              <c:pt idx="75">
                <c:v>-1</c:v>
              </c:pt>
              <c:pt idx="76">
                <c:v>-0.9921147013144771</c:v>
              </c:pt>
              <c:pt idx="77">
                <c:v>-0.96858316112862974</c:v>
              </c:pt>
              <c:pt idx="78">
                <c:v>-0.92977648588824902</c:v>
              </c:pt>
              <c:pt idx="79">
                <c:v>-0.87630668004386081</c:v>
              </c:pt>
              <c:pt idx="80">
                <c:v>-0.80901699437494456</c:v>
              </c:pt>
              <c:pt idx="81">
                <c:v>-0.72896862742140744</c:v>
              </c:pt>
              <c:pt idx="82">
                <c:v>-0.63742398974868564</c:v>
              </c:pt>
              <c:pt idx="83">
                <c:v>-0.53582679497899122</c:v>
              </c:pt>
              <c:pt idx="84">
                <c:v>-0.42577929156506755</c:v>
              </c:pt>
              <c:pt idx="85">
                <c:v>-0.30901699437494107</c:v>
              </c:pt>
              <c:pt idx="86">
                <c:v>-0.18738131458571877</c:v>
              </c:pt>
              <c:pt idx="87">
                <c:v>-6.2790519529306352E-2</c:v>
              </c:pt>
              <c:pt idx="88">
                <c:v>6.2790519529319688E-2</c:v>
              </c:pt>
              <c:pt idx="89">
                <c:v>0.18738131458573187</c:v>
              </c:pt>
              <c:pt idx="90">
                <c:v>0.30901699437495378</c:v>
              </c:pt>
              <c:pt idx="91">
                <c:v>0.42577929156507965</c:v>
              </c:pt>
              <c:pt idx="92">
                <c:v>0.53582679497900254</c:v>
              </c:pt>
              <c:pt idx="93">
                <c:v>0.63742398974869452</c:v>
              </c:pt>
              <c:pt idx="94">
                <c:v>0.72896862742141655</c:v>
              </c:pt>
              <c:pt idx="95">
                <c:v>0.80901699437495134</c:v>
              </c:pt>
              <c:pt idx="96">
                <c:v>0.87630668004386725</c:v>
              </c:pt>
              <c:pt idx="97">
                <c:v>0.92977648588825401</c:v>
              </c:pt>
              <c:pt idx="98">
                <c:v>0.96858316112863307</c:v>
              </c:pt>
              <c:pt idx="99">
                <c:v>0.99211470131447876</c:v>
              </c:pt>
              <c:pt idx="100">
                <c:v>1</c:v>
              </c:pt>
              <c:pt idx="101">
                <c:v>0.92977648588824224</c:v>
              </c:pt>
              <c:pt idx="102">
                <c:v>0.72896862742139601</c:v>
              </c:pt>
              <c:pt idx="103">
                <c:v>0.42577929156504768</c:v>
              </c:pt>
              <c:pt idx="104">
                <c:v>6.279051952928795E-2</c:v>
              </c:pt>
              <c:pt idx="105">
                <c:v>-0.3090169943749696</c:v>
              </c:pt>
              <c:pt idx="106">
                <c:v>-0.63742398974871151</c:v>
              </c:pt>
              <c:pt idx="107">
                <c:v>-0.87630668004387613</c:v>
              </c:pt>
              <c:pt idx="108">
                <c:v>-0.99211470131448087</c:v>
              </c:pt>
              <c:pt idx="109">
                <c:v>-0.96858316112862397</c:v>
              </c:pt>
              <c:pt idx="110">
                <c:v>-0.80901699437493169</c:v>
              </c:pt>
              <c:pt idx="111">
                <c:v>-0.53582679497897578</c:v>
              </c:pt>
              <c:pt idx="112">
                <c:v>-0.18738131458569554</c:v>
              </c:pt>
              <c:pt idx="113">
                <c:v>0.18738131458575161</c:v>
              </c:pt>
              <c:pt idx="114">
                <c:v>0.53582679497901797</c:v>
              </c:pt>
              <c:pt idx="115">
                <c:v>0.80901699437496521</c:v>
              </c:pt>
              <c:pt idx="116">
                <c:v>0.96858316112863807</c:v>
              </c:pt>
              <c:pt idx="117">
                <c:v>0.99211470131447455</c:v>
              </c:pt>
              <c:pt idx="118">
                <c:v>0.87630668004384871</c:v>
              </c:pt>
              <c:pt idx="119">
                <c:v>0.63742398974866754</c:v>
              </c:pt>
              <c:pt idx="120">
                <c:v>0.30901699437492208</c:v>
              </c:pt>
              <c:pt idx="121">
                <c:v>-6.2790519529344932E-2</c:v>
              </c:pt>
              <c:pt idx="122">
                <c:v>-0.4257792915650993</c:v>
              </c:pt>
              <c:pt idx="123">
                <c:v>-0.72896862742143509</c:v>
              </c:pt>
              <c:pt idx="124">
                <c:v>-0.92977648588826334</c:v>
              </c:pt>
              <c:pt idx="125">
                <c:v>-1</c:v>
              </c:pt>
              <c:pt idx="126">
                <c:v>-0.92977648588823847</c:v>
              </c:pt>
              <c:pt idx="127">
                <c:v>-0.7289686274213889</c:v>
              </c:pt>
              <c:pt idx="128">
                <c:v>-0.42577929156504479</c:v>
              </c:pt>
              <c:pt idx="129">
                <c:v>-6.279051952927768E-2</c:v>
              </c:pt>
              <c:pt idx="130">
                <c:v>0.30901699437497937</c:v>
              </c:pt>
              <c:pt idx="131">
                <c:v>0.63742398974871395</c:v>
              </c:pt>
              <c:pt idx="132">
                <c:v>0.87630668004388113</c:v>
              </c:pt>
              <c:pt idx="133">
                <c:v>0.99211470131448209</c:v>
              </c:pt>
              <c:pt idx="134">
                <c:v>0.96858316112862308</c:v>
              </c:pt>
              <c:pt idx="135">
                <c:v>0.80901699437492558</c:v>
              </c:pt>
              <c:pt idx="136">
                <c:v>0.53582679497896712</c:v>
              </c:pt>
              <c:pt idx="137">
                <c:v>0.1873813145856924</c:v>
              </c:pt>
              <c:pt idx="138">
                <c:v>-0.18738131458576174</c:v>
              </c:pt>
              <c:pt idx="139">
                <c:v>-0.53582679497902674</c:v>
              </c:pt>
              <c:pt idx="140">
                <c:v>-0.8090169943749671</c:v>
              </c:pt>
              <c:pt idx="141">
                <c:v>-0.96858316112864062</c:v>
              </c:pt>
              <c:pt idx="142">
                <c:v>-0.99211470131447332</c:v>
              </c:pt>
              <c:pt idx="143">
                <c:v>-0.87630668004384715</c:v>
              </c:pt>
              <c:pt idx="144">
                <c:v>-0.63742398974865955</c:v>
              </c:pt>
              <c:pt idx="145">
                <c:v>-0.30901699437491226</c:v>
              </c:pt>
              <c:pt idx="146">
                <c:v>6.2790519529355202E-2</c:v>
              </c:pt>
              <c:pt idx="147">
                <c:v>0.42577929156510863</c:v>
              </c:pt>
              <c:pt idx="148">
                <c:v>0.72896862742143731</c:v>
              </c:pt>
              <c:pt idx="149">
                <c:v>0.92977648588826711</c:v>
              </c:pt>
              <c:pt idx="150">
                <c:v>1</c:v>
              </c:pt>
              <c:pt idx="151">
                <c:v>0.92977648588823736</c:v>
              </c:pt>
              <c:pt idx="152">
                <c:v>0.72896862742138191</c:v>
              </c:pt>
              <c:pt idx="153">
                <c:v>0.42577929156503547</c:v>
              </c:pt>
              <c:pt idx="154">
                <c:v>6.2790519529274502E-2</c:v>
              </c:pt>
              <c:pt idx="155">
                <c:v>-0.3090169943749892</c:v>
              </c:pt>
              <c:pt idx="156">
                <c:v>-0.63742398974872194</c:v>
              </c:pt>
              <c:pt idx="157">
                <c:v>-0.87630668004388268</c:v>
              </c:pt>
              <c:pt idx="158">
                <c:v>-0.99211470131448343</c:v>
              </c:pt>
              <c:pt idx="159">
                <c:v>-0.96858316112862053</c:v>
              </c:pt>
              <c:pt idx="160">
                <c:v>-0.80901699437492369</c:v>
              </c:pt>
              <c:pt idx="161">
                <c:v>-0.53582679497895846</c:v>
              </c:pt>
              <c:pt idx="162">
                <c:v>-0.1873813145856823</c:v>
              </c:pt>
              <c:pt idx="163">
                <c:v>0.18738131458576485</c:v>
              </c:pt>
              <c:pt idx="164">
                <c:v>0.5358267949790354</c:v>
              </c:pt>
              <c:pt idx="165">
                <c:v>0.8090169943749731</c:v>
              </c:pt>
              <c:pt idx="166">
                <c:v>0.96858316112864151</c:v>
              </c:pt>
              <c:pt idx="167">
                <c:v>0.99211470131447199</c:v>
              </c:pt>
              <c:pt idx="168">
                <c:v>0.87630668004384216</c:v>
              </c:pt>
              <c:pt idx="169">
                <c:v>0.6374239897486571</c:v>
              </c:pt>
              <c:pt idx="170">
                <c:v>0.30901699437490249</c:v>
              </c:pt>
              <c:pt idx="171">
                <c:v>-6.2790519529365471E-2</c:v>
              </c:pt>
              <c:pt idx="172">
                <c:v>-0.42577929156511152</c:v>
              </c:pt>
              <c:pt idx="173">
                <c:v>-0.7289686274214443</c:v>
              </c:pt>
              <c:pt idx="174">
                <c:v>-0.92977648588827089</c:v>
              </c:pt>
              <c:pt idx="175">
                <c:v>-1</c:v>
              </c:pt>
              <c:pt idx="176">
                <c:v>-0.92977648588823347</c:v>
              </c:pt>
              <c:pt idx="177">
                <c:v>-0.72896862742137492</c:v>
              </c:pt>
              <c:pt idx="178">
                <c:v>-0.42577929156503258</c:v>
              </c:pt>
              <c:pt idx="179">
                <c:v>-6.2790519529264233E-2</c:v>
              </c:pt>
              <c:pt idx="180">
                <c:v>0.30901699437499897</c:v>
              </c:pt>
              <c:pt idx="181">
                <c:v>0.63742398974872438</c:v>
              </c:pt>
              <c:pt idx="182">
                <c:v>0.87630668004388756</c:v>
              </c:pt>
              <c:pt idx="183">
                <c:v>0.99211470131448476</c:v>
              </c:pt>
              <c:pt idx="184">
                <c:v>0.96858316112861975</c:v>
              </c:pt>
              <c:pt idx="185">
                <c:v>0.8090169943749177</c:v>
              </c:pt>
              <c:pt idx="186">
                <c:v>0.53582679497894969</c:v>
              </c:pt>
              <c:pt idx="187">
                <c:v>0.18738131458567917</c:v>
              </c:pt>
              <c:pt idx="188">
                <c:v>-0.18738131458577495</c:v>
              </c:pt>
              <c:pt idx="189">
                <c:v>-0.53582679497904406</c:v>
              </c:pt>
              <c:pt idx="190">
                <c:v>-0.80901699437497498</c:v>
              </c:pt>
              <c:pt idx="191">
                <c:v>-0.96858316112864407</c:v>
              </c:pt>
              <c:pt idx="192">
                <c:v>-0.99211470131447066</c:v>
              </c:pt>
              <c:pt idx="193">
                <c:v>-0.8763066800438406</c:v>
              </c:pt>
              <c:pt idx="194">
                <c:v>-0.63742398974864922</c:v>
              </c:pt>
              <c:pt idx="195">
                <c:v>-0.30901699437489272</c:v>
              </c:pt>
              <c:pt idx="196">
                <c:v>6.2790519529361558E-2</c:v>
              </c:pt>
              <c:pt idx="197">
                <c:v>0.42577929156512084</c:v>
              </c:pt>
              <c:pt idx="198">
                <c:v>0.7289686274214513</c:v>
              </c:pt>
              <c:pt idx="199">
                <c:v>0.92977648588826944</c:v>
              </c:pt>
              <c:pt idx="200">
                <c:v>1</c:v>
              </c:pt>
              <c:pt idx="201">
                <c:v>0.99211470131447621</c:v>
              </c:pt>
              <c:pt idx="202">
                <c:v>0.96858316112862819</c:v>
              </c:pt>
              <c:pt idx="203">
                <c:v>0.92977648588824868</c:v>
              </c:pt>
              <c:pt idx="204">
                <c:v>0.87630668004386203</c:v>
              </c:pt>
              <c:pt idx="205">
                <c:v>0.8090169943749459</c:v>
              </c:pt>
              <c:pt idx="206">
                <c:v>0.72896862742141266</c:v>
              </c:pt>
              <c:pt idx="207">
                <c:v>0.63742398974869163</c:v>
              </c:pt>
              <c:pt idx="208">
                <c:v>0.53582679497900232</c:v>
              </c:pt>
              <c:pt idx="209">
                <c:v>0.42577929156507938</c:v>
              </c:pt>
              <c:pt idx="210">
                <c:v>0.30901699437495855</c:v>
              </c:pt>
              <c:pt idx="211">
                <c:v>0.18738131458573681</c:v>
              </c:pt>
              <c:pt idx="212">
                <c:v>6.2790519529330013E-2</c:v>
              </c:pt>
              <c:pt idx="213">
                <c:v>-6.2790519529296027E-2</c:v>
              </c:pt>
              <c:pt idx="214">
                <c:v>-0.18738131458570337</c:v>
              </c:pt>
              <c:pt idx="215">
                <c:v>-0.30901699437492275</c:v>
              </c:pt>
              <c:pt idx="216">
                <c:v>-0.42577929156504857</c:v>
              </c:pt>
              <c:pt idx="217">
                <c:v>-0.53582679497897057</c:v>
              </c:pt>
              <c:pt idx="218">
                <c:v>-0.63742398974866532</c:v>
              </c:pt>
              <c:pt idx="219">
                <c:v>-0.72896862742138691</c:v>
              </c:pt>
              <c:pt idx="220">
                <c:v>-0.80901699437492591</c:v>
              </c:pt>
              <c:pt idx="221">
                <c:v>-0.87630668004384393</c:v>
              </c:pt>
              <c:pt idx="222">
                <c:v>-0.92977648588823614</c:v>
              </c:pt>
              <c:pt idx="223">
                <c:v>-0.96858316112861975</c:v>
              </c:pt>
              <c:pt idx="224">
                <c:v>-0.99211470131447155</c:v>
              </c:pt>
              <c:pt idx="225">
                <c:v>-1</c:v>
              </c:pt>
              <c:pt idx="226">
                <c:v>-0.99211470131448476</c:v>
              </c:pt>
              <c:pt idx="227">
                <c:v>-0.96858316112864495</c:v>
              </c:pt>
              <c:pt idx="228">
                <c:v>-0.92977648588827355</c:v>
              </c:pt>
              <c:pt idx="229">
                <c:v>-0.87630668004389289</c:v>
              </c:pt>
              <c:pt idx="230">
                <c:v>-0.80901699437498564</c:v>
              </c:pt>
              <c:pt idx="231">
                <c:v>-0.72896862742145663</c:v>
              </c:pt>
              <c:pt idx="232">
                <c:v>-0.6374239897487437</c:v>
              </c:pt>
              <c:pt idx="233">
                <c:v>-0.53582679497905938</c:v>
              </c:pt>
              <c:pt idx="234">
                <c:v>-0.42577929156514055</c:v>
              </c:pt>
              <c:pt idx="235">
                <c:v>-0.30901699437502284</c:v>
              </c:pt>
              <c:pt idx="236">
                <c:v>-0.18738131458580323</c:v>
              </c:pt>
              <c:pt idx="237">
                <c:v>-6.2790519529397501E-2</c:v>
              </c:pt>
              <c:pt idx="238">
                <c:v>6.2790519529228539E-2</c:v>
              </c:pt>
              <c:pt idx="239">
                <c:v>0.18738131458563692</c:v>
              </c:pt>
              <c:pt idx="240">
                <c:v>0.30901699437486185</c:v>
              </c:pt>
              <c:pt idx="241">
                <c:v>0.42577929156498734</c:v>
              </c:pt>
              <c:pt idx="242">
                <c:v>0.53582679497891339</c:v>
              </c:pt>
              <c:pt idx="243">
                <c:v>0.63742398974861325</c:v>
              </c:pt>
              <c:pt idx="244">
                <c:v>0.72896862742134072</c:v>
              </c:pt>
              <c:pt idx="245">
                <c:v>0.80901699437488617</c:v>
              </c:pt>
              <c:pt idx="246">
                <c:v>0.87630668004381129</c:v>
              </c:pt>
              <c:pt idx="247">
                <c:v>0.92977648588821116</c:v>
              </c:pt>
              <c:pt idx="248">
                <c:v>0.96858316112860288</c:v>
              </c:pt>
              <c:pt idx="249">
                <c:v>0.99211470131446355</c:v>
              </c:pt>
              <c:pt idx="250">
                <c:v>1</c:v>
              </c:pt>
              <c:pt idx="251">
                <c:v>0.9921147013144932</c:v>
              </c:pt>
              <c:pt idx="252">
                <c:v>0.96858316112866183</c:v>
              </c:pt>
              <c:pt idx="253">
                <c:v>0.92977648588829842</c:v>
              </c:pt>
              <c:pt idx="254">
                <c:v>0.87630668004392542</c:v>
              </c:pt>
              <c:pt idx="255">
                <c:v>0.80901699437502539</c:v>
              </c:pt>
              <c:pt idx="256">
                <c:v>0.72896862742150281</c:v>
              </c:pt>
              <c:pt idx="257">
                <c:v>0.63742398974879311</c:v>
              </c:pt>
              <c:pt idx="258">
                <c:v>0.53582679497911645</c:v>
              </c:pt>
              <c:pt idx="259">
                <c:v>0.42577929156520172</c:v>
              </c:pt>
              <c:pt idx="260">
                <c:v>0.30901699437508379</c:v>
              </c:pt>
              <c:pt idx="261">
                <c:v>0.18738131458587315</c:v>
              </c:pt>
              <c:pt idx="262">
                <c:v>6.2790519529464989E-2</c:v>
              </c:pt>
              <c:pt idx="263">
                <c:v>-6.2790519529161037E-2</c:v>
              </c:pt>
              <c:pt idx="264">
                <c:v>-0.187381314585574</c:v>
              </c:pt>
              <c:pt idx="265">
                <c:v>-0.30901699437479413</c:v>
              </c:pt>
              <c:pt idx="266">
                <c:v>-0.42577929156492617</c:v>
              </c:pt>
              <c:pt idx="267">
                <c:v>-0.53582679497885932</c:v>
              </c:pt>
              <c:pt idx="268">
                <c:v>-0.63742398974856385</c:v>
              </c:pt>
              <c:pt idx="269">
                <c:v>-0.72896862742129442</c:v>
              </c:pt>
              <c:pt idx="270">
                <c:v>-0.80901699437484642</c:v>
              </c:pt>
              <c:pt idx="271">
                <c:v>-0.87630668004378043</c:v>
              </c:pt>
              <c:pt idx="272">
                <c:v>-0.92977648588818496</c:v>
              </c:pt>
              <c:pt idx="273">
                <c:v>-0.96858316112858611</c:v>
              </c:pt>
              <c:pt idx="274">
                <c:v>-0.99211470131445501</c:v>
              </c:pt>
              <c:pt idx="275">
                <c:v>-1</c:v>
              </c:pt>
              <c:pt idx="276">
                <c:v>-0.99211470131450175</c:v>
              </c:pt>
              <c:pt idx="277">
                <c:v>-0.96858316112867859</c:v>
              </c:pt>
              <c:pt idx="278">
                <c:v>-0.92977648588832196</c:v>
              </c:pt>
              <c:pt idx="279">
                <c:v>-0.87630668004395973</c:v>
              </c:pt>
              <c:pt idx="280">
                <c:v>-0.80901699437506513</c:v>
              </c:pt>
              <c:pt idx="281">
                <c:v>-0.72896862742154911</c:v>
              </c:pt>
              <c:pt idx="282">
                <c:v>-0.63742398974884518</c:v>
              </c:pt>
              <c:pt idx="283">
                <c:v>-0.53582679497917352</c:v>
              </c:pt>
              <c:pt idx="284">
                <c:v>-0.42577929156526295</c:v>
              </c:pt>
              <c:pt idx="285">
                <c:v>-0.30901699437514812</c:v>
              </c:pt>
              <c:pt idx="286">
                <c:v>-0.1873813145859326</c:v>
              </c:pt>
              <c:pt idx="287">
                <c:v>-6.279051952953249E-2</c:v>
              </c:pt>
              <c:pt idx="288">
                <c:v>6.279051952909355E-2</c:v>
              </c:pt>
              <c:pt idx="289">
                <c:v>0.18738131458550758</c:v>
              </c:pt>
              <c:pt idx="290">
                <c:v>0.30901699437472985</c:v>
              </c:pt>
              <c:pt idx="291">
                <c:v>0.42577929156486499</c:v>
              </c:pt>
              <c:pt idx="292">
                <c:v>0.53582679497880226</c:v>
              </c:pt>
              <c:pt idx="293">
                <c:v>0.63742398974851178</c:v>
              </c:pt>
              <c:pt idx="294">
                <c:v>0.72896862742124802</c:v>
              </c:pt>
              <c:pt idx="295">
                <c:v>0.80901699437480667</c:v>
              </c:pt>
              <c:pt idx="296">
                <c:v>0.8763066800437479</c:v>
              </c:pt>
              <c:pt idx="297">
                <c:v>0.92977648588816009</c:v>
              </c:pt>
              <c:pt idx="298">
                <c:v>0.96858316112856924</c:v>
              </c:pt>
              <c:pt idx="299">
                <c:v>0.99211470131444657</c:v>
              </c:pt>
              <c:pt idx="300">
                <c:v>1</c:v>
              </c:pt>
              <c:pt idx="301">
                <c:v>0.92977648588853368</c:v>
              </c:pt>
              <c:pt idx="302">
                <c:v>0.72896862742194279</c:v>
              </c:pt>
              <c:pt idx="303">
                <c:v>0.42577929156578326</c:v>
              </c:pt>
              <c:pt idx="304">
                <c:v>6.2790519530106392E-2</c:v>
              </c:pt>
              <c:pt idx="305">
                <c:v>-0.3090169943741829</c:v>
              </c:pt>
              <c:pt idx="306">
                <c:v>-0.63742398974806325</c:v>
              </c:pt>
              <c:pt idx="307">
                <c:v>-0.87630668004347423</c:v>
              </c:pt>
              <c:pt idx="308">
                <c:v>-0.9921147013143754</c:v>
              </c:pt>
              <c:pt idx="309">
                <c:v>-0.96858316112883669</c:v>
              </c:pt>
              <c:pt idx="310">
                <c:v>-0.80901699437543872</c:v>
              </c:pt>
              <c:pt idx="311">
                <c:v>-0.5358267949797102</c:v>
              </c:pt>
              <c:pt idx="312">
                <c:v>-0.1873813145865639</c:v>
              </c:pt>
              <c:pt idx="313">
                <c:v>0.18738131458487628</c:v>
              </c:pt>
              <c:pt idx="314">
                <c:v>0.53582679497825958</c:v>
              </c:pt>
              <c:pt idx="315">
                <c:v>0.80901699437442887</c:v>
              </c:pt>
              <c:pt idx="316">
                <c:v>0.96858316112840948</c:v>
              </c:pt>
              <c:pt idx="317">
                <c:v>0.99211470131459067</c:v>
              </c:pt>
              <c:pt idx="318">
                <c:v>0.87630668004429513</c:v>
              </c:pt>
              <c:pt idx="319">
                <c:v>0.63742398974938697</c:v>
              </c:pt>
              <c:pt idx="320">
                <c:v>0.30901699437581687</c:v>
              </c:pt>
              <c:pt idx="321">
                <c:v>-6.279051952839175E-2</c:v>
              </c:pt>
              <c:pt idx="322">
                <c:v>-0.42577929156422872</c:v>
              </c:pt>
              <c:pt idx="323">
                <c:v>-0.72896862742076673</c:v>
              </c:pt>
              <c:pt idx="324">
                <c:v>-0.92977648588790129</c:v>
              </c:pt>
              <c:pt idx="325">
                <c:v>-1</c:v>
              </c:pt>
              <c:pt idx="326">
                <c:v>-0.92977648588860839</c:v>
              </c:pt>
              <c:pt idx="327">
                <c:v>-0.72896862742208168</c:v>
              </c:pt>
              <c:pt idx="328">
                <c:v>-0.42577929156596683</c:v>
              </c:pt>
              <c:pt idx="329">
                <c:v>-6.2790519530308869E-2</c:v>
              </c:pt>
              <c:pt idx="330">
                <c:v>0.30901699437400348</c:v>
              </c:pt>
              <c:pt idx="331">
                <c:v>0.63742398974791781</c:v>
              </c:pt>
              <c:pt idx="332">
                <c:v>0.87630668004337653</c:v>
              </c:pt>
              <c:pt idx="333">
                <c:v>0.99211470131434998</c:v>
              </c:pt>
              <c:pt idx="334">
                <c:v>0.96858316112888709</c:v>
              </c:pt>
              <c:pt idx="335">
                <c:v>0.80901699437555796</c:v>
              </c:pt>
              <c:pt idx="336">
                <c:v>0.5358267949798815</c:v>
              </c:pt>
              <c:pt idx="337">
                <c:v>0.18738131458676316</c:v>
              </c:pt>
              <c:pt idx="338">
                <c:v>-0.18738131458467699</c:v>
              </c:pt>
              <c:pt idx="339">
                <c:v>-0.53582679497808827</c:v>
              </c:pt>
              <c:pt idx="340">
                <c:v>-0.80901699437431795</c:v>
              </c:pt>
              <c:pt idx="341">
                <c:v>-0.96858316112836251</c:v>
              </c:pt>
              <c:pt idx="342">
                <c:v>-0.99211470131461432</c:v>
              </c:pt>
              <c:pt idx="343">
                <c:v>-0.87630668004439283</c:v>
              </c:pt>
              <c:pt idx="344">
                <c:v>-0.63742398974954328</c:v>
              </c:pt>
              <c:pt idx="345">
                <c:v>-0.30901699437600982</c:v>
              </c:pt>
              <c:pt idx="346">
                <c:v>6.2790519528189273E-2</c:v>
              </c:pt>
              <c:pt idx="347">
                <c:v>0.42577929156404515</c:v>
              </c:pt>
              <c:pt idx="348">
                <c:v>0.72896862742062785</c:v>
              </c:pt>
              <c:pt idx="349">
                <c:v>0.92977648588782658</c:v>
              </c:pt>
              <c:pt idx="350">
                <c:v>1</c:v>
              </c:pt>
              <c:pt idx="351">
                <c:v>0.99211470131452617</c:v>
              </c:pt>
              <c:pt idx="352">
                <c:v>0.96858316112872911</c:v>
              </c:pt>
              <c:pt idx="353">
                <c:v>0.92977648588839668</c:v>
              </c:pt>
              <c:pt idx="354">
                <c:v>0.8763066800440541</c:v>
              </c:pt>
              <c:pt idx="355">
                <c:v>0.80901699437518437</c:v>
              </c:pt>
              <c:pt idx="356">
                <c:v>0.728968627421688</c:v>
              </c:pt>
              <c:pt idx="357">
                <c:v>0.6374239897490015</c:v>
              </c:pt>
              <c:pt idx="358">
                <c:v>0.53582679497933883</c:v>
              </c:pt>
              <c:pt idx="359">
                <c:v>0.42577929156544647</c:v>
              </c:pt>
              <c:pt idx="360">
                <c:v>0.30901699437534103</c:v>
              </c:pt>
              <c:pt idx="361">
                <c:v>0.18738131458613189</c:v>
              </c:pt>
              <c:pt idx="362">
                <c:v>6.2790519529734953E-2</c:v>
              </c:pt>
              <c:pt idx="363">
                <c:v>-6.2790519528891087E-2</c:v>
              </c:pt>
              <c:pt idx="364">
                <c:v>-0.1873813145853083</c:v>
              </c:pt>
              <c:pt idx="365">
                <c:v>-0.30901699437454366</c:v>
              </c:pt>
              <c:pt idx="366">
                <c:v>-0.42577929156468142</c:v>
              </c:pt>
              <c:pt idx="367">
                <c:v>-0.53582679497863095</c:v>
              </c:pt>
              <c:pt idx="368">
                <c:v>-0.63742398974835546</c:v>
              </c:pt>
              <c:pt idx="369">
                <c:v>-0.72896862742111401</c:v>
              </c:pt>
              <c:pt idx="370">
                <c:v>-0.80901699437468744</c:v>
              </c:pt>
              <c:pt idx="371">
                <c:v>-0.87630668004365009</c:v>
              </c:pt>
              <c:pt idx="372">
                <c:v>-0.92977648588808803</c:v>
              </c:pt>
              <c:pt idx="373">
                <c:v>-0.96858316112851883</c:v>
              </c:pt>
              <c:pt idx="374">
                <c:v>-0.99211470131442114</c:v>
              </c:pt>
              <c:pt idx="375">
                <c:v>-1</c:v>
              </c:pt>
              <c:pt idx="376">
                <c:v>-0.99211470131453472</c:v>
              </c:pt>
              <c:pt idx="377">
                <c:v>-0.96858316112874587</c:v>
              </c:pt>
              <c:pt idx="378">
                <c:v>-0.92977648588842154</c:v>
              </c:pt>
              <c:pt idx="379">
                <c:v>-0.87630668004408663</c:v>
              </c:pt>
              <c:pt idx="380">
                <c:v>-0.80901699437522412</c:v>
              </c:pt>
              <c:pt idx="381">
                <c:v>-0.72896862742173429</c:v>
              </c:pt>
              <c:pt idx="382">
                <c:v>-0.63742398974905357</c:v>
              </c:pt>
              <c:pt idx="383">
                <c:v>-0.535826794979396</c:v>
              </c:pt>
              <c:pt idx="384">
                <c:v>-0.4257792915655077</c:v>
              </c:pt>
              <c:pt idx="385">
                <c:v>-0.30901699437540536</c:v>
              </c:pt>
              <c:pt idx="386">
                <c:v>-0.18738131458619831</c:v>
              </c:pt>
              <c:pt idx="387">
                <c:v>-6.2790519529795349E-2</c:v>
              </c:pt>
              <c:pt idx="388">
                <c:v>6.2790519528823585E-2</c:v>
              </c:pt>
              <c:pt idx="389">
                <c:v>0.18738131458524188</c:v>
              </c:pt>
              <c:pt idx="390">
                <c:v>0.30901699437447933</c:v>
              </c:pt>
              <c:pt idx="391">
                <c:v>0.42577929156462024</c:v>
              </c:pt>
              <c:pt idx="392">
                <c:v>0.53582679497857388</c:v>
              </c:pt>
              <c:pt idx="393">
                <c:v>0.63742398974830339</c:v>
              </c:pt>
              <c:pt idx="394">
                <c:v>0.72896862742106783</c:v>
              </c:pt>
              <c:pt idx="395">
                <c:v>0.80901699437464769</c:v>
              </c:pt>
              <c:pt idx="396">
                <c:v>0.87630668004361756</c:v>
              </c:pt>
              <c:pt idx="397">
                <c:v>0.92977648588806316</c:v>
              </c:pt>
              <c:pt idx="398">
                <c:v>0.96858316112850373</c:v>
              </c:pt>
              <c:pt idx="399">
                <c:v>0.99211470131441271</c:v>
              </c:pt>
              <c:pt idx="400">
                <c:v>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8B34-45A6-9C86-79249E6E8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-1.3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Time (bit intervals)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BPSK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BPSK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0.96858316112863108</c:v>
              </c:pt>
              <c:pt idx="2">
                <c:v>0.87630668004386358</c:v>
              </c:pt>
              <c:pt idx="3">
                <c:v>0.72896862742141155</c:v>
              </c:pt>
              <c:pt idx="4">
                <c:v>0.53582679497899655</c:v>
              </c:pt>
              <c:pt idx="5">
                <c:v>0.30901699437494745</c:v>
              </c:pt>
              <c:pt idx="6">
                <c:v>6.2790519529313304E-2</c:v>
              </c:pt>
              <c:pt idx="7">
                <c:v>-0.18738131458572482</c:v>
              </c:pt>
              <c:pt idx="8">
                <c:v>-0.42577929156507272</c:v>
              </c:pt>
              <c:pt idx="9">
                <c:v>-0.63742398974868975</c:v>
              </c:pt>
              <c:pt idx="10">
                <c:v>-0.80901699437494734</c:v>
              </c:pt>
              <c:pt idx="11">
                <c:v>-0.92977648588825113</c:v>
              </c:pt>
              <c:pt idx="12">
                <c:v>-0.99211470131447776</c:v>
              </c:pt>
              <c:pt idx="13">
                <c:v>-0.99211470131447799</c:v>
              </c:pt>
              <c:pt idx="14">
                <c:v>-0.92977648588825157</c:v>
              </c:pt>
              <c:pt idx="15">
                <c:v>-0.80901699437494745</c:v>
              </c:pt>
              <c:pt idx="16">
                <c:v>-0.63742398974868952</c:v>
              </c:pt>
              <c:pt idx="17">
                <c:v>-0.42577929156507216</c:v>
              </c:pt>
              <c:pt idx="18">
                <c:v>-0.18738131458572463</c:v>
              </c:pt>
              <c:pt idx="19">
                <c:v>6.2790519529313721E-2</c:v>
              </c:pt>
              <c:pt idx="20">
                <c:v>0.30901699437494806</c:v>
              </c:pt>
              <c:pt idx="21">
                <c:v>0.53582679497899743</c:v>
              </c:pt>
              <c:pt idx="22">
                <c:v>0.72896862742141244</c:v>
              </c:pt>
              <c:pt idx="23">
                <c:v>0.87630668004386447</c:v>
              </c:pt>
              <c:pt idx="24">
                <c:v>0.96858316112863163</c:v>
              </c:pt>
              <c:pt idx="25">
                <c:v>1</c:v>
              </c:pt>
              <c:pt idx="26">
                <c:v>0.96858316112863085</c:v>
              </c:pt>
              <c:pt idx="27">
                <c:v>0.87630668004386292</c:v>
              </c:pt>
              <c:pt idx="28">
                <c:v>0.72896862742141044</c:v>
              </c:pt>
              <c:pt idx="29">
                <c:v>0.53582679497899488</c:v>
              </c:pt>
              <c:pt idx="30">
                <c:v>0.30901699437494518</c:v>
              </c:pt>
              <c:pt idx="31">
                <c:v>6.2790519529310668E-2</c:v>
              </c:pt>
              <c:pt idx="32">
                <c:v>-0.18738131458572677</c:v>
              </c:pt>
              <c:pt idx="33">
                <c:v>-0.42577929156507494</c:v>
              </c:pt>
              <c:pt idx="34">
                <c:v>-0.63742398974869197</c:v>
              </c:pt>
              <c:pt idx="35">
                <c:v>-0.80901699437494934</c:v>
              </c:pt>
              <c:pt idx="36">
                <c:v>-0.92977648588825268</c:v>
              </c:pt>
              <c:pt idx="37">
                <c:v>-0.99211470131447832</c:v>
              </c:pt>
              <c:pt idx="38">
                <c:v>-0.99211470131447732</c:v>
              </c:pt>
              <c:pt idx="39">
                <c:v>-0.92977648588824968</c:v>
              </c:pt>
              <c:pt idx="40">
                <c:v>-0.80901699437494456</c:v>
              </c:pt>
              <c:pt idx="41">
                <c:v>-0.63742398974868564</c:v>
              </c:pt>
              <c:pt idx="42">
                <c:v>-0.42577929156506755</c:v>
              </c:pt>
              <c:pt idx="43">
                <c:v>-0.18738131458572052</c:v>
              </c:pt>
              <c:pt idx="44">
                <c:v>6.2790519529317912E-2</c:v>
              </c:pt>
              <c:pt idx="45">
                <c:v>0.30901699437495206</c:v>
              </c:pt>
              <c:pt idx="46">
                <c:v>0.53582679497900099</c:v>
              </c:pt>
              <c:pt idx="47">
                <c:v>0.72896862742141533</c:v>
              </c:pt>
              <c:pt idx="48">
                <c:v>0.87630668004386647</c:v>
              </c:pt>
              <c:pt idx="49">
                <c:v>0.96858316112863263</c:v>
              </c:pt>
              <c:pt idx="50">
                <c:v>-1</c:v>
              </c:pt>
              <c:pt idx="51">
                <c:v>-0.96858316112862985</c:v>
              </c:pt>
              <c:pt idx="52">
                <c:v>-0.87630668004386092</c:v>
              </c:pt>
              <c:pt idx="53">
                <c:v>-0.72896862742140756</c:v>
              </c:pt>
              <c:pt idx="54">
                <c:v>-0.53582679497899133</c:v>
              </c:pt>
              <c:pt idx="55">
                <c:v>-0.30901699437494118</c:v>
              </c:pt>
              <c:pt idx="56">
                <c:v>-6.2790519529306477E-2</c:v>
              </c:pt>
              <c:pt idx="57">
                <c:v>0.18738131458573176</c:v>
              </c:pt>
              <c:pt idx="58">
                <c:v>0.42577929156507954</c:v>
              </c:pt>
              <c:pt idx="59">
                <c:v>0.63742398974869452</c:v>
              </c:pt>
              <c:pt idx="60">
                <c:v>0.80901699437495123</c:v>
              </c:pt>
              <c:pt idx="61">
                <c:v>0.9297764858882539</c:v>
              </c:pt>
              <c:pt idx="62">
                <c:v>0.99211470131447876</c:v>
              </c:pt>
              <c:pt idx="63">
                <c:v>0.99211470131447688</c:v>
              </c:pt>
              <c:pt idx="64">
                <c:v>0.92977648588824846</c:v>
              </c:pt>
              <c:pt idx="65">
                <c:v>0.80901699437494157</c:v>
              </c:pt>
              <c:pt idx="66">
                <c:v>0.63742398974868308</c:v>
              </c:pt>
              <c:pt idx="67">
                <c:v>0.42577929156506616</c:v>
              </c:pt>
              <c:pt idx="68">
                <c:v>0.18738131458571552</c:v>
              </c:pt>
              <c:pt idx="69">
                <c:v>-6.2790519529321215E-2</c:v>
              </c:pt>
              <c:pt idx="70">
                <c:v>-0.30901699437495689</c:v>
              </c:pt>
              <c:pt idx="71">
                <c:v>-0.53582679497900387</c:v>
              </c:pt>
              <c:pt idx="72">
                <c:v>-0.72896862742141877</c:v>
              </c:pt>
              <c:pt idx="73">
                <c:v>-0.87630668004386802</c:v>
              </c:pt>
              <c:pt idx="74">
                <c:v>-0.96858316112863396</c:v>
              </c:pt>
              <c:pt idx="75">
                <c:v>-1</c:v>
              </c:pt>
              <c:pt idx="76">
                <c:v>-0.96858316112862808</c:v>
              </c:pt>
              <c:pt idx="77">
                <c:v>-0.87630668004385848</c:v>
              </c:pt>
              <c:pt idx="78">
                <c:v>-0.72896862742140278</c:v>
              </c:pt>
              <c:pt idx="79">
                <c:v>-0.53582679497898711</c:v>
              </c:pt>
              <c:pt idx="80">
                <c:v>-0.30901699437493801</c:v>
              </c:pt>
              <c:pt idx="81">
                <c:v>-6.2790519529301397E-2</c:v>
              </c:pt>
              <c:pt idx="82">
                <c:v>0.18738131458573501</c:v>
              </c:pt>
              <c:pt idx="83">
                <c:v>0.42577929156508415</c:v>
              </c:pt>
              <c:pt idx="84">
                <c:v>0.63742398974869841</c:v>
              </c:pt>
              <c:pt idx="85">
                <c:v>0.80901699437495522</c:v>
              </c:pt>
              <c:pt idx="86">
                <c:v>0.92977648588825579</c:v>
              </c:pt>
              <c:pt idx="87">
                <c:v>0.99211470131447954</c:v>
              </c:pt>
              <c:pt idx="88">
                <c:v>0.99211470131447621</c:v>
              </c:pt>
              <c:pt idx="89">
                <c:v>0.92977648588824602</c:v>
              </c:pt>
              <c:pt idx="90">
                <c:v>0.80901699437493957</c:v>
              </c:pt>
              <c:pt idx="91">
                <c:v>0.63742398974867776</c:v>
              </c:pt>
              <c:pt idx="92">
                <c:v>0.42577929156505995</c:v>
              </c:pt>
              <c:pt idx="93">
                <c:v>0.18738131458571228</c:v>
              </c:pt>
              <c:pt idx="94">
                <c:v>-6.2790519529328057E-2</c:v>
              </c:pt>
              <c:pt idx="95">
                <c:v>-0.30901699437496005</c:v>
              </c:pt>
              <c:pt idx="96">
                <c:v>-0.53582679497900965</c:v>
              </c:pt>
              <c:pt idx="97">
                <c:v>-0.7289686274214211</c:v>
              </c:pt>
              <c:pt idx="98">
                <c:v>-0.87630668004387136</c:v>
              </c:pt>
              <c:pt idx="99">
                <c:v>-0.96858316112863474</c:v>
              </c:pt>
              <c:pt idx="100">
                <c:v>1</c:v>
              </c:pt>
              <c:pt idx="101">
                <c:v>0.9685831611286273</c:v>
              </c:pt>
              <c:pt idx="102">
                <c:v>0.87630668004385515</c:v>
              </c:pt>
              <c:pt idx="103">
                <c:v>0.72896862742140056</c:v>
              </c:pt>
              <c:pt idx="104">
                <c:v>0.53582679497898122</c:v>
              </c:pt>
              <c:pt idx="105">
                <c:v>0.30901699437493152</c:v>
              </c:pt>
              <c:pt idx="106">
                <c:v>6.2790519529298108E-2</c:v>
              </c:pt>
              <c:pt idx="107">
                <c:v>-0.18738131458574175</c:v>
              </c:pt>
              <c:pt idx="108">
                <c:v>-0.42577929156508715</c:v>
              </c:pt>
              <c:pt idx="109">
                <c:v>-0.63742398974870373</c:v>
              </c:pt>
              <c:pt idx="110">
                <c:v>-0.80901699437495722</c:v>
              </c:pt>
              <c:pt idx="111">
                <c:v>-0.92977648588825834</c:v>
              </c:pt>
              <c:pt idx="112">
                <c:v>-0.99211470131447999</c:v>
              </c:pt>
              <c:pt idx="113">
                <c:v>-0.99211470131447543</c:v>
              </c:pt>
              <c:pt idx="114">
                <c:v>-0.9297764858882448</c:v>
              </c:pt>
              <c:pt idx="115">
                <c:v>-0.80901699437493557</c:v>
              </c:pt>
              <c:pt idx="116">
                <c:v>-0.63742398974867531</c:v>
              </c:pt>
              <c:pt idx="117">
                <c:v>-0.42577929156505373</c:v>
              </c:pt>
              <c:pt idx="118">
                <c:v>-0.18738131458570553</c:v>
              </c:pt>
              <c:pt idx="119">
                <c:v>6.2790519529334898E-2</c:v>
              </c:pt>
              <c:pt idx="120">
                <c:v>0.3090169943749666</c:v>
              </c:pt>
              <c:pt idx="121">
                <c:v>0.53582679497901242</c:v>
              </c:pt>
              <c:pt idx="122">
                <c:v>0.72896862742142576</c:v>
              </c:pt>
              <c:pt idx="123">
                <c:v>0.87630668004387291</c:v>
              </c:pt>
              <c:pt idx="124">
                <c:v>0.96858316112863652</c:v>
              </c:pt>
              <c:pt idx="125">
                <c:v>1</c:v>
              </c:pt>
              <c:pt idx="126">
                <c:v>0.96858316112862564</c:v>
              </c:pt>
              <c:pt idx="127">
                <c:v>0.87630668004385359</c:v>
              </c:pt>
              <c:pt idx="128">
                <c:v>0.7289686274213959</c:v>
              </c:pt>
              <c:pt idx="129">
                <c:v>0.53582679497897845</c:v>
              </c:pt>
              <c:pt idx="130">
                <c:v>0.30901699437492836</c:v>
              </c:pt>
              <c:pt idx="131">
                <c:v>6.2790519529287714E-2</c:v>
              </c:pt>
              <c:pt idx="132">
                <c:v>-0.1873813145857485</c:v>
              </c:pt>
              <c:pt idx="133">
                <c:v>-0.42577929156509331</c:v>
              </c:pt>
              <c:pt idx="134">
                <c:v>-0.63742398974870618</c:v>
              </c:pt>
              <c:pt idx="135">
                <c:v>-0.80901699437495922</c:v>
              </c:pt>
              <c:pt idx="136">
                <c:v>-0.9297764858882609</c:v>
              </c:pt>
              <c:pt idx="137">
                <c:v>-0.99211470131448087</c:v>
              </c:pt>
              <c:pt idx="138">
                <c:v>-0.99211470131447499</c:v>
              </c:pt>
              <c:pt idx="139">
                <c:v>-0.92977648588824358</c:v>
              </c:pt>
              <c:pt idx="140">
                <c:v>-0.80901699437493146</c:v>
              </c:pt>
              <c:pt idx="141">
                <c:v>-0.63742398974866998</c:v>
              </c:pt>
              <c:pt idx="142">
                <c:v>-0.42577929156505079</c:v>
              </c:pt>
              <c:pt idx="143">
                <c:v>-0.18738131458570229</c:v>
              </c:pt>
              <c:pt idx="144">
                <c:v>6.2790519529341754E-2</c:v>
              </c:pt>
              <c:pt idx="145">
                <c:v>0.3090169943749731</c:v>
              </c:pt>
              <c:pt idx="146">
                <c:v>0.53582679497901819</c:v>
              </c:pt>
              <c:pt idx="147">
                <c:v>0.72896862742142798</c:v>
              </c:pt>
              <c:pt idx="148">
                <c:v>0.87630668004387458</c:v>
              </c:pt>
              <c:pt idx="149">
                <c:v>0.96858316112863818</c:v>
              </c:pt>
              <c:pt idx="150">
                <c:v>1</c:v>
              </c:pt>
              <c:pt idx="151">
                <c:v>0.96858316112862475</c:v>
              </c:pt>
              <c:pt idx="152">
                <c:v>0.87630668004385193</c:v>
              </c:pt>
              <c:pt idx="153">
                <c:v>0.72896862742139112</c:v>
              </c:pt>
              <c:pt idx="154">
                <c:v>0.53582679497897268</c:v>
              </c:pt>
              <c:pt idx="155">
                <c:v>0.30901699437492186</c:v>
              </c:pt>
              <c:pt idx="156">
                <c:v>6.279051952928795E-2</c:v>
              </c:pt>
              <c:pt idx="157">
                <c:v>-0.18738131458575522</c:v>
              </c:pt>
              <c:pt idx="158">
                <c:v>-0.42577929156509953</c:v>
              </c:pt>
              <c:pt idx="159">
                <c:v>-0.63742398974871151</c:v>
              </c:pt>
              <c:pt idx="160">
                <c:v>-0.80901699437496322</c:v>
              </c:pt>
              <c:pt idx="161">
                <c:v>-0.92977648588826078</c:v>
              </c:pt>
              <c:pt idx="162">
                <c:v>-0.99211470131448176</c:v>
              </c:pt>
              <c:pt idx="163">
                <c:v>-0.9921147013144741</c:v>
              </c:pt>
              <c:pt idx="164">
                <c:v>-0.92977648588824102</c:v>
              </c:pt>
              <c:pt idx="165">
                <c:v>-0.80901699437493169</c:v>
              </c:pt>
              <c:pt idx="166">
                <c:v>-0.63742398974866465</c:v>
              </c:pt>
              <c:pt idx="167">
                <c:v>-0.42577929156504457</c:v>
              </c:pt>
              <c:pt idx="168">
                <c:v>-0.18738131458569554</c:v>
              </c:pt>
              <c:pt idx="169">
                <c:v>6.2790519529341504E-2</c:v>
              </c:pt>
              <c:pt idx="170">
                <c:v>0.30901699437497965</c:v>
              </c:pt>
              <c:pt idx="171">
                <c:v>0.53582679497902397</c:v>
              </c:pt>
              <c:pt idx="172">
                <c:v>0.72896862742143276</c:v>
              </c:pt>
              <c:pt idx="173">
                <c:v>0.87630668004387779</c:v>
              </c:pt>
              <c:pt idx="174">
                <c:v>0.96858316112863807</c:v>
              </c:pt>
              <c:pt idx="175">
                <c:v>1</c:v>
              </c:pt>
              <c:pt idx="176">
                <c:v>0.96858316112862308</c:v>
              </c:pt>
              <c:pt idx="177">
                <c:v>0.87630668004384871</c:v>
              </c:pt>
              <c:pt idx="178">
                <c:v>0.72896862742139135</c:v>
              </c:pt>
              <c:pt idx="179">
                <c:v>0.5358267949789669</c:v>
              </c:pt>
              <c:pt idx="180">
                <c:v>0.30901699437491531</c:v>
              </c:pt>
              <c:pt idx="181">
                <c:v>6.2790519529281108E-2</c:v>
              </c:pt>
              <c:pt idx="182">
                <c:v>-0.18738131458575499</c:v>
              </c:pt>
              <c:pt idx="183">
                <c:v>-0.42577929156510574</c:v>
              </c:pt>
              <c:pt idx="184">
                <c:v>-0.63742398974871683</c:v>
              </c:pt>
              <c:pt idx="185">
                <c:v>-0.80901699437496721</c:v>
              </c:pt>
              <c:pt idx="186">
                <c:v>-0.92977648588826334</c:v>
              </c:pt>
              <c:pt idx="187">
                <c:v>-0.99211470131448165</c:v>
              </c:pt>
              <c:pt idx="188">
                <c:v>-0.99211470131447321</c:v>
              </c:pt>
              <c:pt idx="189">
                <c:v>-0.92977648588823847</c:v>
              </c:pt>
              <c:pt idx="190">
                <c:v>-0.80901699437492758</c:v>
              </c:pt>
              <c:pt idx="191">
                <c:v>-0.63742398974866488</c:v>
              </c:pt>
              <c:pt idx="192">
                <c:v>-0.42577929156503835</c:v>
              </c:pt>
              <c:pt idx="193">
                <c:v>-0.1873813145856888</c:v>
              </c:pt>
              <c:pt idx="194">
                <c:v>6.279051952934836E-2</c:v>
              </c:pt>
              <c:pt idx="195">
                <c:v>0.30901699437497937</c:v>
              </c:pt>
              <c:pt idx="196">
                <c:v>0.53582679497902974</c:v>
              </c:pt>
              <c:pt idx="197">
                <c:v>0.72896862742143742</c:v>
              </c:pt>
              <c:pt idx="198">
                <c:v>0.87630668004388113</c:v>
              </c:pt>
              <c:pt idx="199">
                <c:v>0.96858316112863985</c:v>
              </c:pt>
              <c:pt idx="200">
                <c:v>-1</c:v>
              </c:pt>
              <c:pt idx="201">
                <c:v>-0.96858316112862486</c:v>
              </c:pt>
              <c:pt idx="202">
                <c:v>-0.87630668004385226</c:v>
              </c:pt>
              <c:pt idx="203">
                <c:v>-0.72896862742140123</c:v>
              </c:pt>
              <c:pt idx="204">
                <c:v>-0.53582679497899111</c:v>
              </c:pt>
              <c:pt idx="205">
                <c:v>-0.30901699437494257</c:v>
              </c:pt>
              <c:pt idx="206">
                <c:v>-6.2790519529316816E-2</c:v>
              </c:pt>
              <c:pt idx="207">
                <c:v>0.18738131458571985</c:v>
              </c:pt>
              <c:pt idx="208">
                <c:v>0.4257792915650605</c:v>
              </c:pt>
              <c:pt idx="209">
                <c:v>0.63742398974867831</c:v>
              </c:pt>
              <c:pt idx="210">
                <c:v>0.80901699437493368</c:v>
              </c:pt>
              <c:pt idx="211">
                <c:v>0.92977648588824224</c:v>
              </c:pt>
              <c:pt idx="212">
                <c:v>0.99211470131447366</c:v>
              </c:pt>
              <c:pt idx="213">
                <c:v>0.99211470131448221</c:v>
              </c:pt>
              <c:pt idx="214">
                <c:v>0.92977648588826733</c:v>
              </c:pt>
              <c:pt idx="215">
                <c:v>0.80901699437497787</c:v>
              </c:pt>
              <c:pt idx="216">
                <c:v>0.63742398974873071</c:v>
              </c:pt>
              <c:pt idx="217">
                <c:v>0.42577929156512856</c:v>
              </c:pt>
              <c:pt idx="218">
                <c:v>0.18738131458578675</c:v>
              </c:pt>
              <c:pt idx="219">
                <c:v>-6.2790519529241737E-2</c:v>
              </c:pt>
              <c:pt idx="220">
                <c:v>-0.30901699437487778</c:v>
              </c:pt>
              <c:pt idx="221">
                <c:v>-0.5358267949789276</c:v>
              </c:pt>
              <c:pt idx="222">
                <c:v>-0.7289686274213546</c:v>
              </c:pt>
              <c:pt idx="223">
                <c:v>-0.8763066800438194</c:v>
              </c:pt>
              <c:pt idx="224">
                <c:v>-0.96858316112860621</c:v>
              </c:pt>
              <c:pt idx="225">
                <c:v>-1</c:v>
              </c:pt>
              <c:pt idx="226">
                <c:v>-0.9685831611286585</c:v>
              </c:pt>
              <c:pt idx="227">
                <c:v>-0.87630668004391732</c:v>
              </c:pt>
              <c:pt idx="228">
                <c:v>-0.72896862742149382</c:v>
              </c:pt>
              <c:pt idx="229">
                <c:v>-0.53582679497909935</c:v>
              </c:pt>
              <c:pt idx="230">
                <c:v>-0.30901699437507119</c:v>
              </c:pt>
              <c:pt idx="231">
                <c:v>-6.2790519529444699E-2</c:v>
              </c:pt>
              <c:pt idx="232">
                <c:v>0.18738131458558699</c:v>
              </c:pt>
              <c:pt idx="233">
                <c:v>0.42577929156493816</c:v>
              </c:pt>
              <c:pt idx="234">
                <c:v>0.63742398974857406</c:v>
              </c:pt>
              <c:pt idx="235">
                <c:v>0.80901699437485419</c:v>
              </c:pt>
              <c:pt idx="236">
                <c:v>0.92977648588819251</c:v>
              </c:pt>
              <c:pt idx="237">
                <c:v>0.99211470131445667</c:v>
              </c:pt>
              <c:pt idx="238">
                <c:v>0.99211470131449919</c:v>
              </c:pt>
              <c:pt idx="239">
                <c:v>0.92977648588831718</c:v>
              </c:pt>
              <c:pt idx="240">
                <c:v>0.80901699437505326</c:v>
              </c:pt>
              <c:pt idx="241">
                <c:v>0.63742398974883496</c:v>
              </c:pt>
              <c:pt idx="242">
                <c:v>0.42577929156525096</c:v>
              </c:pt>
              <c:pt idx="243">
                <c:v>0.18738131458591961</c:v>
              </c:pt>
              <c:pt idx="244">
                <c:v>-6.2790519529106761E-2</c:v>
              </c:pt>
              <c:pt idx="245">
                <c:v>-0.30901699437474917</c:v>
              </c:pt>
              <c:pt idx="246">
                <c:v>-0.53582679497881336</c:v>
              </c:pt>
              <c:pt idx="247">
                <c:v>-0.72896862742126201</c:v>
              </c:pt>
              <c:pt idx="248">
                <c:v>-0.87630668004375423</c:v>
              </c:pt>
              <c:pt idx="249">
                <c:v>-0.96858316112857434</c:v>
              </c:pt>
              <c:pt idx="250">
                <c:v>-1</c:v>
              </c:pt>
              <c:pt idx="251">
                <c:v>-0.96858316112869214</c:v>
              </c:pt>
              <c:pt idx="252">
                <c:v>-0.87630668004398249</c:v>
              </c:pt>
              <c:pt idx="253">
                <c:v>-0.7289686274215863</c:v>
              </c:pt>
              <c:pt idx="254">
                <c:v>-0.53582679497921348</c:v>
              </c:pt>
              <c:pt idx="255">
                <c:v>-0.3090169943751998</c:v>
              </c:pt>
              <c:pt idx="256">
                <c:v>-6.2790519529579675E-2</c:v>
              </c:pt>
              <c:pt idx="257">
                <c:v>0.18738131458546112</c:v>
              </c:pt>
              <c:pt idx="258">
                <c:v>0.42577929156481575</c:v>
              </c:pt>
              <c:pt idx="259">
                <c:v>0.63742398974846981</c:v>
              </c:pt>
              <c:pt idx="260">
                <c:v>0.80901699437477892</c:v>
              </c:pt>
              <c:pt idx="261">
                <c:v>0.9297764858881401</c:v>
              </c:pt>
              <c:pt idx="262">
                <c:v>0.9921147013144398</c:v>
              </c:pt>
              <c:pt idx="263">
                <c:v>0.99211470131451607</c:v>
              </c:pt>
              <c:pt idx="264">
                <c:v>0.92977648588836426</c:v>
              </c:pt>
              <c:pt idx="265">
                <c:v>0.80901699437513686</c:v>
              </c:pt>
              <c:pt idx="266">
                <c:v>0.63742398974893921</c:v>
              </c:pt>
              <c:pt idx="267">
                <c:v>0.42577929156536692</c:v>
              </c:pt>
              <c:pt idx="268">
                <c:v>0.18738131458604548</c:v>
              </c:pt>
              <c:pt idx="269">
                <c:v>-6.2790519528971772E-2</c:v>
              </c:pt>
              <c:pt idx="270">
                <c:v>-0.30901699437462055</c:v>
              </c:pt>
              <c:pt idx="271">
                <c:v>-0.53582679497870522</c:v>
              </c:pt>
              <c:pt idx="272">
                <c:v>-0.72896862742116453</c:v>
              </c:pt>
              <c:pt idx="273">
                <c:v>-0.87630668004368906</c:v>
              </c:pt>
              <c:pt idx="274">
                <c:v>-0.9685831611285407</c:v>
              </c:pt>
              <c:pt idx="275">
                <c:v>-1</c:v>
              </c:pt>
              <c:pt idx="276">
                <c:v>-0.96858316112872578</c:v>
              </c:pt>
              <c:pt idx="277">
                <c:v>-0.87630668004404766</c:v>
              </c:pt>
              <c:pt idx="278">
                <c:v>-0.72896862742167412</c:v>
              </c:pt>
              <c:pt idx="279">
                <c:v>-0.53582679497933372</c:v>
              </c:pt>
              <c:pt idx="280">
                <c:v>-0.30901699437532848</c:v>
              </c:pt>
              <c:pt idx="281">
                <c:v>-6.2790519529714664E-2</c:v>
              </c:pt>
              <c:pt idx="282">
                <c:v>0.18738131458532828</c:v>
              </c:pt>
              <c:pt idx="283">
                <c:v>0.42577929156469341</c:v>
              </c:pt>
              <c:pt idx="284">
                <c:v>0.63742398974836567</c:v>
              </c:pt>
              <c:pt idx="285">
                <c:v>0.80901699437469943</c:v>
              </c:pt>
              <c:pt idx="286">
                <c:v>0.92977648588809547</c:v>
              </c:pt>
              <c:pt idx="287">
                <c:v>0.99211470131442281</c:v>
              </c:pt>
              <c:pt idx="288">
                <c:v>0.99211470131453305</c:v>
              </c:pt>
              <c:pt idx="289">
                <c:v>0.92977648588841411</c:v>
              </c:pt>
              <c:pt idx="290">
                <c:v>0.80901699437521635</c:v>
              </c:pt>
              <c:pt idx="291">
                <c:v>0.63742398974904335</c:v>
              </c:pt>
              <c:pt idx="292">
                <c:v>0.42577929156548927</c:v>
              </c:pt>
              <c:pt idx="293">
                <c:v>0.18738131458617832</c:v>
              </c:pt>
              <c:pt idx="294">
                <c:v>-6.2790519528836797E-2</c:v>
              </c:pt>
              <c:pt idx="295">
                <c:v>-0.30901699437449193</c:v>
              </c:pt>
              <c:pt idx="296">
                <c:v>-0.53582679497859098</c:v>
              </c:pt>
              <c:pt idx="297">
                <c:v>-0.72896862742107194</c:v>
              </c:pt>
              <c:pt idx="298">
                <c:v>-0.87630668004362389</c:v>
              </c:pt>
              <c:pt idx="299">
                <c:v>-0.96858316112850706</c:v>
              </c:pt>
              <c:pt idx="300">
                <c:v>-1</c:v>
              </c:pt>
              <c:pt idx="301">
                <c:v>0.96858316112875942</c:v>
              </c:pt>
              <c:pt idx="302">
                <c:v>0.87630668004411283</c:v>
              </c:pt>
              <c:pt idx="303">
                <c:v>0.72896862742176671</c:v>
              </c:pt>
              <c:pt idx="304">
                <c:v>0.53582679497943586</c:v>
              </c:pt>
              <c:pt idx="305">
                <c:v>0.3090169943754571</c:v>
              </c:pt>
              <c:pt idx="306">
                <c:v>6.2790519529849639E-2</c:v>
              </c:pt>
              <c:pt idx="307">
                <c:v>-0.18738131458519541</c:v>
              </c:pt>
              <c:pt idx="308">
                <c:v>-0.42577929156457101</c:v>
              </c:pt>
              <c:pt idx="309">
                <c:v>-0.63742398974826142</c:v>
              </c:pt>
              <c:pt idx="310">
                <c:v>-0.80901699437461994</c:v>
              </c:pt>
              <c:pt idx="311">
                <c:v>-0.92977648588804573</c:v>
              </c:pt>
              <c:pt idx="312">
                <c:v>-0.99211470131440582</c:v>
              </c:pt>
              <c:pt idx="313">
                <c:v>-0.99211470131455004</c:v>
              </c:pt>
              <c:pt idx="314">
                <c:v>-0.92977648588846384</c:v>
              </c:pt>
              <c:pt idx="315">
                <c:v>-0.80901699437528751</c:v>
              </c:pt>
              <c:pt idx="316">
                <c:v>-0.6374239897491476</c:v>
              </c:pt>
              <c:pt idx="317">
                <c:v>-0.42577929156561167</c:v>
              </c:pt>
              <c:pt idx="318">
                <c:v>-0.18738131458631119</c:v>
              </c:pt>
              <c:pt idx="319">
                <c:v>6.2790519528701808E-2</c:v>
              </c:pt>
              <c:pt idx="320">
                <c:v>0.30901699437436331</c:v>
              </c:pt>
              <c:pt idx="321">
                <c:v>0.53582679497847685</c:v>
              </c:pt>
              <c:pt idx="322">
                <c:v>0.72896862742098911</c:v>
              </c:pt>
              <c:pt idx="323">
                <c:v>0.87630668004355883</c:v>
              </c:pt>
              <c:pt idx="324">
                <c:v>0.96858316112847342</c:v>
              </c:pt>
              <c:pt idx="325">
                <c:v>1</c:v>
              </c:pt>
              <c:pt idx="326">
                <c:v>0.96858316112879306</c:v>
              </c:pt>
              <c:pt idx="327">
                <c:v>0.876306680044178</c:v>
              </c:pt>
              <c:pt idx="328">
                <c:v>0.72896862742185919</c:v>
              </c:pt>
              <c:pt idx="329">
                <c:v>0.5358267949795501</c:v>
              </c:pt>
              <c:pt idx="330">
                <c:v>0.30901699437558572</c:v>
              </c:pt>
              <c:pt idx="331">
                <c:v>6.2790519529984629E-2</c:v>
              </c:pt>
              <c:pt idx="332">
                <c:v>-0.18738131458506257</c:v>
              </c:pt>
              <c:pt idx="333">
                <c:v>-0.42577929156446148</c:v>
              </c:pt>
              <c:pt idx="334">
                <c:v>-0.63742398974815728</c:v>
              </c:pt>
              <c:pt idx="335">
                <c:v>-0.80901699437454033</c:v>
              </c:pt>
              <c:pt idx="336">
                <c:v>-0.929776485887996</c:v>
              </c:pt>
              <c:pt idx="337">
                <c:v>-0.99211470131438895</c:v>
              </c:pt>
              <c:pt idx="338">
                <c:v>-0.99211470131456692</c:v>
              </c:pt>
              <c:pt idx="339">
                <c:v>-0.92977648588851369</c:v>
              </c:pt>
              <c:pt idx="340">
                <c:v>-0.809016994375367</c:v>
              </c:pt>
              <c:pt idx="341">
                <c:v>-0.63742398974925185</c:v>
              </c:pt>
              <c:pt idx="342">
                <c:v>-0.42577929156573402</c:v>
              </c:pt>
              <c:pt idx="343">
                <c:v>-0.18738131458644403</c:v>
              </c:pt>
              <c:pt idx="344">
                <c:v>6.2790519528566832E-2</c:v>
              </c:pt>
              <c:pt idx="345">
                <c:v>0.30901699437423463</c:v>
              </c:pt>
              <c:pt idx="346">
                <c:v>0.53582679497836261</c:v>
              </c:pt>
              <c:pt idx="347">
                <c:v>0.72896862742089652</c:v>
              </c:pt>
              <c:pt idx="348">
                <c:v>0.87630668004349366</c:v>
              </c:pt>
              <c:pt idx="349">
                <c:v>0.96858316112843978</c:v>
              </c:pt>
              <c:pt idx="350">
                <c:v>1</c:v>
              </c:pt>
              <c:pt idx="351">
                <c:v>-0.96858316112882314</c:v>
              </c:pt>
              <c:pt idx="352">
                <c:v>-0.87630668004424317</c:v>
              </c:pt>
              <c:pt idx="353">
                <c:v>-0.72896862742195179</c:v>
              </c:pt>
              <c:pt idx="354">
                <c:v>-0.53582679497966423</c:v>
              </c:pt>
              <c:pt idx="355">
                <c:v>-0.30901699437571434</c:v>
              </c:pt>
              <c:pt idx="356">
                <c:v>-6.2790519530119604E-2</c:v>
              </c:pt>
              <c:pt idx="357">
                <c:v>0.18738131458492971</c:v>
              </c:pt>
              <c:pt idx="358">
                <c:v>0.42577929156433914</c:v>
              </c:pt>
              <c:pt idx="359">
                <c:v>0.63742398974805303</c:v>
              </c:pt>
              <c:pt idx="360">
                <c:v>0.80901699437446084</c:v>
              </c:pt>
              <c:pt idx="361">
                <c:v>0.92977648588794615</c:v>
              </c:pt>
              <c:pt idx="362">
                <c:v>0.99211470131437196</c:v>
              </c:pt>
              <c:pt idx="363">
                <c:v>0.9921147013145839</c:v>
              </c:pt>
              <c:pt idx="364">
                <c:v>0.92977648588856343</c:v>
              </c:pt>
              <c:pt idx="365">
                <c:v>0.8090169943754465</c:v>
              </c:pt>
              <c:pt idx="366">
                <c:v>0.63742398974935599</c:v>
              </c:pt>
              <c:pt idx="367">
                <c:v>0.42577929156585642</c:v>
              </c:pt>
              <c:pt idx="368">
                <c:v>0.18738131458657689</c:v>
              </c:pt>
              <c:pt idx="369">
                <c:v>-6.279051952844604E-2</c:v>
              </c:pt>
              <c:pt idx="370">
                <c:v>-0.30901699437410601</c:v>
              </c:pt>
              <c:pt idx="371">
                <c:v>-0.53582679497824848</c:v>
              </c:pt>
              <c:pt idx="372">
                <c:v>-0.72896862742080393</c:v>
              </c:pt>
              <c:pt idx="373">
                <c:v>-0.87630668004342849</c:v>
              </c:pt>
              <c:pt idx="374">
                <c:v>-0.96858316112840614</c:v>
              </c:pt>
              <c:pt idx="375">
                <c:v>-1</c:v>
              </c:pt>
              <c:pt idx="376">
                <c:v>-0.96858316112885678</c:v>
              </c:pt>
              <c:pt idx="377">
                <c:v>-0.87630668004430834</c:v>
              </c:pt>
              <c:pt idx="378">
                <c:v>-0.72896862742204438</c:v>
              </c:pt>
              <c:pt idx="379">
                <c:v>-0.53582679497977848</c:v>
              </c:pt>
              <c:pt idx="380">
                <c:v>-0.30901699437584296</c:v>
              </c:pt>
              <c:pt idx="381">
                <c:v>-6.2790519530254579E-2</c:v>
              </c:pt>
              <c:pt idx="382">
                <c:v>0.18738131458479687</c:v>
              </c:pt>
              <c:pt idx="383">
                <c:v>0.42577929156421673</c:v>
              </c:pt>
              <c:pt idx="384">
                <c:v>0.63742398974794878</c:v>
              </c:pt>
              <c:pt idx="385">
                <c:v>0.80901699437438135</c:v>
              </c:pt>
              <c:pt idx="386">
                <c:v>0.92977648588789641</c:v>
              </c:pt>
              <c:pt idx="387">
                <c:v>0.99211470131435675</c:v>
              </c:pt>
              <c:pt idx="388">
                <c:v>0.99211470131460089</c:v>
              </c:pt>
              <c:pt idx="389">
                <c:v>0.92977648588861328</c:v>
              </c:pt>
              <c:pt idx="390">
                <c:v>0.80901699437552599</c:v>
              </c:pt>
              <c:pt idx="391">
                <c:v>0.63742398974946024</c:v>
              </c:pt>
              <c:pt idx="392">
                <c:v>0.42577929156597877</c:v>
              </c:pt>
              <c:pt idx="393">
                <c:v>0.18738131458670973</c:v>
              </c:pt>
              <c:pt idx="394">
                <c:v>-6.2790519528311051E-2</c:v>
              </c:pt>
              <c:pt idx="395">
                <c:v>-0.30901699437397739</c:v>
              </c:pt>
              <c:pt idx="396">
                <c:v>-0.53582679497813424</c:v>
              </c:pt>
              <c:pt idx="397">
                <c:v>-0.72896862742071133</c:v>
              </c:pt>
              <c:pt idx="398">
                <c:v>-0.8763066800433702</c:v>
              </c:pt>
              <c:pt idx="399">
                <c:v>-0.96858316112837251</c:v>
              </c:pt>
              <c:pt idx="400">
                <c:v>-1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B5F1-42FE-A74E-7D527E6B92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-1.3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Time (bit intervals)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Ideal Symbol States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Symbol 1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-1</c:v>
              </c:pt>
            </c:numLit>
          </c:xVal>
          <c:yVal>
            <c:numLit>
              <c:formatCode>0</c:formatCode>
              <c:ptCount val="1"/>
              <c:pt idx="0">
                <c:v>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83DA-4C94-8B4C-FD9547D42998}"/>
            </c:ext>
          </c:extLst>
        </c:ser>
        <c:ser>
          <c:idx val="1"/>
          <c:order val="1"/>
          <c:tx>
            <c:v>Symbol 2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1</c:v>
              </c:pt>
            </c:numLit>
          </c:xVal>
          <c:yVal>
            <c:numLit>
              <c:formatCode>0</c:formatCode>
              <c:ptCount val="1"/>
              <c:pt idx="0">
                <c:v>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83DA-4C94-8B4C-FD9547D429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8"/>
          <c:min val="-1.8"/>
        </c:scaling>
        <c:delete val="0"/>
        <c:axPos val="l"/>
        <c:numFmt formatCode="0" sourceLinked="1"/>
        <c:majorTickMark val="none"/>
        <c:minorTickMark val="none"/>
        <c:tickLblPos val="none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At val="0"/>
        <c:crossBetween val="midCat"/>
        <c:majorUnit val="1"/>
      </c:valAx>
      <c:valAx>
        <c:axId val="48650112"/>
        <c:scaling>
          <c:orientation val="minMax"/>
          <c:max val="1.8"/>
          <c:min val="-1.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At val="0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Ideal Symbol States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Symbol 1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-0.8</c:v>
              </c:pt>
            </c:numLit>
          </c:xVal>
          <c:yVal>
            <c:numLit>
              <c:formatCode>0</c:formatCode>
              <c:ptCount val="1"/>
              <c:pt idx="0">
                <c:v>-0.8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43D3-48B1-A4BC-60777821275E}"/>
            </c:ext>
          </c:extLst>
        </c:ser>
        <c:ser>
          <c:idx val="1"/>
          <c:order val="1"/>
          <c:tx>
            <c:v>Symbol 2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-0.8</c:v>
              </c:pt>
            </c:numLit>
          </c:xVal>
          <c:yVal>
            <c:numLit>
              <c:formatCode>0</c:formatCode>
              <c:ptCount val="1"/>
              <c:pt idx="0">
                <c:v>0.8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43D3-48B1-A4BC-60777821275E}"/>
            </c:ext>
          </c:extLst>
        </c:ser>
        <c:ser>
          <c:idx val="2"/>
          <c:order val="2"/>
          <c:tx>
            <c:v>Symbol 3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0.8</c:v>
              </c:pt>
            </c:numLit>
          </c:xVal>
          <c:yVal>
            <c:numLit>
              <c:formatCode>0</c:formatCode>
              <c:ptCount val="1"/>
              <c:pt idx="0">
                <c:v>0.8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43D3-48B1-A4BC-60777821275E}"/>
            </c:ext>
          </c:extLst>
        </c:ser>
        <c:ser>
          <c:idx val="3"/>
          <c:order val="3"/>
          <c:tx>
            <c:v>Symbol 4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0.8</c:v>
              </c:pt>
            </c:numLit>
          </c:xVal>
          <c:yVal>
            <c:numLit>
              <c:formatCode>0</c:formatCode>
              <c:ptCount val="1"/>
              <c:pt idx="0">
                <c:v>-0.8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43D3-48B1-A4BC-6077782127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8"/>
          <c:min val="-1.8"/>
        </c:scaling>
        <c:delete val="0"/>
        <c:axPos val="l"/>
        <c:numFmt formatCode="0" sourceLinked="1"/>
        <c:majorTickMark val="none"/>
        <c:minorTickMark val="none"/>
        <c:tickLblPos val="none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At val="0"/>
        <c:crossBetween val="midCat"/>
        <c:majorUnit val="1"/>
      </c:valAx>
      <c:valAx>
        <c:axId val="48650112"/>
        <c:scaling>
          <c:orientation val="minMax"/>
          <c:max val="1.8"/>
          <c:min val="-1.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At val="0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Same Data Controls Each Carrier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Data: 1 is high, 0 is low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13</c:v>
              </c:pt>
              <c:pt idx="1">
                <c:v>13</c:v>
              </c:pt>
              <c:pt idx="2">
                <c:v>13</c:v>
              </c:pt>
              <c:pt idx="3">
                <c:v>13</c:v>
              </c:pt>
              <c:pt idx="4">
                <c:v>13</c:v>
              </c:pt>
              <c:pt idx="5">
                <c:v>13</c:v>
              </c:pt>
              <c:pt idx="6">
                <c:v>13</c:v>
              </c:pt>
              <c:pt idx="7">
                <c:v>13</c:v>
              </c:pt>
              <c:pt idx="8">
                <c:v>13</c:v>
              </c:pt>
              <c:pt idx="9">
                <c:v>13</c:v>
              </c:pt>
              <c:pt idx="10">
                <c:v>13</c:v>
              </c:pt>
              <c:pt idx="11">
                <c:v>13</c:v>
              </c:pt>
              <c:pt idx="12">
                <c:v>13</c:v>
              </c:pt>
              <c:pt idx="13">
                <c:v>13</c:v>
              </c:pt>
              <c:pt idx="14">
                <c:v>13</c:v>
              </c:pt>
              <c:pt idx="15">
                <c:v>13</c:v>
              </c:pt>
              <c:pt idx="16">
                <c:v>13</c:v>
              </c:pt>
              <c:pt idx="17">
                <c:v>13</c:v>
              </c:pt>
              <c:pt idx="18">
                <c:v>13</c:v>
              </c:pt>
              <c:pt idx="19">
                <c:v>13</c:v>
              </c:pt>
              <c:pt idx="20">
                <c:v>13</c:v>
              </c:pt>
              <c:pt idx="21">
                <c:v>13</c:v>
              </c:pt>
              <c:pt idx="22">
                <c:v>13</c:v>
              </c:pt>
              <c:pt idx="23">
                <c:v>13</c:v>
              </c:pt>
              <c:pt idx="24">
                <c:v>13</c:v>
              </c:pt>
              <c:pt idx="25">
                <c:v>13</c:v>
              </c:pt>
              <c:pt idx="26">
                <c:v>13</c:v>
              </c:pt>
              <c:pt idx="27">
                <c:v>13</c:v>
              </c:pt>
              <c:pt idx="28">
                <c:v>13</c:v>
              </c:pt>
              <c:pt idx="29">
                <c:v>13</c:v>
              </c:pt>
              <c:pt idx="30">
                <c:v>13</c:v>
              </c:pt>
              <c:pt idx="31">
                <c:v>13</c:v>
              </c:pt>
              <c:pt idx="32">
                <c:v>13</c:v>
              </c:pt>
              <c:pt idx="33">
                <c:v>13</c:v>
              </c:pt>
              <c:pt idx="34">
                <c:v>13</c:v>
              </c:pt>
              <c:pt idx="35">
                <c:v>13</c:v>
              </c:pt>
              <c:pt idx="36">
                <c:v>13</c:v>
              </c:pt>
              <c:pt idx="37">
                <c:v>13</c:v>
              </c:pt>
              <c:pt idx="38">
                <c:v>13</c:v>
              </c:pt>
              <c:pt idx="39">
                <c:v>13</c:v>
              </c:pt>
              <c:pt idx="40">
                <c:v>13</c:v>
              </c:pt>
              <c:pt idx="41">
                <c:v>13</c:v>
              </c:pt>
              <c:pt idx="42">
                <c:v>13</c:v>
              </c:pt>
              <c:pt idx="43">
                <c:v>13</c:v>
              </c:pt>
              <c:pt idx="44">
                <c:v>13</c:v>
              </c:pt>
              <c:pt idx="45">
                <c:v>13</c:v>
              </c:pt>
              <c:pt idx="46">
                <c:v>13</c:v>
              </c:pt>
              <c:pt idx="47">
                <c:v>13</c:v>
              </c:pt>
              <c:pt idx="48">
                <c:v>13</c:v>
              </c:pt>
              <c:pt idx="49">
                <c:v>13</c:v>
              </c:pt>
              <c:pt idx="50">
                <c:v>12</c:v>
              </c:pt>
              <c:pt idx="51">
                <c:v>12</c:v>
              </c:pt>
              <c:pt idx="52">
                <c:v>12</c:v>
              </c:pt>
              <c:pt idx="53">
                <c:v>12</c:v>
              </c:pt>
              <c:pt idx="54">
                <c:v>12</c:v>
              </c:pt>
              <c:pt idx="55">
                <c:v>12</c:v>
              </c:pt>
              <c:pt idx="56">
                <c:v>12</c:v>
              </c:pt>
              <c:pt idx="57">
                <c:v>12</c:v>
              </c:pt>
              <c:pt idx="58">
                <c:v>12</c:v>
              </c:pt>
              <c:pt idx="59">
                <c:v>12</c:v>
              </c:pt>
              <c:pt idx="60">
                <c:v>12</c:v>
              </c:pt>
              <c:pt idx="61">
                <c:v>12</c:v>
              </c:pt>
              <c:pt idx="62">
                <c:v>12</c:v>
              </c:pt>
              <c:pt idx="63">
                <c:v>12</c:v>
              </c:pt>
              <c:pt idx="64">
                <c:v>12</c:v>
              </c:pt>
              <c:pt idx="65">
                <c:v>12</c:v>
              </c:pt>
              <c:pt idx="66">
                <c:v>12</c:v>
              </c:pt>
              <c:pt idx="67">
                <c:v>12</c:v>
              </c:pt>
              <c:pt idx="68">
                <c:v>12</c:v>
              </c:pt>
              <c:pt idx="69">
                <c:v>12</c:v>
              </c:pt>
              <c:pt idx="70">
                <c:v>12</c:v>
              </c:pt>
              <c:pt idx="71">
                <c:v>12</c:v>
              </c:pt>
              <c:pt idx="72">
                <c:v>12</c:v>
              </c:pt>
              <c:pt idx="73">
                <c:v>12</c:v>
              </c:pt>
              <c:pt idx="74">
                <c:v>12</c:v>
              </c:pt>
              <c:pt idx="75">
                <c:v>12</c:v>
              </c:pt>
              <c:pt idx="76">
                <c:v>12</c:v>
              </c:pt>
              <c:pt idx="77">
                <c:v>12</c:v>
              </c:pt>
              <c:pt idx="78">
                <c:v>12</c:v>
              </c:pt>
              <c:pt idx="79">
                <c:v>12</c:v>
              </c:pt>
              <c:pt idx="80">
                <c:v>12</c:v>
              </c:pt>
              <c:pt idx="81">
                <c:v>12</c:v>
              </c:pt>
              <c:pt idx="82">
                <c:v>12</c:v>
              </c:pt>
              <c:pt idx="83">
                <c:v>12</c:v>
              </c:pt>
              <c:pt idx="84">
                <c:v>12</c:v>
              </c:pt>
              <c:pt idx="85">
                <c:v>12</c:v>
              </c:pt>
              <c:pt idx="86">
                <c:v>12</c:v>
              </c:pt>
              <c:pt idx="87">
                <c:v>12</c:v>
              </c:pt>
              <c:pt idx="88">
                <c:v>12</c:v>
              </c:pt>
              <c:pt idx="89">
                <c:v>12</c:v>
              </c:pt>
              <c:pt idx="90">
                <c:v>12</c:v>
              </c:pt>
              <c:pt idx="91">
                <c:v>12</c:v>
              </c:pt>
              <c:pt idx="92">
                <c:v>12</c:v>
              </c:pt>
              <c:pt idx="93">
                <c:v>12</c:v>
              </c:pt>
              <c:pt idx="94">
                <c:v>12</c:v>
              </c:pt>
              <c:pt idx="95">
                <c:v>12</c:v>
              </c:pt>
              <c:pt idx="96">
                <c:v>12</c:v>
              </c:pt>
              <c:pt idx="97">
                <c:v>12</c:v>
              </c:pt>
              <c:pt idx="98">
                <c:v>12</c:v>
              </c:pt>
              <c:pt idx="99">
                <c:v>12</c:v>
              </c:pt>
              <c:pt idx="100">
                <c:v>13</c:v>
              </c:pt>
              <c:pt idx="101">
                <c:v>13</c:v>
              </c:pt>
              <c:pt idx="102">
                <c:v>13</c:v>
              </c:pt>
              <c:pt idx="103">
                <c:v>13</c:v>
              </c:pt>
              <c:pt idx="104">
                <c:v>13</c:v>
              </c:pt>
              <c:pt idx="105">
                <c:v>13</c:v>
              </c:pt>
              <c:pt idx="106">
                <c:v>13</c:v>
              </c:pt>
              <c:pt idx="107">
                <c:v>13</c:v>
              </c:pt>
              <c:pt idx="108">
                <c:v>13</c:v>
              </c:pt>
              <c:pt idx="109">
                <c:v>13</c:v>
              </c:pt>
              <c:pt idx="110">
                <c:v>13</c:v>
              </c:pt>
              <c:pt idx="111">
                <c:v>13</c:v>
              </c:pt>
              <c:pt idx="112">
                <c:v>13</c:v>
              </c:pt>
              <c:pt idx="113">
                <c:v>13</c:v>
              </c:pt>
              <c:pt idx="114">
                <c:v>13</c:v>
              </c:pt>
              <c:pt idx="115">
                <c:v>13</c:v>
              </c:pt>
              <c:pt idx="116">
                <c:v>13</c:v>
              </c:pt>
              <c:pt idx="117">
                <c:v>13</c:v>
              </c:pt>
              <c:pt idx="118">
                <c:v>13</c:v>
              </c:pt>
              <c:pt idx="119">
                <c:v>13</c:v>
              </c:pt>
              <c:pt idx="120">
                <c:v>13</c:v>
              </c:pt>
              <c:pt idx="121">
                <c:v>13</c:v>
              </c:pt>
              <c:pt idx="122">
                <c:v>13</c:v>
              </c:pt>
              <c:pt idx="123">
                <c:v>13</c:v>
              </c:pt>
              <c:pt idx="124">
                <c:v>13</c:v>
              </c:pt>
              <c:pt idx="125">
                <c:v>13</c:v>
              </c:pt>
              <c:pt idx="126">
                <c:v>13</c:v>
              </c:pt>
              <c:pt idx="127">
                <c:v>13</c:v>
              </c:pt>
              <c:pt idx="128">
                <c:v>13</c:v>
              </c:pt>
              <c:pt idx="129">
                <c:v>13</c:v>
              </c:pt>
              <c:pt idx="130">
                <c:v>13</c:v>
              </c:pt>
              <c:pt idx="131">
                <c:v>13</c:v>
              </c:pt>
              <c:pt idx="132">
                <c:v>13</c:v>
              </c:pt>
              <c:pt idx="133">
                <c:v>13</c:v>
              </c:pt>
              <c:pt idx="134">
                <c:v>13</c:v>
              </c:pt>
              <c:pt idx="135">
                <c:v>13</c:v>
              </c:pt>
              <c:pt idx="136">
                <c:v>13</c:v>
              </c:pt>
              <c:pt idx="137">
                <c:v>13</c:v>
              </c:pt>
              <c:pt idx="138">
                <c:v>13</c:v>
              </c:pt>
              <c:pt idx="139">
                <c:v>13</c:v>
              </c:pt>
              <c:pt idx="140">
                <c:v>13</c:v>
              </c:pt>
              <c:pt idx="141">
                <c:v>13</c:v>
              </c:pt>
              <c:pt idx="142">
                <c:v>13</c:v>
              </c:pt>
              <c:pt idx="143">
                <c:v>13</c:v>
              </c:pt>
              <c:pt idx="144">
                <c:v>13</c:v>
              </c:pt>
              <c:pt idx="145">
                <c:v>13</c:v>
              </c:pt>
              <c:pt idx="146">
                <c:v>13</c:v>
              </c:pt>
              <c:pt idx="147">
                <c:v>13</c:v>
              </c:pt>
              <c:pt idx="148">
                <c:v>13</c:v>
              </c:pt>
              <c:pt idx="149">
                <c:v>13</c:v>
              </c:pt>
              <c:pt idx="150">
                <c:v>13</c:v>
              </c:pt>
              <c:pt idx="151">
                <c:v>13</c:v>
              </c:pt>
              <c:pt idx="152">
                <c:v>13</c:v>
              </c:pt>
              <c:pt idx="153">
                <c:v>13</c:v>
              </c:pt>
              <c:pt idx="154">
                <c:v>13</c:v>
              </c:pt>
              <c:pt idx="155">
                <c:v>13</c:v>
              </c:pt>
              <c:pt idx="156">
                <c:v>13</c:v>
              </c:pt>
              <c:pt idx="157">
                <c:v>13</c:v>
              </c:pt>
              <c:pt idx="158">
                <c:v>13</c:v>
              </c:pt>
              <c:pt idx="159">
                <c:v>13</c:v>
              </c:pt>
              <c:pt idx="160">
                <c:v>13</c:v>
              </c:pt>
              <c:pt idx="161">
                <c:v>13</c:v>
              </c:pt>
              <c:pt idx="162">
                <c:v>13</c:v>
              </c:pt>
              <c:pt idx="163">
                <c:v>13</c:v>
              </c:pt>
              <c:pt idx="164">
                <c:v>13</c:v>
              </c:pt>
              <c:pt idx="165">
                <c:v>13</c:v>
              </c:pt>
              <c:pt idx="166">
                <c:v>13</c:v>
              </c:pt>
              <c:pt idx="167">
                <c:v>13</c:v>
              </c:pt>
              <c:pt idx="168">
                <c:v>13</c:v>
              </c:pt>
              <c:pt idx="169">
                <c:v>13</c:v>
              </c:pt>
              <c:pt idx="170">
                <c:v>13</c:v>
              </c:pt>
              <c:pt idx="171">
                <c:v>13</c:v>
              </c:pt>
              <c:pt idx="172">
                <c:v>13</c:v>
              </c:pt>
              <c:pt idx="173">
                <c:v>13</c:v>
              </c:pt>
              <c:pt idx="174">
                <c:v>13</c:v>
              </c:pt>
              <c:pt idx="175">
                <c:v>13</c:v>
              </c:pt>
              <c:pt idx="176">
                <c:v>13</c:v>
              </c:pt>
              <c:pt idx="177">
                <c:v>13</c:v>
              </c:pt>
              <c:pt idx="178">
                <c:v>13</c:v>
              </c:pt>
              <c:pt idx="179">
                <c:v>13</c:v>
              </c:pt>
              <c:pt idx="180">
                <c:v>13</c:v>
              </c:pt>
              <c:pt idx="181">
                <c:v>13</c:v>
              </c:pt>
              <c:pt idx="182">
                <c:v>13</c:v>
              </c:pt>
              <c:pt idx="183">
                <c:v>13</c:v>
              </c:pt>
              <c:pt idx="184">
                <c:v>13</c:v>
              </c:pt>
              <c:pt idx="185">
                <c:v>13</c:v>
              </c:pt>
              <c:pt idx="186">
                <c:v>13</c:v>
              </c:pt>
              <c:pt idx="187">
                <c:v>13</c:v>
              </c:pt>
              <c:pt idx="188">
                <c:v>13</c:v>
              </c:pt>
              <c:pt idx="189">
                <c:v>13</c:v>
              </c:pt>
              <c:pt idx="190">
                <c:v>13</c:v>
              </c:pt>
              <c:pt idx="191">
                <c:v>13</c:v>
              </c:pt>
              <c:pt idx="192">
                <c:v>13</c:v>
              </c:pt>
              <c:pt idx="193">
                <c:v>13</c:v>
              </c:pt>
              <c:pt idx="194">
                <c:v>13</c:v>
              </c:pt>
              <c:pt idx="195">
                <c:v>13</c:v>
              </c:pt>
              <c:pt idx="196">
                <c:v>13</c:v>
              </c:pt>
              <c:pt idx="197">
                <c:v>13</c:v>
              </c:pt>
              <c:pt idx="198">
                <c:v>13</c:v>
              </c:pt>
              <c:pt idx="199">
                <c:v>13</c:v>
              </c:pt>
              <c:pt idx="200">
                <c:v>12</c:v>
              </c:pt>
              <c:pt idx="201">
                <c:v>12</c:v>
              </c:pt>
              <c:pt idx="202">
                <c:v>12</c:v>
              </c:pt>
              <c:pt idx="203">
                <c:v>12</c:v>
              </c:pt>
              <c:pt idx="204">
                <c:v>12</c:v>
              </c:pt>
              <c:pt idx="205">
                <c:v>12</c:v>
              </c:pt>
              <c:pt idx="206">
                <c:v>12</c:v>
              </c:pt>
              <c:pt idx="207">
                <c:v>12</c:v>
              </c:pt>
              <c:pt idx="208">
                <c:v>12</c:v>
              </c:pt>
              <c:pt idx="209">
                <c:v>12</c:v>
              </c:pt>
              <c:pt idx="210">
                <c:v>12</c:v>
              </c:pt>
              <c:pt idx="211">
                <c:v>12</c:v>
              </c:pt>
              <c:pt idx="212">
                <c:v>12</c:v>
              </c:pt>
              <c:pt idx="213">
                <c:v>12</c:v>
              </c:pt>
              <c:pt idx="214">
                <c:v>12</c:v>
              </c:pt>
              <c:pt idx="215">
                <c:v>12</c:v>
              </c:pt>
              <c:pt idx="216">
                <c:v>12</c:v>
              </c:pt>
              <c:pt idx="217">
                <c:v>12</c:v>
              </c:pt>
              <c:pt idx="218">
                <c:v>12</c:v>
              </c:pt>
              <c:pt idx="219">
                <c:v>12</c:v>
              </c:pt>
              <c:pt idx="220">
                <c:v>12</c:v>
              </c:pt>
              <c:pt idx="221">
                <c:v>12</c:v>
              </c:pt>
              <c:pt idx="222">
                <c:v>12</c:v>
              </c:pt>
              <c:pt idx="223">
                <c:v>12</c:v>
              </c:pt>
              <c:pt idx="224">
                <c:v>12</c:v>
              </c:pt>
              <c:pt idx="225">
                <c:v>12</c:v>
              </c:pt>
              <c:pt idx="226">
                <c:v>12</c:v>
              </c:pt>
              <c:pt idx="227">
                <c:v>12</c:v>
              </c:pt>
              <c:pt idx="228">
                <c:v>12</c:v>
              </c:pt>
              <c:pt idx="229">
                <c:v>12</c:v>
              </c:pt>
              <c:pt idx="230">
                <c:v>12</c:v>
              </c:pt>
              <c:pt idx="231">
                <c:v>12</c:v>
              </c:pt>
              <c:pt idx="232">
                <c:v>12</c:v>
              </c:pt>
              <c:pt idx="233">
                <c:v>12</c:v>
              </c:pt>
              <c:pt idx="234">
                <c:v>12</c:v>
              </c:pt>
              <c:pt idx="235">
                <c:v>12</c:v>
              </c:pt>
              <c:pt idx="236">
                <c:v>12</c:v>
              </c:pt>
              <c:pt idx="237">
                <c:v>12</c:v>
              </c:pt>
              <c:pt idx="238">
                <c:v>12</c:v>
              </c:pt>
              <c:pt idx="239">
                <c:v>12</c:v>
              </c:pt>
              <c:pt idx="240">
                <c:v>12</c:v>
              </c:pt>
              <c:pt idx="241">
                <c:v>12</c:v>
              </c:pt>
              <c:pt idx="242">
                <c:v>12</c:v>
              </c:pt>
              <c:pt idx="243">
                <c:v>12</c:v>
              </c:pt>
              <c:pt idx="244">
                <c:v>12</c:v>
              </c:pt>
              <c:pt idx="245">
                <c:v>12</c:v>
              </c:pt>
              <c:pt idx="246">
                <c:v>12</c:v>
              </c:pt>
              <c:pt idx="247">
                <c:v>12</c:v>
              </c:pt>
              <c:pt idx="248">
                <c:v>12</c:v>
              </c:pt>
              <c:pt idx="249">
                <c:v>12</c:v>
              </c:pt>
              <c:pt idx="250">
                <c:v>12</c:v>
              </c:pt>
              <c:pt idx="251">
                <c:v>12</c:v>
              </c:pt>
              <c:pt idx="252">
                <c:v>12</c:v>
              </c:pt>
              <c:pt idx="253">
                <c:v>12</c:v>
              </c:pt>
              <c:pt idx="254">
                <c:v>12</c:v>
              </c:pt>
              <c:pt idx="255">
                <c:v>12</c:v>
              </c:pt>
              <c:pt idx="256">
                <c:v>12</c:v>
              </c:pt>
              <c:pt idx="257">
                <c:v>12</c:v>
              </c:pt>
              <c:pt idx="258">
                <c:v>12</c:v>
              </c:pt>
              <c:pt idx="259">
                <c:v>12</c:v>
              </c:pt>
              <c:pt idx="260">
                <c:v>12</c:v>
              </c:pt>
              <c:pt idx="261">
                <c:v>12</c:v>
              </c:pt>
              <c:pt idx="262">
                <c:v>12</c:v>
              </c:pt>
              <c:pt idx="263">
                <c:v>12</c:v>
              </c:pt>
              <c:pt idx="264">
                <c:v>12</c:v>
              </c:pt>
              <c:pt idx="265">
                <c:v>12</c:v>
              </c:pt>
              <c:pt idx="266">
                <c:v>12</c:v>
              </c:pt>
              <c:pt idx="267">
                <c:v>12</c:v>
              </c:pt>
              <c:pt idx="268">
                <c:v>12</c:v>
              </c:pt>
              <c:pt idx="269">
                <c:v>12</c:v>
              </c:pt>
              <c:pt idx="270">
                <c:v>12</c:v>
              </c:pt>
              <c:pt idx="271">
                <c:v>12</c:v>
              </c:pt>
              <c:pt idx="272">
                <c:v>12</c:v>
              </c:pt>
              <c:pt idx="273">
                <c:v>12</c:v>
              </c:pt>
              <c:pt idx="274">
                <c:v>12</c:v>
              </c:pt>
              <c:pt idx="275">
                <c:v>12</c:v>
              </c:pt>
              <c:pt idx="276">
                <c:v>12</c:v>
              </c:pt>
              <c:pt idx="277">
                <c:v>12</c:v>
              </c:pt>
              <c:pt idx="278">
                <c:v>12</c:v>
              </c:pt>
              <c:pt idx="279">
                <c:v>12</c:v>
              </c:pt>
              <c:pt idx="280">
                <c:v>12</c:v>
              </c:pt>
              <c:pt idx="281">
                <c:v>12</c:v>
              </c:pt>
              <c:pt idx="282">
                <c:v>12</c:v>
              </c:pt>
              <c:pt idx="283">
                <c:v>12</c:v>
              </c:pt>
              <c:pt idx="284">
                <c:v>12</c:v>
              </c:pt>
              <c:pt idx="285">
                <c:v>12</c:v>
              </c:pt>
              <c:pt idx="286">
                <c:v>12</c:v>
              </c:pt>
              <c:pt idx="287">
                <c:v>12</c:v>
              </c:pt>
              <c:pt idx="288">
                <c:v>12</c:v>
              </c:pt>
              <c:pt idx="289">
                <c:v>12</c:v>
              </c:pt>
              <c:pt idx="290">
                <c:v>12</c:v>
              </c:pt>
              <c:pt idx="291">
                <c:v>12</c:v>
              </c:pt>
              <c:pt idx="292">
                <c:v>12</c:v>
              </c:pt>
              <c:pt idx="293">
                <c:v>12</c:v>
              </c:pt>
              <c:pt idx="294">
                <c:v>12</c:v>
              </c:pt>
              <c:pt idx="295">
                <c:v>12</c:v>
              </c:pt>
              <c:pt idx="296">
                <c:v>12</c:v>
              </c:pt>
              <c:pt idx="297">
                <c:v>12</c:v>
              </c:pt>
              <c:pt idx="298">
                <c:v>12</c:v>
              </c:pt>
              <c:pt idx="299">
                <c:v>12</c:v>
              </c:pt>
              <c:pt idx="300">
                <c:v>12</c:v>
              </c:pt>
              <c:pt idx="301">
                <c:v>13</c:v>
              </c:pt>
              <c:pt idx="302">
                <c:v>13</c:v>
              </c:pt>
              <c:pt idx="303">
                <c:v>13</c:v>
              </c:pt>
              <c:pt idx="304">
                <c:v>13</c:v>
              </c:pt>
              <c:pt idx="305">
                <c:v>13</c:v>
              </c:pt>
              <c:pt idx="306">
                <c:v>13</c:v>
              </c:pt>
              <c:pt idx="307">
                <c:v>13</c:v>
              </c:pt>
              <c:pt idx="308">
                <c:v>13</c:v>
              </c:pt>
              <c:pt idx="309">
                <c:v>13</c:v>
              </c:pt>
              <c:pt idx="310">
                <c:v>13</c:v>
              </c:pt>
              <c:pt idx="311">
                <c:v>13</c:v>
              </c:pt>
              <c:pt idx="312">
                <c:v>13</c:v>
              </c:pt>
              <c:pt idx="313">
                <c:v>13</c:v>
              </c:pt>
              <c:pt idx="314">
                <c:v>13</c:v>
              </c:pt>
              <c:pt idx="315">
                <c:v>13</c:v>
              </c:pt>
              <c:pt idx="316">
                <c:v>13</c:v>
              </c:pt>
              <c:pt idx="317">
                <c:v>13</c:v>
              </c:pt>
              <c:pt idx="318">
                <c:v>13</c:v>
              </c:pt>
              <c:pt idx="319">
                <c:v>13</c:v>
              </c:pt>
              <c:pt idx="320">
                <c:v>13</c:v>
              </c:pt>
              <c:pt idx="321">
                <c:v>13</c:v>
              </c:pt>
              <c:pt idx="322">
                <c:v>13</c:v>
              </c:pt>
              <c:pt idx="323">
                <c:v>13</c:v>
              </c:pt>
              <c:pt idx="324">
                <c:v>13</c:v>
              </c:pt>
              <c:pt idx="325">
                <c:v>13</c:v>
              </c:pt>
              <c:pt idx="326">
                <c:v>13</c:v>
              </c:pt>
              <c:pt idx="327">
                <c:v>13</c:v>
              </c:pt>
              <c:pt idx="328">
                <c:v>13</c:v>
              </c:pt>
              <c:pt idx="329">
                <c:v>13</c:v>
              </c:pt>
              <c:pt idx="330">
                <c:v>13</c:v>
              </c:pt>
              <c:pt idx="331">
                <c:v>13</c:v>
              </c:pt>
              <c:pt idx="332">
                <c:v>13</c:v>
              </c:pt>
              <c:pt idx="333">
                <c:v>13</c:v>
              </c:pt>
              <c:pt idx="334">
                <c:v>13</c:v>
              </c:pt>
              <c:pt idx="335">
                <c:v>13</c:v>
              </c:pt>
              <c:pt idx="336">
                <c:v>13</c:v>
              </c:pt>
              <c:pt idx="337">
                <c:v>13</c:v>
              </c:pt>
              <c:pt idx="338">
                <c:v>13</c:v>
              </c:pt>
              <c:pt idx="339">
                <c:v>13</c:v>
              </c:pt>
              <c:pt idx="340">
                <c:v>13</c:v>
              </c:pt>
              <c:pt idx="341">
                <c:v>13</c:v>
              </c:pt>
              <c:pt idx="342">
                <c:v>13</c:v>
              </c:pt>
              <c:pt idx="343">
                <c:v>13</c:v>
              </c:pt>
              <c:pt idx="344">
                <c:v>13</c:v>
              </c:pt>
              <c:pt idx="345">
                <c:v>13</c:v>
              </c:pt>
              <c:pt idx="346">
                <c:v>13</c:v>
              </c:pt>
              <c:pt idx="347">
                <c:v>13</c:v>
              </c:pt>
              <c:pt idx="348">
                <c:v>13</c:v>
              </c:pt>
              <c:pt idx="349">
                <c:v>13</c:v>
              </c:pt>
              <c:pt idx="350">
                <c:v>13</c:v>
              </c:pt>
              <c:pt idx="351">
                <c:v>12</c:v>
              </c:pt>
              <c:pt idx="352">
                <c:v>12</c:v>
              </c:pt>
              <c:pt idx="353">
                <c:v>12</c:v>
              </c:pt>
              <c:pt idx="354">
                <c:v>12</c:v>
              </c:pt>
              <c:pt idx="355">
                <c:v>12</c:v>
              </c:pt>
              <c:pt idx="356">
                <c:v>12</c:v>
              </c:pt>
              <c:pt idx="357">
                <c:v>12</c:v>
              </c:pt>
              <c:pt idx="358">
                <c:v>12</c:v>
              </c:pt>
              <c:pt idx="359">
                <c:v>12</c:v>
              </c:pt>
              <c:pt idx="360">
                <c:v>12</c:v>
              </c:pt>
              <c:pt idx="361">
                <c:v>12</c:v>
              </c:pt>
              <c:pt idx="362">
                <c:v>12</c:v>
              </c:pt>
              <c:pt idx="363">
                <c:v>12</c:v>
              </c:pt>
              <c:pt idx="364">
                <c:v>12</c:v>
              </c:pt>
              <c:pt idx="365">
                <c:v>12</c:v>
              </c:pt>
              <c:pt idx="366">
                <c:v>12</c:v>
              </c:pt>
              <c:pt idx="367">
                <c:v>12</c:v>
              </c:pt>
              <c:pt idx="368">
                <c:v>12</c:v>
              </c:pt>
              <c:pt idx="369">
                <c:v>12</c:v>
              </c:pt>
              <c:pt idx="370">
                <c:v>12</c:v>
              </c:pt>
              <c:pt idx="371">
                <c:v>12</c:v>
              </c:pt>
              <c:pt idx="372">
                <c:v>12</c:v>
              </c:pt>
              <c:pt idx="373">
                <c:v>12</c:v>
              </c:pt>
              <c:pt idx="374">
                <c:v>12</c:v>
              </c:pt>
              <c:pt idx="375">
                <c:v>12</c:v>
              </c:pt>
              <c:pt idx="376">
                <c:v>12</c:v>
              </c:pt>
              <c:pt idx="377">
                <c:v>12</c:v>
              </c:pt>
              <c:pt idx="378">
                <c:v>12</c:v>
              </c:pt>
              <c:pt idx="379">
                <c:v>12</c:v>
              </c:pt>
              <c:pt idx="380">
                <c:v>12</c:v>
              </c:pt>
              <c:pt idx="381">
                <c:v>12</c:v>
              </c:pt>
              <c:pt idx="382">
                <c:v>12</c:v>
              </c:pt>
              <c:pt idx="383">
                <c:v>12</c:v>
              </c:pt>
              <c:pt idx="384">
                <c:v>12</c:v>
              </c:pt>
              <c:pt idx="385">
                <c:v>12</c:v>
              </c:pt>
              <c:pt idx="386">
                <c:v>12</c:v>
              </c:pt>
              <c:pt idx="387">
                <c:v>12</c:v>
              </c:pt>
              <c:pt idx="388">
                <c:v>12</c:v>
              </c:pt>
              <c:pt idx="389">
                <c:v>12</c:v>
              </c:pt>
              <c:pt idx="390">
                <c:v>12</c:v>
              </c:pt>
              <c:pt idx="391">
                <c:v>12</c:v>
              </c:pt>
              <c:pt idx="392">
                <c:v>12</c:v>
              </c:pt>
              <c:pt idx="393">
                <c:v>12</c:v>
              </c:pt>
              <c:pt idx="394">
                <c:v>12</c:v>
              </c:pt>
              <c:pt idx="395">
                <c:v>12</c:v>
              </c:pt>
              <c:pt idx="396">
                <c:v>12</c:v>
              </c:pt>
              <c:pt idx="397">
                <c:v>12</c:v>
              </c:pt>
              <c:pt idx="398">
                <c:v>12</c:v>
              </c:pt>
              <c:pt idx="399">
                <c:v>12</c:v>
              </c:pt>
              <c:pt idx="400">
                <c:v>12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2DD9-4FE9-A9B7-A4BBA5CD25E1}"/>
            </c:ext>
          </c:extLst>
        </c:ser>
        <c:ser>
          <c:idx val="1"/>
          <c:order val="1"/>
          <c:tx>
            <c:v>Amplitude (ASK)</c:v>
          </c:tx>
          <c:spPr>
            <a:ln w="23813">
              <a:solidFill>
                <a:srgbClr val="167D9A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8.9499999999999993</c:v>
              </c:pt>
              <c:pt idx="1">
                <c:v>8.9201540030721986</c:v>
              </c:pt>
              <c:pt idx="2">
                <c:v>8.832491346041671</c:v>
              </c:pt>
              <c:pt idx="3">
                <c:v>8.6925201960503404</c:v>
              </c:pt>
              <c:pt idx="4">
                <c:v>8.5090354552300465</c:v>
              </c:pt>
              <c:pt idx="5">
                <c:v>8.2935661446562001</c:v>
              </c:pt>
              <c:pt idx="6">
                <c:v>8.0596509935528484</c:v>
              </c:pt>
              <c:pt idx="7">
                <c:v>7.8219877511435616</c:v>
              </c:pt>
              <c:pt idx="8">
                <c:v>7.595509673013181</c:v>
              </c:pt>
              <c:pt idx="9">
                <c:v>7.394447209738745</c:v>
              </c:pt>
              <c:pt idx="10">
                <c:v>7.2314338553438002</c:v>
              </c:pt>
              <c:pt idx="11">
                <c:v>7.1167123384061615</c:v>
              </c:pt>
              <c:pt idx="12">
                <c:v>7.057491033751246</c:v>
              </c:pt>
              <c:pt idx="13">
                <c:v>7.057491033751246</c:v>
              </c:pt>
              <c:pt idx="14">
                <c:v>7.1167123384061615</c:v>
              </c:pt>
              <c:pt idx="15">
                <c:v>7.2314338553438002</c:v>
              </c:pt>
              <c:pt idx="16">
                <c:v>7.394447209738745</c:v>
              </c:pt>
              <c:pt idx="17">
                <c:v>7.595509673013181</c:v>
              </c:pt>
              <c:pt idx="18">
                <c:v>7.8219877511435616</c:v>
              </c:pt>
              <c:pt idx="19">
                <c:v>8.0596509935528484</c:v>
              </c:pt>
              <c:pt idx="20">
                <c:v>8.2935661446562001</c:v>
              </c:pt>
              <c:pt idx="21">
                <c:v>8.5090354552300482</c:v>
              </c:pt>
              <c:pt idx="22">
                <c:v>8.6925201960503422</c:v>
              </c:pt>
              <c:pt idx="23">
                <c:v>8.832491346041671</c:v>
              </c:pt>
              <c:pt idx="24">
                <c:v>8.9201540030722004</c:v>
              </c:pt>
              <c:pt idx="25">
                <c:v>8.9499999999999993</c:v>
              </c:pt>
              <c:pt idx="26">
                <c:v>8.9201540030721986</c:v>
              </c:pt>
              <c:pt idx="27">
                <c:v>8.8324913460416692</c:v>
              </c:pt>
              <c:pt idx="28">
                <c:v>8.6925201960503404</c:v>
              </c:pt>
              <c:pt idx="29">
                <c:v>8.5090354552300447</c:v>
              </c:pt>
              <c:pt idx="30">
                <c:v>8.2935661446561983</c:v>
              </c:pt>
              <c:pt idx="31">
                <c:v>8.0596509935528449</c:v>
              </c:pt>
              <c:pt idx="32">
                <c:v>7.8219877511435598</c:v>
              </c:pt>
              <c:pt idx="33">
                <c:v>7.5955096730131793</c:v>
              </c:pt>
              <c:pt idx="34">
                <c:v>7.3944472097387424</c:v>
              </c:pt>
              <c:pt idx="35">
                <c:v>7.2314338553437985</c:v>
              </c:pt>
              <c:pt idx="36">
                <c:v>7.1167123384061597</c:v>
              </c:pt>
              <c:pt idx="37">
                <c:v>7.057491033751246</c:v>
              </c:pt>
              <c:pt idx="38">
                <c:v>7.0574910337512469</c:v>
              </c:pt>
              <c:pt idx="39">
                <c:v>7.1167123384061632</c:v>
              </c:pt>
              <c:pt idx="40">
                <c:v>7.2314338553438029</c:v>
              </c:pt>
              <c:pt idx="41">
                <c:v>7.3944472097387486</c:v>
              </c:pt>
              <c:pt idx="42">
                <c:v>7.5955096730131855</c:v>
              </c:pt>
              <c:pt idx="43">
                <c:v>7.8219877511435651</c:v>
              </c:pt>
              <c:pt idx="44">
                <c:v>8.059650993552852</c:v>
              </c:pt>
              <c:pt idx="45">
                <c:v>8.2935661446562037</c:v>
              </c:pt>
              <c:pt idx="46">
                <c:v>8.5090354552300518</c:v>
              </c:pt>
              <c:pt idx="47">
                <c:v>8.692520196050344</c:v>
              </c:pt>
              <c:pt idx="48">
                <c:v>8.8324913460416727</c:v>
              </c:pt>
              <c:pt idx="49">
                <c:v>8.9201540030722004</c:v>
              </c:pt>
              <c:pt idx="50">
                <c:v>8.3000000000000007</c:v>
              </c:pt>
              <c:pt idx="51">
                <c:v>8.2905749483385893</c:v>
              </c:pt>
              <c:pt idx="52">
                <c:v>8.2628920040131586</c:v>
              </c:pt>
              <c:pt idx="53">
                <c:v>8.2186905882264227</c:v>
              </c:pt>
              <c:pt idx="54">
                <c:v>8.160748038493697</c:v>
              </c:pt>
              <c:pt idx="55">
                <c:v>8.0927050983124822</c:v>
              </c:pt>
              <c:pt idx="56">
                <c:v>8.0188371558587921</c:v>
              </c:pt>
              <c:pt idx="57">
                <c:v>7.9437856056242806</c:v>
              </c:pt>
              <c:pt idx="58">
                <c:v>7.8722662125304765</c:v>
              </c:pt>
              <c:pt idx="59">
                <c:v>7.8087728030753913</c:v>
              </c:pt>
              <c:pt idx="60">
                <c:v>7.7572949016875148</c:v>
              </c:pt>
              <c:pt idx="61">
                <c:v>7.721067054233524</c:v>
              </c:pt>
              <c:pt idx="62">
                <c:v>7.7023655896056562</c:v>
              </c:pt>
              <c:pt idx="63">
                <c:v>7.7023655896056571</c:v>
              </c:pt>
              <c:pt idx="64">
                <c:v>7.7210670542335258</c:v>
              </c:pt>
              <c:pt idx="65">
                <c:v>7.7572949016875175</c:v>
              </c:pt>
              <c:pt idx="66">
                <c:v>7.8087728030753949</c:v>
              </c:pt>
              <c:pt idx="67">
                <c:v>7.8722662125304801</c:v>
              </c:pt>
              <c:pt idx="68">
                <c:v>7.943785605624285</c:v>
              </c:pt>
              <c:pt idx="69">
                <c:v>8.0188371558587956</c:v>
              </c:pt>
              <c:pt idx="70">
                <c:v>8.0927050983124875</c:v>
              </c:pt>
              <c:pt idx="71">
                <c:v>8.1607480384937006</c:v>
              </c:pt>
              <c:pt idx="72">
                <c:v>8.2186905882264263</c:v>
              </c:pt>
              <c:pt idx="73">
                <c:v>8.2628920040131604</c:v>
              </c:pt>
              <c:pt idx="74">
                <c:v>8.2905749483385893</c:v>
              </c:pt>
              <c:pt idx="75">
                <c:v>8.3000000000000007</c:v>
              </c:pt>
              <c:pt idx="76">
                <c:v>8.2905749483385875</c:v>
              </c:pt>
              <c:pt idx="77">
                <c:v>8.2628920040131568</c:v>
              </c:pt>
              <c:pt idx="78">
                <c:v>8.218690588226421</c:v>
              </c:pt>
              <c:pt idx="79">
                <c:v>8.160748038493697</c:v>
              </c:pt>
              <c:pt idx="80">
                <c:v>8.0927050983124822</c:v>
              </c:pt>
              <c:pt idx="81">
                <c:v>8.0188371558587903</c:v>
              </c:pt>
              <c:pt idx="82">
                <c:v>7.9437856056242797</c:v>
              </c:pt>
              <c:pt idx="83">
                <c:v>7.8722662125304748</c:v>
              </c:pt>
              <c:pt idx="84">
                <c:v>7.8087728030753905</c:v>
              </c:pt>
              <c:pt idx="85">
                <c:v>7.7572949016875139</c:v>
              </c:pt>
              <c:pt idx="86">
                <c:v>7.7210670542335231</c:v>
              </c:pt>
              <c:pt idx="87">
                <c:v>7.7023655896056562</c:v>
              </c:pt>
              <c:pt idx="88">
                <c:v>7.7023655896056571</c:v>
              </c:pt>
              <c:pt idx="89">
                <c:v>7.7210670542335258</c:v>
              </c:pt>
              <c:pt idx="90">
                <c:v>7.7572949016875183</c:v>
              </c:pt>
              <c:pt idx="91">
                <c:v>7.8087728030753967</c:v>
              </c:pt>
              <c:pt idx="92">
                <c:v>7.8722662125304819</c:v>
              </c:pt>
              <c:pt idx="93">
                <c:v>7.9437856056242859</c:v>
              </c:pt>
              <c:pt idx="94">
                <c:v>8.0188371558587992</c:v>
              </c:pt>
              <c:pt idx="95">
                <c:v>8.0927050983124875</c:v>
              </c:pt>
              <c:pt idx="96">
                <c:v>8.1607480384937023</c:v>
              </c:pt>
              <c:pt idx="97">
                <c:v>8.2186905882264263</c:v>
              </c:pt>
              <c:pt idx="98">
                <c:v>8.2628920040131622</c:v>
              </c:pt>
              <c:pt idx="99">
                <c:v>8.2905749483385911</c:v>
              </c:pt>
              <c:pt idx="100">
                <c:v>8.9499999999999993</c:v>
              </c:pt>
              <c:pt idx="101">
                <c:v>8.9201540030721951</c:v>
              </c:pt>
              <c:pt idx="102">
                <c:v>8.8324913460416621</c:v>
              </c:pt>
              <c:pt idx="103">
                <c:v>8.6925201960503298</c:v>
              </c:pt>
              <c:pt idx="104">
                <c:v>8.5090354552300322</c:v>
              </c:pt>
              <c:pt idx="105">
                <c:v>8.2935661446561841</c:v>
              </c:pt>
              <c:pt idx="106">
                <c:v>8.0596509935528324</c:v>
              </c:pt>
              <c:pt idx="107">
                <c:v>7.8219877511435456</c:v>
              </c:pt>
              <c:pt idx="108">
                <c:v>7.5955096730131668</c:v>
              </c:pt>
              <c:pt idx="109">
                <c:v>7.3944472097387317</c:v>
              </c:pt>
              <c:pt idx="110">
                <c:v>7.2314338553437905</c:v>
              </c:pt>
              <c:pt idx="111">
                <c:v>7.1167123384061544</c:v>
              </c:pt>
              <c:pt idx="112">
                <c:v>7.0574910337512442</c:v>
              </c:pt>
              <c:pt idx="113">
                <c:v>7.0574910337512486</c:v>
              </c:pt>
              <c:pt idx="114">
                <c:v>7.1167123384061677</c:v>
              </c:pt>
              <c:pt idx="115">
                <c:v>7.2314338553438109</c:v>
              </c:pt>
              <c:pt idx="116">
                <c:v>7.3944472097387584</c:v>
              </c:pt>
              <c:pt idx="117">
                <c:v>7.5955096730131988</c:v>
              </c:pt>
              <c:pt idx="118">
                <c:v>7.8219877511435794</c:v>
              </c:pt>
              <c:pt idx="119">
                <c:v>8.059650993552868</c:v>
              </c:pt>
              <c:pt idx="120">
                <c:v>8.2935661446562179</c:v>
              </c:pt>
              <c:pt idx="121">
                <c:v>8.5090354552300624</c:v>
              </c:pt>
              <c:pt idx="122">
                <c:v>8.6925201960503546</c:v>
              </c:pt>
              <c:pt idx="123">
                <c:v>8.8324913460416798</c:v>
              </c:pt>
              <c:pt idx="124">
                <c:v>8.920154003072204</c:v>
              </c:pt>
              <c:pt idx="125">
                <c:v>8.9499999999999993</c:v>
              </c:pt>
              <c:pt idx="126">
                <c:v>8.9201540030721951</c:v>
              </c:pt>
              <c:pt idx="127">
                <c:v>8.8324913460416603</c:v>
              </c:pt>
              <c:pt idx="128">
                <c:v>8.6925201960503262</c:v>
              </c:pt>
              <c:pt idx="129">
                <c:v>8.5090354552300287</c:v>
              </c:pt>
              <c:pt idx="130">
                <c:v>8.2935661446561824</c:v>
              </c:pt>
              <c:pt idx="131">
                <c:v>8.0596509935528236</c:v>
              </c:pt>
              <c:pt idx="132">
                <c:v>7.8219877511435385</c:v>
              </c:pt>
              <c:pt idx="133">
                <c:v>7.5955096730131615</c:v>
              </c:pt>
              <c:pt idx="134">
                <c:v>7.394447209738729</c:v>
              </c:pt>
              <c:pt idx="135">
                <c:v>7.2314338553437887</c:v>
              </c:pt>
              <c:pt idx="136">
                <c:v>7.1167123384061526</c:v>
              </c:pt>
              <c:pt idx="137">
                <c:v>7.0574910337512433</c:v>
              </c:pt>
              <c:pt idx="138">
                <c:v>7.0574910337512486</c:v>
              </c:pt>
              <c:pt idx="139">
                <c:v>7.1167123384061686</c:v>
              </c:pt>
              <c:pt idx="140">
                <c:v>7.2314338553438153</c:v>
              </c:pt>
              <c:pt idx="141">
                <c:v>7.3944472097387637</c:v>
              </c:pt>
              <c:pt idx="142">
                <c:v>7.5955096730132015</c:v>
              </c:pt>
              <c:pt idx="143">
                <c:v>7.8219877511435829</c:v>
              </c:pt>
              <c:pt idx="144">
                <c:v>8.0596509935528751</c:v>
              </c:pt>
              <c:pt idx="145">
                <c:v>8.293566144656225</c:v>
              </c:pt>
              <c:pt idx="146">
                <c:v>8.5090354552300678</c:v>
              </c:pt>
              <c:pt idx="147">
                <c:v>8.6925201960503564</c:v>
              </c:pt>
              <c:pt idx="148">
                <c:v>8.8324913460416816</c:v>
              </c:pt>
              <c:pt idx="149">
                <c:v>8.9201540030722057</c:v>
              </c:pt>
              <c:pt idx="150">
                <c:v>8.9499999999999993</c:v>
              </c:pt>
              <c:pt idx="151">
                <c:v>8.9201540030721933</c:v>
              </c:pt>
              <c:pt idx="152">
                <c:v>8.8324913460416585</c:v>
              </c:pt>
              <c:pt idx="153">
                <c:v>8.6925201960503209</c:v>
              </c:pt>
              <c:pt idx="154">
                <c:v>8.5090354552300234</c:v>
              </c:pt>
              <c:pt idx="155">
                <c:v>8.2935661446561753</c:v>
              </c:pt>
              <c:pt idx="156">
                <c:v>8.0596509935528236</c:v>
              </c:pt>
              <c:pt idx="157">
                <c:v>7.8219877511435323</c:v>
              </c:pt>
              <c:pt idx="158">
                <c:v>7.5955096730131553</c:v>
              </c:pt>
              <c:pt idx="159">
                <c:v>7.3944472097387237</c:v>
              </c:pt>
              <c:pt idx="160">
                <c:v>7.2314338553437851</c:v>
              </c:pt>
              <c:pt idx="161">
                <c:v>7.1167123384061526</c:v>
              </c:pt>
              <c:pt idx="162">
                <c:v>7.0574910337512424</c:v>
              </c:pt>
              <c:pt idx="163">
                <c:v>7.0574910337512495</c:v>
              </c:pt>
              <c:pt idx="164">
                <c:v>7.1167123384061712</c:v>
              </c:pt>
              <c:pt idx="165">
                <c:v>7.2314338553438144</c:v>
              </c:pt>
              <c:pt idx="166">
                <c:v>7.3944472097387681</c:v>
              </c:pt>
              <c:pt idx="167">
                <c:v>7.5955096730132077</c:v>
              </c:pt>
              <c:pt idx="168">
                <c:v>7.8219877511435891</c:v>
              </c:pt>
              <c:pt idx="169">
                <c:v>8.0596509935528751</c:v>
              </c:pt>
              <c:pt idx="170">
                <c:v>8.2935661446562303</c:v>
              </c:pt>
              <c:pt idx="171">
                <c:v>8.5090354552300731</c:v>
              </c:pt>
              <c:pt idx="172">
                <c:v>8.6925201960503617</c:v>
              </c:pt>
              <c:pt idx="173">
                <c:v>8.8324913460416834</c:v>
              </c:pt>
              <c:pt idx="174">
                <c:v>8.9201540030722057</c:v>
              </c:pt>
              <c:pt idx="175">
                <c:v>8.9499999999999993</c:v>
              </c:pt>
              <c:pt idx="176">
                <c:v>8.9201540030721915</c:v>
              </c:pt>
              <c:pt idx="177">
                <c:v>8.8324913460416568</c:v>
              </c:pt>
              <c:pt idx="178">
                <c:v>8.6925201960503209</c:v>
              </c:pt>
              <c:pt idx="179">
                <c:v>8.509035455230018</c:v>
              </c:pt>
              <c:pt idx="180">
                <c:v>8.2935661446561699</c:v>
              </c:pt>
              <c:pt idx="181">
                <c:v>8.0596509935528164</c:v>
              </c:pt>
              <c:pt idx="182">
                <c:v>7.8219877511435332</c:v>
              </c:pt>
              <c:pt idx="183">
                <c:v>7.5955096730131499</c:v>
              </c:pt>
              <c:pt idx="184">
                <c:v>7.3944472097387193</c:v>
              </c:pt>
              <c:pt idx="185">
                <c:v>7.2314338553437807</c:v>
              </c:pt>
              <c:pt idx="186">
                <c:v>7.1167123384061499</c:v>
              </c:pt>
              <c:pt idx="187">
                <c:v>7.0574910337512424</c:v>
              </c:pt>
              <c:pt idx="188">
                <c:v>7.0574910337512504</c:v>
              </c:pt>
              <c:pt idx="189">
                <c:v>7.1167123384061739</c:v>
              </c:pt>
              <c:pt idx="190">
                <c:v>7.2314338553438189</c:v>
              </c:pt>
              <c:pt idx="191">
                <c:v>7.3944472097387681</c:v>
              </c:pt>
              <c:pt idx="192">
                <c:v>7.5955096730132139</c:v>
              </c:pt>
              <c:pt idx="193">
                <c:v>7.8219877511435953</c:v>
              </c:pt>
              <c:pt idx="194">
                <c:v>8.0596509935528804</c:v>
              </c:pt>
              <c:pt idx="195">
                <c:v>8.2935661446562303</c:v>
              </c:pt>
              <c:pt idx="196">
                <c:v>8.5090354552300784</c:v>
              </c:pt>
              <c:pt idx="197">
                <c:v>8.6925201960503653</c:v>
              </c:pt>
              <c:pt idx="198">
                <c:v>8.832491346041687</c:v>
              </c:pt>
              <c:pt idx="199">
                <c:v>8.9201540030722075</c:v>
              </c:pt>
              <c:pt idx="200">
                <c:v>8.3000000000000007</c:v>
              </c:pt>
              <c:pt idx="201">
                <c:v>8.2905749483385875</c:v>
              </c:pt>
              <c:pt idx="202">
                <c:v>8.262892004013155</c:v>
              </c:pt>
              <c:pt idx="203">
                <c:v>8.218690588226421</c:v>
              </c:pt>
              <c:pt idx="204">
                <c:v>8.160748038493697</c:v>
              </c:pt>
              <c:pt idx="205">
                <c:v>8.0927050983124822</c:v>
              </c:pt>
              <c:pt idx="206">
                <c:v>8.0188371558587956</c:v>
              </c:pt>
              <c:pt idx="207">
                <c:v>7.9437856056242842</c:v>
              </c:pt>
              <c:pt idx="208">
                <c:v>7.8722662125304819</c:v>
              </c:pt>
              <c:pt idx="209">
                <c:v>7.8087728030753967</c:v>
              </c:pt>
              <c:pt idx="210">
                <c:v>7.7572949016875201</c:v>
              </c:pt>
              <c:pt idx="211">
                <c:v>7.7210670542335276</c:v>
              </c:pt>
              <c:pt idx="212">
                <c:v>7.702365589605658</c:v>
              </c:pt>
              <c:pt idx="213">
                <c:v>7.7023655896056553</c:v>
              </c:pt>
              <c:pt idx="214">
                <c:v>7.7210670542335196</c:v>
              </c:pt>
              <c:pt idx="215">
                <c:v>7.7572949016875068</c:v>
              </c:pt>
              <c:pt idx="216">
                <c:v>7.8087728030753807</c:v>
              </c:pt>
              <c:pt idx="217">
                <c:v>7.8722662125304614</c:v>
              </c:pt>
              <c:pt idx="218">
                <c:v>7.9437856056242637</c:v>
              </c:pt>
              <c:pt idx="219">
                <c:v>8.0188371558587725</c:v>
              </c:pt>
              <c:pt idx="220">
                <c:v>8.0927050983124627</c:v>
              </c:pt>
              <c:pt idx="221">
                <c:v>8.1607480384936775</c:v>
              </c:pt>
              <c:pt idx="222">
                <c:v>8.2186905882264067</c:v>
              </c:pt>
              <c:pt idx="223">
                <c:v>8.2628920040131462</c:v>
              </c:pt>
              <c:pt idx="224">
                <c:v>8.2905749483385822</c:v>
              </c:pt>
              <c:pt idx="225">
                <c:v>8.3000000000000007</c:v>
              </c:pt>
              <c:pt idx="226">
                <c:v>8.2905749483385982</c:v>
              </c:pt>
              <c:pt idx="227">
                <c:v>8.2628920040131746</c:v>
              </c:pt>
              <c:pt idx="228">
                <c:v>8.2186905882264476</c:v>
              </c:pt>
              <c:pt idx="229">
                <c:v>8.160748038493729</c:v>
              </c:pt>
              <c:pt idx="230">
                <c:v>8.0927050983125213</c:v>
              </c:pt>
              <c:pt idx="231">
                <c:v>8.0188371558588329</c:v>
              </c:pt>
              <c:pt idx="232">
                <c:v>7.9437856056243241</c:v>
              </c:pt>
              <c:pt idx="233">
                <c:v>7.8722662125305183</c:v>
              </c:pt>
              <c:pt idx="234">
                <c:v>7.8087728030754278</c:v>
              </c:pt>
              <c:pt idx="235">
                <c:v>7.7572949016875441</c:v>
              </c:pt>
              <c:pt idx="236">
                <c:v>7.7210670542335427</c:v>
              </c:pt>
              <c:pt idx="237">
                <c:v>7.7023655896056633</c:v>
              </c:pt>
              <c:pt idx="238">
                <c:v>7.70236558960565</c:v>
              </c:pt>
              <c:pt idx="239">
                <c:v>7.7210670542335045</c:v>
              </c:pt>
              <c:pt idx="240">
                <c:v>7.7572949016874837</c:v>
              </c:pt>
              <c:pt idx="241">
                <c:v>7.8087728030753496</c:v>
              </c:pt>
              <c:pt idx="242">
                <c:v>7.872266212530425</c:v>
              </c:pt>
              <c:pt idx="243">
                <c:v>7.9437856056242238</c:v>
              </c:pt>
              <c:pt idx="244">
                <c:v>8.0188371558587317</c:v>
              </c:pt>
              <c:pt idx="245">
                <c:v>8.0927050983124253</c:v>
              </c:pt>
              <c:pt idx="246">
                <c:v>8.1607480384936437</c:v>
              </c:pt>
              <c:pt idx="247">
                <c:v>8.2186905882263783</c:v>
              </c:pt>
              <c:pt idx="248">
                <c:v>8.2628920040131266</c:v>
              </c:pt>
              <c:pt idx="249">
                <c:v>8.2905749483385716</c:v>
              </c:pt>
              <c:pt idx="250">
                <c:v>8.3000000000000007</c:v>
              </c:pt>
              <c:pt idx="251">
                <c:v>8.2905749483386071</c:v>
              </c:pt>
              <c:pt idx="252">
                <c:v>8.2628920040131941</c:v>
              </c:pt>
              <c:pt idx="253">
                <c:v>8.218690588226476</c:v>
              </c:pt>
              <c:pt idx="254">
                <c:v>8.1607480384937645</c:v>
              </c:pt>
              <c:pt idx="255">
                <c:v>8.0927050983125604</c:v>
              </c:pt>
              <c:pt idx="256">
                <c:v>8.0188371558588738</c:v>
              </c:pt>
              <c:pt idx="257">
                <c:v>7.9437856056243614</c:v>
              </c:pt>
              <c:pt idx="258">
                <c:v>7.8722662125305556</c:v>
              </c:pt>
              <c:pt idx="259">
                <c:v>7.8087728030754588</c:v>
              </c:pt>
              <c:pt idx="260">
                <c:v>7.7572949016875663</c:v>
              </c:pt>
              <c:pt idx="261">
                <c:v>7.7210670542335578</c:v>
              </c:pt>
              <c:pt idx="262">
                <c:v>7.7023655896056678</c:v>
              </c:pt>
              <c:pt idx="263">
                <c:v>7.7023655896056455</c:v>
              </c:pt>
              <c:pt idx="264">
                <c:v>7.7210670542334903</c:v>
              </c:pt>
              <c:pt idx="265">
                <c:v>7.7572949016874588</c:v>
              </c:pt>
              <c:pt idx="266">
                <c:v>7.8087728030753185</c:v>
              </c:pt>
              <c:pt idx="267">
                <c:v>7.8722662125303895</c:v>
              </c:pt>
              <c:pt idx="268">
                <c:v>7.9437856056241865</c:v>
              </c:pt>
              <c:pt idx="269">
                <c:v>8.0188371558586908</c:v>
              </c:pt>
              <c:pt idx="270">
                <c:v>8.0927050983123863</c:v>
              </c:pt>
              <c:pt idx="271">
                <c:v>8.1607480384936117</c:v>
              </c:pt>
              <c:pt idx="272">
                <c:v>8.2186905882263499</c:v>
              </c:pt>
              <c:pt idx="273">
                <c:v>8.2628920040131071</c:v>
              </c:pt>
              <c:pt idx="274">
                <c:v>8.2905749483385627</c:v>
              </c:pt>
              <c:pt idx="275">
                <c:v>8.3000000000000007</c:v>
              </c:pt>
              <c:pt idx="276">
                <c:v>8.2905749483386177</c:v>
              </c:pt>
              <c:pt idx="277">
                <c:v>8.2628920040132137</c:v>
              </c:pt>
              <c:pt idx="278">
                <c:v>8.2186905882265027</c:v>
              </c:pt>
              <c:pt idx="279">
                <c:v>8.1607480384938</c:v>
              </c:pt>
              <c:pt idx="280">
                <c:v>8.0927050983125994</c:v>
              </c:pt>
              <c:pt idx="281">
                <c:v>8.0188371558589147</c:v>
              </c:pt>
              <c:pt idx="282">
                <c:v>7.9437856056244014</c:v>
              </c:pt>
              <c:pt idx="283">
                <c:v>7.872266212530592</c:v>
              </c:pt>
              <c:pt idx="284">
                <c:v>7.8087728030754899</c:v>
              </c:pt>
              <c:pt idx="285">
                <c:v>7.7572949016875903</c:v>
              </c:pt>
              <c:pt idx="286">
                <c:v>7.7210670542335711</c:v>
              </c:pt>
              <c:pt idx="287">
                <c:v>7.7023655896056731</c:v>
              </c:pt>
              <c:pt idx="288">
                <c:v>7.7023655896056402</c:v>
              </c:pt>
              <c:pt idx="289">
                <c:v>7.7210670542334761</c:v>
              </c:pt>
              <c:pt idx="290">
                <c:v>7.7572949016874349</c:v>
              </c:pt>
              <c:pt idx="291">
                <c:v>7.8087728030752874</c:v>
              </c:pt>
              <c:pt idx="292">
                <c:v>7.8722662125303531</c:v>
              </c:pt>
              <c:pt idx="293">
                <c:v>7.9437856056241465</c:v>
              </c:pt>
              <c:pt idx="294">
                <c:v>8.0188371558586518</c:v>
              </c:pt>
              <c:pt idx="295">
                <c:v>8.0927050983123472</c:v>
              </c:pt>
              <c:pt idx="296">
                <c:v>8.160748038493578</c:v>
              </c:pt>
              <c:pt idx="297">
                <c:v>8.2186905882263215</c:v>
              </c:pt>
              <c:pt idx="298">
                <c:v>8.2628920040130875</c:v>
              </c:pt>
              <c:pt idx="299">
                <c:v>8.290574948338552</c:v>
              </c:pt>
              <c:pt idx="300">
                <c:v>8.3000000000000007</c:v>
              </c:pt>
              <c:pt idx="301">
                <c:v>8.9201540030723212</c:v>
              </c:pt>
              <c:pt idx="302">
                <c:v>8.8324913460419072</c:v>
              </c:pt>
              <c:pt idx="303">
                <c:v>8.6925201960506779</c:v>
              </c:pt>
              <c:pt idx="304">
                <c:v>8.5090354552304639</c:v>
              </c:pt>
              <c:pt idx="305">
                <c:v>8.2935661446566851</c:v>
              </c:pt>
              <c:pt idx="306">
                <c:v>8.0596509935533565</c:v>
              </c:pt>
              <c:pt idx="307">
                <c:v>7.8219877511440643</c:v>
              </c:pt>
              <c:pt idx="308">
                <c:v>7.5955096730136571</c:v>
              </c:pt>
              <c:pt idx="309">
                <c:v>7.3944472097391518</c:v>
              </c:pt>
              <c:pt idx="310">
                <c:v>7.2314338553441111</c:v>
              </c:pt>
              <c:pt idx="311">
                <c:v>7.1167123384063569</c:v>
              </c:pt>
              <c:pt idx="312">
                <c:v>7.0574910337513144</c:v>
              </c:pt>
              <c:pt idx="313">
                <c:v>7.0574910337511776</c:v>
              </c:pt>
              <c:pt idx="314">
                <c:v>7.116712338405959</c:v>
              </c:pt>
              <c:pt idx="315">
                <c:v>7.2314338553434769</c:v>
              </c:pt>
              <c:pt idx="316">
                <c:v>7.3944472097383098</c:v>
              </c:pt>
              <c:pt idx="317">
                <c:v>7.5955096730126686</c:v>
              </c:pt>
              <c:pt idx="318">
                <c:v>7.8219877511430047</c:v>
              </c:pt>
              <c:pt idx="319">
                <c:v>8.0596509935522676</c:v>
              </c:pt>
              <c:pt idx="320">
                <c:v>8.2935661446556459</c:v>
              </c:pt>
              <c:pt idx="321">
                <c:v>8.5090354552295526</c:v>
              </c:pt>
              <c:pt idx="322">
                <c:v>8.692520196049939</c:v>
              </c:pt>
              <c:pt idx="323">
                <c:v>8.8324913460413814</c:v>
              </c:pt>
              <c:pt idx="324">
                <c:v>8.9201540030720494</c:v>
              </c:pt>
              <c:pt idx="325">
                <c:v>8.9499999999999993</c:v>
              </c:pt>
              <c:pt idx="326">
                <c:v>8.9201540030723532</c:v>
              </c:pt>
              <c:pt idx="327">
                <c:v>8.8324913460419694</c:v>
              </c:pt>
              <c:pt idx="328">
                <c:v>8.6925201960507668</c:v>
              </c:pt>
              <c:pt idx="329">
                <c:v>8.5090354552305723</c:v>
              </c:pt>
              <c:pt idx="330">
                <c:v>8.2935661446568059</c:v>
              </c:pt>
              <c:pt idx="331">
                <c:v>8.0596509935534861</c:v>
              </c:pt>
              <c:pt idx="332">
                <c:v>7.8219877511441904</c:v>
              </c:pt>
              <c:pt idx="333">
                <c:v>7.5955096730137619</c:v>
              </c:pt>
              <c:pt idx="334">
                <c:v>7.3944472097392504</c:v>
              </c:pt>
              <c:pt idx="335">
                <c:v>7.2314338553441866</c:v>
              </c:pt>
              <c:pt idx="336">
                <c:v>7.1167123384064039</c:v>
              </c:pt>
              <c:pt idx="337">
                <c:v>7.0574910337513304</c:v>
              </c:pt>
              <c:pt idx="338">
                <c:v>7.0574910337511616</c:v>
              </c:pt>
              <c:pt idx="339">
                <c:v>7.1167123384059119</c:v>
              </c:pt>
              <c:pt idx="340">
                <c:v>7.2314338553434014</c:v>
              </c:pt>
              <c:pt idx="341">
                <c:v>7.3944472097382103</c:v>
              </c:pt>
              <c:pt idx="342">
                <c:v>7.5955096730125531</c:v>
              </c:pt>
              <c:pt idx="343">
                <c:v>7.8219877511428786</c:v>
              </c:pt>
              <c:pt idx="344">
                <c:v>8.0596509935521379</c:v>
              </c:pt>
              <c:pt idx="345">
                <c:v>8.2935661446555233</c:v>
              </c:pt>
              <c:pt idx="346">
                <c:v>8.5090354552294443</c:v>
              </c:pt>
              <c:pt idx="347">
                <c:v>8.6925201960498519</c:v>
              </c:pt>
              <c:pt idx="348">
                <c:v>8.8324913460413192</c:v>
              </c:pt>
              <c:pt idx="349">
                <c:v>8.9201540030720174</c:v>
              </c:pt>
              <c:pt idx="350">
                <c:v>8.9499999999999993</c:v>
              </c:pt>
              <c:pt idx="351">
                <c:v>8.2905749483386462</c:v>
              </c:pt>
              <c:pt idx="352">
                <c:v>8.2628920040132723</c:v>
              </c:pt>
              <c:pt idx="353">
                <c:v>8.2186905882265862</c:v>
              </c:pt>
              <c:pt idx="354">
                <c:v>8.1607480384938995</c:v>
              </c:pt>
              <c:pt idx="355">
                <c:v>8.0927050983127149</c:v>
              </c:pt>
              <c:pt idx="356">
                <c:v>8.0188371558590354</c:v>
              </c:pt>
              <c:pt idx="357">
                <c:v>7.9437856056245213</c:v>
              </c:pt>
              <c:pt idx="358">
                <c:v>7.8722662125306986</c:v>
              </c:pt>
              <c:pt idx="359">
                <c:v>7.8087728030755841</c:v>
              </c:pt>
              <c:pt idx="360">
                <c:v>7.7572949016876613</c:v>
              </c:pt>
              <c:pt idx="361">
                <c:v>7.7210670542336164</c:v>
              </c:pt>
              <c:pt idx="362">
                <c:v>7.7023655896056882</c:v>
              </c:pt>
              <c:pt idx="363">
                <c:v>7.7023655896056251</c:v>
              </c:pt>
              <c:pt idx="364">
                <c:v>7.7210670542334308</c:v>
              </c:pt>
              <c:pt idx="365">
                <c:v>7.7572949016873665</c:v>
              </c:pt>
              <c:pt idx="366">
                <c:v>7.8087728030751933</c:v>
              </c:pt>
              <c:pt idx="367">
                <c:v>7.8722662125302429</c:v>
              </c:pt>
              <c:pt idx="368">
                <c:v>7.9437856056240266</c:v>
              </c:pt>
              <c:pt idx="369">
                <c:v>8.0188371558585345</c:v>
              </c:pt>
              <c:pt idx="370">
                <c:v>8.0927050983122317</c:v>
              </c:pt>
              <c:pt idx="371">
                <c:v>8.160748038493475</c:v>
              </c:pt>
              <c:pt idx="372">
                <c:v>8.2186905882262415</c:v>
              </c:pt>
              <c:pt idx="373">
                <c:v>8.2628920040130289</c:v>
              </c:pt>
              <c:pt idx="374">
                <c:v>8.2905749483385218</c:v>
              </c:pt>
              <c:pt idx="375">
                <c:v>8.3000000000000007</c:v>
              </c:pt>
              <c:pt idx="376">
                <c:v>8.2905749483386568</c:v>
              </c:pt>
              <c:pt idx="377">
                <c:v>8.2628920040132918</c:v>
              </c:pt>
              <c:pt idx="378">
                <c:v>8.2186905882266128</c:v>
              </c:pt>
              <c:pt idx="379">
                <c:v>8.1607480384939333</c:v>
              </c:pt>
              <c:pt idx="380">
                <c:v>8.0927050983127522</c:v>
              </c:pt>
              <c:pt idx="381">
                <c:v>8.0188371558590763</c:v>
              </c:pt>
              <c:pt idx="382">
                <c:v>7.9437856056245613</c:v>
              </c:pt>
              <c:pt idx="383">
                <c:v>7.872266212530735</c:v>
              </c:pt>
              <c:pt idx="384">
                <c:v>7.8087728030756152</c:v>
              </c:pt>
              <c:pt idx="385">
                <c:v>7.7572949016876853</c:v>
              </c:pt>
              <c:pt idx="386">
                <c:v>7.7210670542336315</c:v>
              </c:pt>
              <c:pt idx="387">
                <c:v>7.7023655896056926</c:v>
              </c:pt>
              <c:pt idx="388">
                <c:v>7.7023655896056198</c:v>
              </c:pt>
              <c:pt idx="389">
                <c:v>7.7210670542334157</c:v>
              </c:pt>
              <c:pt idx="390">
                <c:v>7.7572949016873425</c:v>
              </c:pt>
              <c:pt idx="391">
                <c:v>7.8087728030751622</c:v>
              </c:pt>
              <c:pt idx="392">
                <c:v>7.8722662125302065</c:v>
              </c:pt>
              <c:pt idx="393">
                <c:v>7.9437856056239875</c:v>
              </c:pt>
              <c:pt idx="394">
                <c:v>8.0188371558584937</c:v>
              </c:pt>
              <c:pt idx="395">
                <c:v>8.0927050983121926</c:v>
              </c:pt>
              <c:pt idx="396">
                <c:v>8.1607480384934394</c:v>
              </c:pt>
              <c:pt idx="397">
                <c:v>8.2186905882262131</c:v>
              </c:pt>
              <c:pt idx="398">
                <c:v>8.2628920040130112</c:v>
              </c:pt>
              <c:pt idx="399">
                <c:v>8.2905749483385112</c:v>
              </c:pt>
              <c:pt idx="400">
                <c:v>8.3000000000000007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2DD9-4FE9-A9B7-A4BBA5CD25E1}"/>
            </c:ext>
          </c:extLst>
        </c:ser>
        <c:ser>
          <c:idx val="2"/>
          <c:order val="2"/>
          <c:tx>
            <c:v>Frequency (FSK)</c:v>
          </c:tx>
          <c:spPr>
            <a:ln w="23813">
              <a:solidFill>
                <a:srgbClr val="A8661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5</c:v>
              </c:pt>
              <c:pt idx="1">
                <c:v>4.9297764858882509</c:v>
              </c:pt>
              <c:pt idx="2">
                <c:v>4.7289686274214118</c:v>
              </c:pt>
              <c:pt idx="3">
                <c:v>4.4257792915650729</c:v>
              </c:pt>
              <c:pt idx="4">
                <c:v>4.0627905195293135</c:v>
              </c:pt>
              <c:pt idx="5">
                <c:v>3.6909830056250525</c:v>
              </c:pt>
              <c:pt idx="6">
                <c:v>3.3625760102513103</c:v>
              </c:pt>
              <c:pt idx="7">
                <c:v>3.1236933199561365</c:v>
              </c:pt>
              <c:pt idx="8">
                <c:v>3.007885298685522</c:v>
              </c:pt>
              <c:pt idx="9">
                <c:v>3.0314168388713689</c:v>
              </c:pt>
              <c:pt idx="10">
                <c:v>3.1909830056250521</c:v>
              </c:pt>
              <c:pt idx="11">
                <c:v>3.464173205021003</c:v>
              </c:pt>
              <c:pt idx="12">
                <c:v>3.8126186854142743</c:v>
              </c:pt>
              <c:pt idx="13">
                <c:v>4.187381314585723</c:v>
              </c:pt>
              <c:pt idx="14">
                <c:v>4.5358267949789957</c:v>
              </c:pt>
              <c:pt idx="15">
                <c:v>4.8090169943749475</c:v>
              </c:pt>
              <c:pt idx="16">
                <c:v>4.9685831611286311</c:v>
              </c:pt>
              <c:pt idx="17">
                <c:v>4.9921147013144775</c:v>
              </c:pt>
              <c:pt idx="18">
                <c:v>4.8763066800438635</c:v>
              </c:pt>
              <c:pt idx="19">
                <c:v>4.6374239897486893</c:v>
              </c:pt>
              <c:pt idx="20">
                <c:v>4.3090169943749457</c:v>
              </c:pt>
              <c:pt idx="21">
                <c:v>3.9372094804706856</c:v>
              </c:pt>
              <c:pt idx="22">
                <c:v>3.5742207084349249</c:v>
              </c:pt>
              <c:pt idx="23">
                <c:v>3.2710313725785869</c:v>
              </c:pt>
              <c:pt idx="24">
                <c:v>3.0702235141117482</c:v>
              </c:pt>
              <c:pt idx="25">
                <c:v>3</c:v>
              </c:pt>
              <c:pt idx="26">
                <c:v>3.0702235141117495</c:v>
              </c:pt>
              <c:pt idx="27">
                <c:v>3.27103137257859</c:v>
              </c:pt>
              <c:pt idx="28">
                <c:v>3.5742207084349293</c:v>
              </c:pt>
              <c:pt idx="29">
                <c:v>3.9372094804706901</c:v>
              </c:pt>
              <c:pt idx="30">
                <c:v>4.3090169943749501</c:v>
              </c:pt>
              <c:pt idx="31">
                <c:v>4.6374239897486929</c:v>
              </c:pt>
              <c:pt idx="32">
                <c:v>4.8763066800438652</c:v>
              </c:pt>
              <c:pt idx="33">
                <c:v>4.9921147013144784</c:v>
              </c:pt>
              <c:pt idx="34">
                <c:v>4.9685831611286302</c:v>
              </c:pt>
              <c:pt idx="35">
                <c:v>4.8090169943749448</c:v>
              </c:pt>
              <c:pt idx="36">
                <c:v>4.535826794978993</c:v>
              </c:pt>
              <c:pt idx="37">
                <c:v>4.1873813145857186</c:v>
              </c:pt>
              <c:pt idx="38">
                <c:v>3.8126186854142698</c:v>
              </c:pt>
              <c:pt idx="39">
                <c:v>3.4641732050209977</c:v>
              </c:pt>
              <c:pt idx="40">
                <c:v>3.190983005625049</c:v>
              </c:pt>
              <c:pt idx="41">
                <c:v>3.0314168388713671</c:v>
              </c:pt>
              <c:pt idx="42">
                <c:v>3.0078852986855233</c:v>
              </c:pt>
              <c:pt idx="43">
                <c:v>3.1236933199561401</c:v>
              </c:pt>
              <c:pt idx="44">
                <c:v>3.3625760102513169</c:v>
              </c:pt>
              <c:pt idx="45">
                <c:v>3.6909830056250588</c:v>
              </c:pt>
              <c:pt idx="46">
                <c:v>4.0627905195293215</c:v>
              </c:pt>
              <c:pt idx="47">
                <c:v>4.4257792915650809</c:v>
              </c:pt>
              <c:pt idx="48">
                <c:v>4.7289686274214189</c:v>
              </c:pt>
              <c:pt idx="49">
                <c:v>4.9297764858882545</c:v>
              </c:pt>
              <c:pt idx="50">
                <c:v>5</c:v>
              </c:pt>
              <c:pt idx="51">
                <c:v>4.9921147013144775</c:v>
              </c:pt>
              <c:pt idx="52">
                <c:v>4.9685831611286302</c:v>
              </c:pt>
              <c:pt idx="53">
                <c:v>4.92977648588825</c:v>
              </c:pt>
              <c:pt idx="54">
                <c:v>4.8763066800438617</c:v>
              </c:pt>
              <c:pt idx="55">
                <c:v>4.8090169943749457</c:v>
              </c:pt>
              <c:pt idx="56">
                <c:v>4.7289686274214091</c:v>
              </c:pt>
              <c:pt idx="57">
                <c:v>4.6374239897486866</c:v>
              </c:pt>
              <c:pt idx="58">
                <c:v>4.535826794978993</c:v>
              </c:pt>
              <c:pt idx="59">
                <c:v>4.4257792915650702</c:v>
              </c:pt>
              <c:pt idx="60">
                <c:v>4.3090169943749448</c:v>
              </c:pt>
              <c:pt idx="61">
                <c:v>4.1873813145857213</c:v>
              </c:pt>
              <c:pt idx="62">
                <c:v>4.0627905195293099</c:v>
              </c:pt>
              <c:pt idx="63">
                <c:v>3.937209480470683</c:v>
              </c:pt>
              <c:pt idx="64">
                <c:v>3.8126186854142716</c:v>
              </c:pt>
              <c:pt idx="65">
                <c:v>3.6909830056250477</c:v>
              </c:pt>
              <c:pt idx="66">
                <c:v>3.5742207084349236</c:v>
              </c:pt>
              <c:pt idx="67">
                <c:v>3.4641732050210003</c:v>
              </c:pt>
              <c:pt idx="68">
                <c:v>3.3625760102513067</c:v>
              </c:pt>
              <c:pt idx="69">
                <c:v>3.2710313725785856</c:v>
              </c:pt>
              <c:pt idx="70">
                <c:v>3.1909830056250499</c:v>
              </c:pt>
              <c:pt idx="71">
                <c:v>3.1236933199561343</c:v>
              </c:pt>
              <c:pt idx="72">
                <c:v>3.0702235141117464</c:v>
              </c:pt>
              <c:pt idx="73">
                <c:v>3.0314168388713676</c:v>
              </c:pt>
              <c:pt idx="74">
                <c:v>3.0078852986855216</c:v>
              </c:pt>
              <c:pt idx="75">
                <c:v>3</c:v>
              </c:pt>
              <c:pt idx="76">
                <c:v>3.0078852986855229</c:v>
              </c:pt>
              <c:pt idx="77">
                <c:v>3.0314168388713703</c:v>
              </c:pt>
              <c:pt idx="78">
                <c:v>3.0702235141117509</c:v>
              </c:pt>
              <c:pt idx="79">
                <c:v>3.1236933199561392</c:v>
              </c:pt>
              <c:pt idx="80">
                <c:v>3.1909830056250552</c:v>
              </c:pt>
              <c:pt idx="81">
                <c:v>3.2710313725785927</c:v>
              </c:pt>
              <c:pt idx="82">
                <c:v>3.3625760102513143</c:v>
              </c:pt>
              <c:pt idx="83">
                <c:v>3.4641732050210088</c:v>
              </c:pt>
              <c:pt idx="84">
                <c:v>3.5742207084349324</c:v>
              </c:pt>
              <c:pt idx="85">
                <c:v>3.6909830056250588</c:v>
              </c:pt>
              <c:pt idx="86">
                <c:v>3.8126186854142814</c:v>
              </c:pt>
              <c:pt idx="87">
                <c:v>3.9372094804706936</c:v>
              </c:pt>
              <c:pt idx="88">
                <c:v>4.0627905195293197</c:v>
              </c:pt>
              <c:pt idx="89">
                <c:v>4.1873813145857319</c:v>
              </c:pt>
              <c:pt idx="90">
                <c:v>4.3090169943749537</c:v>
              </c:pt>
              <c:pt idx="91">
                <c:v>4.42577929156508</c:v>
              </c:pt>
              <c:pt idx="92">
                <c:v>4.5358267949790028</c:v>
              </c:pt>
              <c:pt idx="93">
                <c:v>4.6374239897486946</c:v>
              </c:pt>
              <c:pt idx="94">
                <c:v>4.7289686274214162</c:v>
              </c:pt>
              <c:pt idx="95">
                <c:v>4.809016994374951</c:v>
              </c:pt>
              <c:pt idx="96">
                <c:v>4.876306680043867</c:v>
              </c:pt>
              <c:pt idx="97">
                <c:v>4.9297764858882545</c:v>
              </c:pt>
              <c:pt idx="98">
                <c:v>4.9685831611286329</c:v>
              </c:pt>
              <c:pt idx="99">
                <c:v>4.9921147013144784</c:v>
              </c:pt>
              <c:pt idx="100">
                <c:v>5</c:v>
              </c:pt>
              <c:pt idx="101">
                <c:v>4.929776485888242</c:v>
              </c:pt>
              <c:pt idx="102">
                <c:v>4.7289686274213958</c:v>
              </c:pt>
              <c:pt idx="103">
                <c:v>4.425779291565048</c:v>
              </c:pt>
              <c:pt idx="104">
                <c:v>4.0627905195292877</c:v>
              </c:pt>
              <c:pt idx="105">
                <c:v>3.6909830056250303</c:v>
              </c:pt>
              <c:pt idx="106">
                <c:v>3.3625760102512885</c:v>
              </c:pt>
              <c:pt idx="107">
                <c:v>3.1236933199561241</c:v>
              </c:pt>
              <c:pt idx="108">
                <c:v>3.0078852986855189</c:v>
              </c:pt>
              <c:pt idx="109">
                <c:v>3.031416838871376</c:v>
              </c:pt>
              <c:pt idx="110">
                <c:v>3.1909830056250685</c:v>
              </c:pt>
              <c:pt idx="111">
                <c:v>3.4641732050210243</c:v>
              </c:pt>
              <c:pt idx="112">
                <c:v>3.8126186854143045</c:v>
              </c:pt>
              <c:pt idx="113">
                <c:v>4.1873813145857515</c:v>
              </c:pt>
              <c:pt idx="114">
                <c:v>4.5358267949790179</c:v>
              </c:pt>
              <c:pt idx="115">
                <c:v>4.8090169943749652</c:v>
              </c:pt>
              <c:pt idx="116">
                <c:v>4.9685831611286382</c:v>
              </c:pt>
              <c:pt idx="117">
                <c:v>4.9921147013144749</c:v>
              </c:pt>
              <c:pt idx="118">
                <c:v>4.8763066800438484</c:v>
              </c:pt>
              <c:pt idx="119">
                <c:v>4.6374239897486671</c:v>
              </c:pt>
              <c:pt idx="120">
                <c:v>4.3090169943749217</c:v>
              </c:pt>
              <c:pt idx="121">
                <c:v>3.937209480470655</c:v>
              </c:pt>
              <c:pt idx="122">
                <c:v>3.5742207084349005</c:v>
              </c:pt>
              <c:pt idx="123">
                <c:v>3.2710313725785651</c:v>
              </c:pt>
              <c:pt idx="124">
                <c:v>3.0702235141117367</c:v>
              </c:pt>
              <c:pt idx="125">
                <c:v>3</c:v>
              </c:pt>
              <c:pt idx="126">
                <c:v>3.0702235141117615</c:v>
              </c:pt>
              <c:pt idx="127">
                <c:v>3.2710313725786113</c:v>
              </c:pt>
              <c:pt idx="128">
                <c:v>3.5742207084349551</c:v>
              </c:pt>
              <c:pt idx="129">
                <c:v>3.9372094804707225</c:v>
              </c:pt>
              <c:pt idx="130">
                <c:v>4.3090169943749794</c:v>
              </c:pt>
              <c:pt idx="131">
                <c:v>4.6374239897487142</c:v>
              </c:pt>
              <c:pt idx="132">
                <c:v>4.8763066800438812</c:v>
              </c:pt>
              <c:pt idx="133">
                <c:v>4.992114701314482</c:v>
              </c:pt>
              <c:pt idx="134">
                <c:v>4.9685831611286231</c:v>
              </c:pt>
              <c:pt idx="135">
                <c:v>4.8090169943749252</c:v>
              </c:pt>
              <c:pt idx="136">
                <c:v>4.5358267949789672</c:v>
              </c:pt>
              <c:pt idx="137">
                <c:v>4.1873813145856928</c:v>
              </c:pt>
              <c:pt idx="138">
                <c:v>3.8126186854142383</c:v>
              </c:pt>
              <c:pt idx="139">
                <c:v>3.4641732050209733</c:v>
              </c:pt>
              <c:pt idx="140">
                <c:v>3.190983005625033</c:v>
              </c:pt>
              <c:pt idx="141">
                <c:v>3.0314168388713592</c:v>
              </c:pt>
              <c:pt idx="142">
                <c:v>3.0078852986855269</c:v>
              </c:pt>
              <c:pt idx="143">
                <c:v>3.123693319956153</c:v>
              </c:pt>
              <c:pt idx="144">
                <c:v>3.3625760102513405</c:v>
              </c:pt>
              <c:pt idx="145">
                <c:v>3.6909830056250876</c:v>
              </c:pt>
              <c:pt idx="146">
                <c:v>4.0627905195293552</c:v>
              </c:pt>
              <c:pt idx="147">
                <c:v>4.4257792915651084</c:v>
              </c:pt>
              <c:pt idx="148">
                <c:v>4.7289686274214375</c:v>
              </c:pt>
              <c:pt idx="149">
                <c:v>4.9297764858882669</c:v>
              </c:pt>
              <c:pt idx="150">
                <c:v>5</c:v>
              </c:pt>
              <c:pt idx="151">
                <c:v>4.9297764858882376</c:v>
              </c:pt>
              <c:pt idx="152">
                <c:v>4.7289686274213816</c:v>
              </c:pt>
              <c:pt idx="153">
                <c:v>4.4257792915650356</c:v>
              </c:pt>
              <c:pt idx="154">
                <c:v>4.0627905195292744</c:v>
              </c:pt>
              <c:pt idx="155">
                <c:v>3.6909830056250108</c:v>
              </c:pt>
              <c:pt idx="156">
                <c:v>3.3625760102512778</c:v>
              </c:pt>
              <c:pt idx="157">
                <c:v>3.1236933199561174</c:v>
              </c:pt>
              <c:pt idx="158">
                <c:v>3.0078852986855167</c:v>
              </c:pt>
              <c:pt idx="159">
                <c:v>3.0314168388713796</c:v>
              </c:pt>
              <c:pt idx="160">
                <c:v>3.1909830056250765</c:v>
              </c:pt>
              <c:pt idx="161">
                <c:v>3.4641732050210416</c:v>
              </c:pt>
              <c:pt idx="162">
                <c:v>3.8126186854143178</c:v>
              </c:pt>
              <c:pt idx="163">
                <c:v>4.1873813145857648</c:v>
              </c:pt>
              <c:pt idx="164">
                <c:v>4.5358267949790356</c:v>
              </c:pt>
              <c:pt idx="165">
                <c:v>4.8090169943749732</c:v>
              </c:pt>
              <c:pt idx="166">
                <c:v>4.9685831611286417</c:v>
              </c:pt>
              <c:pt idx="167">
                <c:v>4.9921147013144722</c:v>
              </c:pt>
              <c:pt idx="168">
                <c:v>4.8763066800438422</c:v>
              </c:pt>
              <c:pt idx="169">
                <c:v>4.6374239897486573</c:v>
              </c:pt>
              <c:pt idx="170">
                <c:v>4.3090169943749022</c:v>
              </c:pt>
              <c:pt idx="171">
                <c:v>3.9372094804706346</c:v>
              </c:pt>
              <c:pt idx="172">
                <c:v>3.5742207084348885</c:v>
              </c:pt>
              <c:pt idx="173">
                <c:v>3.2710313725785558</c:v>
              </c:pt>
              <c:pt idx="174">
                <c:v>3.0702235141117291</c:v>
              </c:pt>
              <c:pt idx="175">
                <c:v>3</c:v>
              </c:pt>
              <c:pt idx="176">
                <c:v>3.0702235141117664</c:v>
              </c:pt>
              <c:pt idx="177">
                <c:v>3.2710313725786251</c:v>
              </c:pt>
              <c:pt idx="178">
                <c:v>3.5742207084349675</c:v>
              </c:pt>
              <c:pt idx="179">
                <c:v>3.9372094804707358</c:v>
              </c:pt>
              <c:pt idx="180">
                <c:v>4.309016994374999</c:v>
              </c:pt>
              <c:pt idx="181">
                <c:v>4.6374239897487239</c:v>
              </c:pt>
              <c:pt idx="182">
                <c:v>4.8763066800438875</c:v>
              </c:pt>
              <c:pt idx="183">
                <c:v>4.9921147013144846</c:v>
              </c:pt>
              <c:pt idx="184">
                <c:v>4.9685831611286195</c:v>
              </c:pt>
              <c:pt idx="185">
                <c:v>4.8090169943749181</c:v>
              </c:pt>
              <c:pt idx="186">
                <c:v>4.5358267949789495</c:v>
              </c:pt>
              <c:pt idx="187">
                <c:v>4.1873813145856795</c:v>
              </c:pt>
              <c:pt idx="188">
                <c:v>3.812618685414225</c:v>
              </c:pt>
              <c:pt idx="189">
                <c:v>3.4641732050209559</c:v>
              </c:pt>
              <c:pt idx="190">
                <c:v>3.190983005625025</c:v>
              </c:pt>
              <c:pt idx="191">
                <c:v>3.031416838871356</c:v>
              </c:pt>
              <c:pt idx="192">
                <c:v>3.0078852986855296</c:v>
              </c:pt>
              <c:pt idx="193">
                <c:v>3.1236933199561596</c:v>
              </c:pt>
              <c:pt idx="194">
                <c:v>3.3625760102513507</c:v>
              </c:pt>
              <c:pt idx="195">
                <c:v>3.6909830056251072</c:v>
              </c:pt>
              <c:pt idx="196">
                <c:v>4.0627905195293614</c:v>
              </c:pt>
              <c:pt idx="197">
                <c:v>4.4257792915651208</c:v>
              </c:pt>
              <c:pt idx="198">
                <c:v>4.7289686274214517</c:v>
              </c:pt>
              <c:pt idx="199">
                <c:v>4.9297764858882696</c:v>
              </c:pt>
              <c:pt idx="200">
                <c:v>5</c:v>
              </c:pt>
              <c:pt idx="201">
                <c:v>4.9921147013144758</c:v>
              </c:pt>
              <c:pt idx="202">
                <c:v>4.9685831611286284</c:v>
              </c:pt>
              <c:pt idx="203">
                <c:v>4.9297764858882491</c:v>
              </c:pt>
              <c:pt idx="204">
                <c:v>4.8763066800438617</c:v>
              </c:pt>
              <c:pt idx="205">
                <c:v>4.8090169943749457</c:v>
              </c:pt>
              <c:pt idx="206">
                <c:v>4.7289686274214127</c:v>
              </c:pt>
              <c:pt idx="207">
                <c:v>4.637423989748692</c:v>
              </c:pt>
              <c:pt idx="208">
                <c:v>4.5358267949790019</c:v>
              </c:pt>
              <c:pt idx="209">
                <c:v>4.4257792915650791</c:v>
              </c:pt>
              <c:pt idx="210">
                <c:v>4.309016994374959</c:v>
              </c:pt>
              <c:pt idx="211">
                <c:v>4.1873813145857373</c:v>
              </c:pt>
              <c:pt idx="212">
                <c:v>4.0627905195293303</c:v>
              </c:pt>
              <c:pt idx="213">
                <c:v>3.9372094804707038</c:v>
              </c:pt>
              <c:pt idx="214">
                <c:v>3.8126186854142965</c:v>
              </c:pt>
              <c:pt idx="215">
                <c:v>3.6909830056250774</c:v>
              </c:pt>
              <c:pt idx="216">
                <c:v>3.5742207084349515</c:v>
              </c:pt>
              <c:pt idx="217">
                <c:v>3.4641732050210292</c:v>
              </c:pt>
              <c:pt idx="218">
                <c:v>3.3625760102513347</c:v>
              </c:pt>
              <c:pt idx="219">
                <c:v>3.2710313725786131</c:v>
              </c:pt>
              <c:pt idx="220">
                <c:v>3.1909830056250739</c:v>
              </c:pt>
              <c:pt idx="221">
                <c:v>3.1236933199561561</c:v>
              </c:pt>
              <c:pt idx="222">
                <c:v>3.0702235141117638</c:v>
              </c:pt>
              <c:pt idx="223">
                <c:v>3.0314168388713805</c:v>
              </c:pt>
              <c:pt idx="224">
                <c:v>3.0078852986855287</c:v>
              </c:pt>
              <c:pt idx="225">
                <c:v>3</c:v>
              </c:pt>
              <c:pt idx="226">
                <c:v>3.0078852986855154</c:v>
              </c:pt>
              <c:pt idx="227">
                <c:v>3.0314168388713552</c:v>
              </c:pt>
              <c:pt idx="228">
                <c:v>3.0702235141117264</c:v>
              </c:pt>
              <c:pt idx="229">
                <c:v>3.1236933199561072</c:v>
              </c:pt>
              <c:pt idx="230">
                <c:v>3.1909830056250144</c:v>
              </c:pt>
              <c:pt idx="231">
                <c:v>3.2710313725785434</c:v>
              </c:pt>
              <c:pt idx="232">
                <c:v>3.3625760102512565</c:v>
              </c:pt>
              <c:pt idx="233">
                <c:v>3.4641732050209404</c:v>
              </c:pt>
              <c:pt idx="234">
                <c:v>3.5742207084348596</c:v>
              </c:pt>
              <c:pt idx="235">
                <c:v>3.6909830056249771</c:v>
              </c:pt>
              <c:pt idx="236">
                <c:v>3.8126186854141966</c:v>
              </c:pt>
              <c:pt idx="237">
                <c:v>3.9372094804706026</c:v>
              </c:pt>
              <c:pt idx="238">
                <c:v>4.0627905195292282</c:v>
              </c:pt>
              <c:pt idx="239">
                <c:v>4.1873813145856369</c:v>
              </c:pt>
              <c:pt idx="240">
                <c:v>4.3090169943748622</c:v>
              </c:pt>
              <c:pt idx="241">
                <c:v>4.4257792915649876</c:v>
              </c:pt>
              <c:pt idx="242">
                <c:v>4.5358267949789131</c:v>
              </c:pt>
              <c:pt idx="243">
                <c:v>4.6374239897486129</c:v>
              </c:pt>
              <c:pt idx="244">
                <c:v>4.7289686274213407</c:v>
              </c:pt>
              <c:pt idx="245">
                <c:v>4.8090169943748862</c:v>
              </c:pt>
              <c:pt idx="246">
                <c:v>4.8763066800438111</c:v>
              </c:pt>
              <c:pt idx="247">
                <c:v>4.9297764858882109</c:v>
              </c:pt>
              <c:pt idx="248">
                <c:v>4.9685831611286027</c:v>
              </c:pt>
              <c:pt idx="249">
                <c:v>4.9921147013144633</c:v>
              </c:pt>
              <c:pt idx="250">
                <c:v>5</c:v>
              </c:pt>
              <c:pt idx="251">
                <c:v>4.9921147013144935</c:v>
              </c:pt>
              <c:pt idx="252">
                <c:v>4.9685831611286622</c:v>
              </c:pt>
              <c:pt idx="253">
                <c:v>4.9297764858882989</c:v>
              </c:pt>
              <c:pt idx="254">
                <c:v>4.8763066800439256</c:v>
              </c:pt>
              <c:pt idx="255">
                <c:v>4.8090169943750256</c:v>
              </c:pt>
              <c:pt idx="256">
                <c:v>4.7289686274215033</c:v>
              </c:pt>
              <c:pt idx="257">
                <c:v>4.6374239897487932</c:v>
              </c:pt>
              <c:pt idx="258">
                <c:v>4.5358267949791164</c:v>
              </c:pt>
              <c:pt idx="259">
                <c:v>4.4257792915652017</c:v>
              </c:pt>
              <c:pt idx="260">
                <c:v>4.3090169943750833</c:v>
              </c:pt>
              <c:pt idx="261">
                <c:v>4.1873813145858731</c:v>
              </c:pt>
              <c:pt idx="262">
                <c:v>4.0627905195294653</c:v>
              </c:pt>
              <c:pt idx="263">
                <c:v>3.9372094804708389</c:v>
              </c:pt>
              <c:pt idx="264">
                <c:v>3.8126186854144262</c:v>
              </c:pt>
              <c:pt idx="265">
                <c:v>3.6909830056252058</c:v>
              </c:pt>
              <c:pt idx="266">
                <c:v>3.5742207084350737</c:v>
              </c:pt>
              <c:pt idx="267">
                <c:v>3.4641732050211407</c:v>
              </c:pt>
              <c:pt idx="268">
                <c:v>3.3625760102514359</c:v>
              </c:pt>
              <c:pt idx="269">
                <c:v>3.2710313725787055</c:v>
              </c:pt>
              <c:pt idx="270">
                <c:v>3.1909830056251538</c:v>
              </c:pt>
              <c:pt idx="271">
                <c:v>3.1236933199562196</c:v>
              </c:pt>
              <c:pt idx="272">
                <c:v>3.0702235141118148</c:v>
              </c:pt>
              <c:pt idx="273">
                <c:v>3.0314168388714138</c:v>
              </c:pt>
              <c:pt idx="274">
                <c:v>3.0078852986855451</c:v>
              </c:pt>
              <c:pt idx="275">
                <c:v>3</c:v>
              </c:pt>
              <c:pt idx="276">
                <c:v>3.0078852986854985</c:v>
              </c:pt>
              <c:pt idx="277">
                <c:v>3.0314168388713214</c:v>
              </c:pt>
              <c:pt idx="278">
                <c:v>3.070223514111678</c:v>
              </c:pt>
              <c:pt idx="279">
                <c:v>3.1236933199560402</c:v>
              </c:pt>
              <c:pt idx="280">
                <c:v>3.1909830056249349</c:v>
              </c:pt>
              <c:pt idx="281">
                <c:v>3.271031372578451</c:v>
              </c:pt>
              <c:pt idx="282">
                <c:v>3.3625760102511548</c:v>
              </c:pt>
              <c:pt idx="283">
                <c:v>3.4641732050208267</c:v>
              </c:pt>
              <c:pt idx="284">
                <c:v>3.574220708434737</c:v>
              </c:pt>
              <c:pt idx="285">
                <c:v>3.6909830056248518</c:v>
              </c:pt>
              <c:pt idx="286">
                <c:v>3.8126186854140673</c:v>
              </c:pt>
              <c:pt idx="287">
                <c:v>3.9372094804704676</c:v>
              </c:pt>
              <c:pt idx="288">
                <c:v>4.0627905195290932</c:v>
              </c:pt>
              <c:pt idx="289">
                <c:v>4.1873813145855072</c:v>
              </c:pt>
              <c:pt idx="290">
                <c:v>4.3090169943747298</c:v>
              </c:pt>
              <c:pt idx="291">
                <c:v>4.425779291564865</c:v>
              </c:pt>
              <c:pt idx="292">
                <c:v>4.535826794978802</c:v>
              </c:pt>
              <c:pt idx="293">
                <c:v>4.6374239897485117</c:v>
              </c:pt>
              <c:pt idx="294">
                <c:v>4.7289686274212483</c:v>
              </c:pt>
              <c:pt idx="295">
                <c:v>4.8090169943748062</c:v>
              </c:pt>
              <c:pt idx="296">
                <c:v>4.876306680043748</c:v>
              </c:pt>
              <c:pt idx="297">
                <c:v>4.9297764858881603</c:v>
              </c:pt>
              <c:pt idx="298">
                <c:v>4.9685831611285689</c:v>
              </c:pt>
              <c:pt idx="299">
                <c:v>4.9921147013144465</c:v>
              </c:pt>
              <c:pt idx="300">
                <c:v>5</c:v>
              </c:pt>
              <c:pt idx="301">
                <c:v>4.9297764858885333</c:v>
              </c:pt>
              <c:pt idx="302">
                <c:v>4.7289686274219429</c:v>
              </c:pt>
              <c:pt idx="303">
                <c:v>4.4257792915657834</c:v>
              </c:pt>
              <c:pt idx="304">
                <c:v>4.0627905195301066</c:v>
              </c:pt>
              <c:pt idx="305">
                <c:v>3.6909830056258173</c:v>
              </c:pt>
              <c:pt idx="306">
                <c:v>3.3625760102519369</c:v>
              </c:pt>
              <c:pt idx="307">
                <c:v>3.1236933199565255</c:v>
              </c:pt>
              <c:pt idx="308">
                <c:v>3.0078852986856246</c:v>
              </c:pt>
              <c:pt idx="309">
                <c:v>3.0314168388711633</c:v>
              </c:pt>
              <c:pt idx="310">
                <c:v>3.1909830056245614</c:v>
              </c:pt>
              <c:pt idx="311">
                <c:v>3.4641732050202898</c:v>
              </c:pt>
              <c:pt idx="312">
                <c:v>3.8126186854134363</c:v>
              </c:pt>
              <c:pt idx="313">
                <c:v>4.1873813145848766</c:v>
              </c:pt>
              <c:pt idx="314">
                <c:v>4.5358267949782594</c:v>
              </c:pt>
              <c:pt idx="315">
                <c:v>4.8090169943744288</c:v>
              </c:pt>
              <c:pt idx="316">
                <c:v>4.968583161128409</c:v>
              </c:pt>
              <c:pt idx="317">
                <c:v>4.9921147013145903</c:v>
              </c:pt>
              <c:pt idx="318">
                <c:v>4.8763066800442951</c:v>
              </c:pt>
              <c:pt idx="319">
                <c:v>4.6374239897493865</c:v>
              </c:pt>
              <c:pt idx="320">
                <c:v>4.309016994375817</c:v>
              </c:pt>
              <c:pt idx="321">
                <c:v>3.9372094804716085</c:v>
              </c:pt>
              <c:pt idx="322">
                <c:v>3.5742207084357713</c:v>
              </c:pt>
              <c:pt idx="323">
                <c:v>3.271031372579233</c:v>
              </c:pt>
              <c:pt idx="324">
                <c:v>3.0702235141120986</c:v>
              </c:pt>
              <c:pt idx="325">
                <c:v>3</c:v>
              </c:pt>
              <c:pt idx="326">
                <c:v>3.0702235141113916</c:v>
              </c:pt>
              <c:pt idx="327">
                <c:v>3.2710313725779185</c:v>
              </c:pt>
              <c:pt idx="328">
                <c:v>3.5742207084340332</c:v>
              </c:pt>
              <c:pt idx="329">
                <c:v>3.9372094804696913</c:v>
              </c:pt>
              <c:pt idx="330">
                <c:v>4.3090169943740033</c:v>
              </c:pt>
              <c:pt idx="331">
                <c:v>4.6374239897479175</c:v>
              </c:pt>
              <c:pt idx="332">
                <c:v>4.8763066800433768</c:v>
              </c:pt>
              <c:pt idx="333">
                <c:v>4.9921147013143496</c:v>
              </c:pt>
              <c:pt idx="334">
                <c:v>4.9685831611288869</c:v>
              </c:pt>
              <c:pt idx="335">
                <c:v>4.8090169943755576</c:v>
              </c:pt>
              <c:pt idx="336">
                <c:v>4.5358267949798812</c:v>
              </c:pt>
              <c:pt idx="337">
                <c:v>4.1873813145867631</c:v>
              </c:pt>
              <c:pt idx="338">
                <c:v>3.8126186854153232</c:v>
              </c:pt>
              <c:pt idx="339">
                <c:v>3.4641732050219116</c:v>
              </c:pt>
              <c:pt idx="340">
                <c:v>3.1909830056256823</c:v>
              </c:pt>
              <c:pt idx="341">
                <c:v>3.0314168388716376</c:v>
              </c:pt>
              <c:pt idx="342">
                <c:v>3.0078852986853857</c:v>
              </c:pt>
              <c:pt idx="343">
                <c:v>3.1236933199556072</c:v>
              </c:pt>
              <c:pt idx="344">
                <c:v>3.3625760102504567</c:v>
              </c:pt>
              <c:pt idx="345">
                <c:v>3.6909830056239903</c:v>
              </c:pt>
              <c:pt idx="346">
                <c:v>4.062790519528189</c:v>
              </c:pt>
              <c:pt idx="347">
                <c:v>4.4257792915640453</c:v>
              </c:pt>
              <c:pt idx="348">
                <c:v>4.7289686274206275</c:v>
              </c:pt>
              <c:pt idx="349">
                <c:v>4.9297764858878264</c:v>
              </c:pt>
              <c:pt idx="350">
                <c:v>5</c:v>
              </c:pt>
              <c:pt idx="351">
                <c:v>4.9921147013145264</c:v>
              </c:pt>
              <c:pt idx="352">
                <c:v>4.9685831611287288</c:v>
              </c:pt>
              <c:pt idx="353">
                <c:v>4.9297764858883966</c:v>
              </c:pt>
              <c:pt idx="354">
                <c:v>4.8763066800440544</c:v>
              </c:pt>
              <c:pt idx="355">
                <c:v>4.8090169943751846</c:v>
              </c:pt>
              <c:pt idx="356">
                <c:v>4.728968627421688</c:v>
              </c:pt>
              <c:pt idx="357">
                <c:v>4.6374239897490011</c:v>
              </c:pt>
              <c:pt idx="358">
                <c:v>4.5358267949793385</c:v>
              </c:pt>
              <c:pt idx="359">
                <c:v>4.4257792915654468</c:v>
              </c:pt>
              <c:pt idx="360">
                <c:v>4.3090169943753409</c:v>
              </c:pt>
              <c:pt idx="361">
                <c:v>4.1873813145861316</c:v>
              </c:pt>
              <c:pt idx="362">
                <c:v>4.0627905195297354</c:v>
              </c:pt>
              <c:pt idx="363">
                <c:v>3.9372094804711089</c:v>
              </c:pt>
              <c:pt idx="364">
                <c:v>3.8126186854146917</c:v>
              </c:pt>
              <c:pt idx="365">
                <c:v>3.6909830056254562</c:v>
              </c:pt>
              <c:pt idx="366">
                <c:v>3.5742207084353188</c:v>
              </c:pt>
              <c:pt idx="367">
                <c:v>3.4641732050213689</c:v>
              </c:pt>
              <c:pt idx="368">
                <c:v>3.3625760102516447</c:v>
              </c:pt>
              <c:pt idx="369">
                <c:v>3.2710313725788858</c:v>
              </c:pt>
              <c:pt idx="370">
                <c:v>3.1909830056253128</c:v>
              </c:pt>
              <c:pt idx="371">
                <c:v>3.1236933199563497</c:v>
              </c:pt>
              <c:pt idx="372">
                <c:v>3.0702235141119121</c:v>
              </c:pt>
              <c:pt idx="373">
                <c:v>3.0314168388714813</c:v>
              </c:pt>
              <c:pt idx="374">
                <c:v>3.0078852986855789</c:v>
              </c:pt>
              <c:pt idx="375">
                <c:v>3</c:v>
              </c:pt>
              <c:pt idx="376">
                <c:v>3.0078852986854652</c:v>
              </c:pt>
              <c:pt idx="377">
                <c:v>3.0314168388712543</c:v>
              </c:pt>
              <c:pt idx="378">
                <c:v>3.0702235141115786</c:v>
              </c:pt>
              <c:pt idx="379">
                <c:v>3.1236933199559136</c:v>
              </c:pt>
              <c:pt idx="380">
                <c:v>3.1909830056247759</c:v>
              </c:pt>
              <c:pt idx="381">
                <c:v>3.2710313725782658</c:v>
              </c:pt>
              <c:pt idx="382">
                <c:v>3.3625760102509465</c:v>
              </c:pt>
              <c:pt idx="383">
                <c:v>3.4641732050206038</c:v>
              </c:pt>
              <c:pt idx="384">
                <c:v>3.5742207084344924</c:v>
              </c:pt>
              <c:pt idx="385">
                <c:v>3.6909830056245947</c:v>
              </c:pt>
              <c:pt idx="386">
                <c:v>3.8126186854138018</c:v>
              </c:pt>
              <c:pt idx="387">
                <c:v>3.9372094804702047</c:v>
              </c:pt>
              <c:pt idx="388">
                <c:v>4.0627905195288232</c:v>
              </c:pt>
              <c:pt idx="389">
                <c:v>4.1873813145852417</c:v>
              </c:pt>
              <c:pt idx="390">
                <c:v>4.3090169943744794</c:v>
              </c:pt>
              <c:pt idx="391">
                <c:v>4.4257792915646199</c:v>
              </c:pt>
              <c:pt idx="392">
                <c:v>4.5358267949785738</c:v>
              </c:pt>
              <c:pt idx="393">
                <c:v>4.6374239897483029</c:v>
              </c:pt>
              <c:pt idx="394">
                <c:v>4.728968627421068</c:v>
              </c:pt>
              <c:pt idx="395">
                <c:v>4.8090169943746481</c:v>
              </c:pt>
              <c:pt idx="396">
                <c:v>4.8763066800436174</c:v>
              </c:pt>
              <c:pt idx="397">
                <c:v>4.9297764858880635</c:v>
              </c:pt>
              <c:pt idx="398">
                <c:v>4.9685831611285041</c:v>
              </c:pt>
              <c:pt idx="399">
                <c:v>4.9921147013144127</c:v>
              </c:pt>
              <c:pt idx="400">
                <c:v>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2DD9-4FE9-A9B7-A4BBA5CD25E1}"/>
            </c:ext>
          </c:extLst>
        </c:ser>
        <c:ser>
          <c:idx val="3"/>
          <c:order val="3"/>
          <c:tx>
            <c:v>Phase (BPSK)</c:v>
          </c:tx>
          <c:spPr>
            <a:ln w="23813">
              <a:solidFill>
                <a:srgbClr val="7A6194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0.96858316112863108</c:v>
              </c:pt>
              <c:pt idx="2">
                <c:v>0.87630668004386358</c:v>
              </c:pt>
              <c:pt idx="3">
                <c:v>0.72896862742141155</c:v>
              </c:pt>
              <c:pt idx="4">
                <c:v>0.53582679497899655</c:v>
              </c:pt>
              <c:pt idx="5">
                <c:v>0.30901699437494745</c:v>
              </c:pt>
              <c:pt idx="6">
                <c:v>6.2790519529313304E-2</c:v>
              </c:pt>
              <c:pt idx="7">
                <c:v>-0.18738131458572482</c:v>
              </c:pt>
              <c:pt idx="8">
                <c:v>-0.42577929156507272</c:v>
              </c:pt>
              <c:pt idx="9">
                <c:v>-0.63742398974868975</c:v>
              </c:pt>
              <c:pt idx="10">
                <c:v>-0.80901699437494734</c:v>
              </c:pt>
              <c:pt idx="11">
                <c:v>-0.92977648588825113</c:v>
              </c:pt>
              <c:pt idx="12">
                <c:v>-0.99211470131447776</c:v>
              </c:pt>
              <c:pt idx="13">
                <c:v>-0.99211470131447799</c:v>
              </c:pt>
              <c:pt idx="14">
                <c:v>-0.92977648588825157</c:v>
              </c:pt>
              <c:pt idx="15">
                <c:v>-0.80901699437494745</c:v>
              </c:pt>
              <c:pt idx="16">
                <c:v>-0.63742398974868952</c:v>
              </c:pt>
              <c:pt idx="17">
                <c:v>-0.42577929156507216</c:v>
              </c:pt>
              <c:pt idx="18">
                <c:v>-0.18738131458572463</c:v>
              </c:pt>
              <c:pt idx="19">
                <c:v>6.2790519529313721E-2</c:v>
              </c:pt>
              <c:pt idx="20">
                <c:v>0.30901699437494806</c:v>
              </c:pt>
              <c:pt idx="21">
                <c:v>0.53582679497899743</c:v>
              </c:pt>
              <c:pt idx="22">
                <c:v>0.72896862742141244</c:v>
              </c:pt>
              <c:pt idx="23">
                <c:v>0.87630668004386447</c:v>
              </c:pt>
              <c:pt idx="24">
                <c:v>0.96858316112863163</c:v>
              </c:pt>
              <c:pt idx="25">
                <c:v>1</c:v>
              </c:pt>
              <c:pt idx="26">
                <c:v>0.96858316112863085</c:v>
              </c:pt>
              <c:pt idx="27">
                <c:v>0.87630668004386292</c:v>
              </c:pt>
              <c:pt idx="28">
                <c:v>0.72896862742141044</c:v>
              </c:pt>
              <c:pt idx="29">
                <c:v>0.53582679497899488</c:v>
              </c:pt>
              <c:pt idx="30">
                <c:v>0.30901699437494518</c:v>
              </c:pt>
              <c:pt idx="31">
                <c:v>6.2790519529310668E-2</c:v>
              </c:pt>
              <c:pt idx="32">
                <c:v>-0.18738131458572677</c:v>
              </c:pt>
              <c:pt idx="33">
                <c:v>-0.42577929156507494</c:v>
              </c:pt>
              <c:pt idx="34">
                <c:v>-0.63742398974869197</c:v>
              </c:pt>
              <c:pt idx="35">
                <c:v>-0.80901699437494934</c:v>
              </c:pt>
              <c:pt idx="36">
                <c:v>-0.92977648588825268</c:v>
              </c:pt>
              <c:pt idx="37">
                <c:v>-0.99211470131447832</c:v>
              </c:pt>
              <c:pt idx="38">
                <c:v>-0.99211470131447732</c:v>
              </c:pt>
              <c:pt idx="39">
                <c:v>-0.92977648588824968</c:v>
              </c:pt>
              <c:pt idx="40">
                <c:v>-0.80901699437494456</c:v>
              </c:pt>
              <c:pt idx="41">
                <c:v>-0.63742398974868564</c:v>
              </c:pt>
              <c:pt idx="42">
                <c:v>-0.42577929156506755</c:v>
              </c:pt>
              <c:pt idx="43">
                <c:v>-0.18738131458572052</c:v>
              </c:pt>
              <c:pt idx="44">
                <c:v>6.2790519529317912E-2</c:v>
              </c:pt>
              <c:pt idx="45">
                <c:v>0.30901699437495206</c:v>
              </c:pt>
              <c:pt idx="46">
                <c:v>0.53582679497900099</c:v>
              </c:pt>
              <c:pt idx="47">
                <c:v>0.72896862742141533</c:v>
              </c:pt>
              <c:pt idx="48">
                <c:v>0.87630668004386647</c:v>
              </c:pt>
              <c:pt idx="49">
                <c:v>0.96858316112863263</c:v>
              </c:pt>
              <c:pt idx="50">
                <c:v>-1</c:v>
              </c:pt>
              <c:pt idx="51">
                <c:v>-0.96858316112862985</c:v>
              </c:pt>
              <c:pt idx="52">
                <c:v>-0.87630668004386092</c:v>
              </c:pt>
              <c:pt idx="53">
                <c:v>-0.72896862742140756</c:v>
              </c:pt>
              <c:pt idx="54">
                <c:v>-0.53582679497899133</c:v>
              </c:pt>
              <c:pt idx="55">
                <c:v>-0.30901699437494118</c:v>
              </c:pt>
              <c:pt idx="56">
                <c:v>-6.2790519529306477E-2</c:v>
              </c:pt>
              <c:pt idx="57">
                <c:v>0.18738131458573176</c:v>
              </c:pt>
              <c:pt idx="58">
                <c:v>0.42577929156507954</c:v>
              </c:pt>
              <c:pt idx="59">
                <c:v>0.63742398974869452</c:v>
              </c:pt>
              <c:pt idx="60">
                <c:v>0.80901699437495123</c:v>
              </c:pt>
              <c:pt idx="61">
                <c:v>0.9297764858882539</c:v>
              </c:pt>
              <c:pt idx="62">
                <c:v>0.99211470131447876</c:v>
              </c:pt>
              <c:pt idx="63">
                <c:v>0.99211470131447688</c:v>
              </c:pt>
              <c:pt idx="64">
                <c:v>0.92977648588824846</c:v>
              </c:pt>
              <c:pt idx="65">
                <c:v>0.80901699437494157</c:v>
              </c:pt>
              <c:pt idx="66">
                <c:v>0.63742398974868308</c:v>
              </c:pt>
              <c:pt idx="67">
                <c:v>0.42577929156506616</c:v>
              </c:pt>
              <c:pt idx="68">
                <c:v>0.18738131458571552</c:v>
              </c:pt>
              <c:pt idx="69">
                <c:v>-6.2790519529321215E-2</c:v>
              </c:pt>
              <c:pt idx="70">
                <c:v>-0.30901699437495689</c:v>
              </c:pt>
              <c:pt idx="71">
                <c:v>-0.53582679497900387</c:v>
              </c:pt>
              <c:pt idx="72">
                <c:v>-0.72896862742141877</c:v>
              </c:pt>
              <c:pt idx="73">
                <c:v>-0.87630668004386802</c:v>
              </c:pt>
              <c:pt idx="74">
                <c:v>-0.96858316112863396</c:v>
              </c:pt>
              <c:pt idx="75">
                <c:v>-1</c:v>
              </c:pt>
              <c:pt idx="76">
                <c:v>-0.96858316112862808</c:v>
              </c:pt>
              <c:pt idx="77">
                <c:v>-0.87630668004385848</c:v>
              </c:pt>
              <c:pt idx="78">
                <c:v>-0.72896862742140278</c:v>
              </c:pt>
              <c:pt idx="79">
                <c:v>-0.53582679497898711</c:v>
              </c:pt>
              <c:pt idx="80">
                <c:v>-0.30901699437493801</c:v>
              </c:pt>
              <c:pt idx="81">
                <c:v>-6.2790519529301397E-2</c:v>
              </c:pt>
              <c:pt idx="82">
                <c:v>0.18738131458573501</c:v>
              </c:pt>
              <c:pt idx="83">
                <c:v>0.42577929156508415</c:v>
              </c:pt>
              <c:pt idx="84">
                <c:v>0.63742398974869841</c:v>
              </c:pt>
              <c:pt idx="85">
                <c:v>0.80901699437495522</c:v>
              </c:pt>
              <c:pt idx="86">
                <c:v>0.92977648588825579</c:v>
              </c:pt>
              <c:pt idx="87">
                <c:v>0.99211470131447954</c:v>
              </c:pt>
              <c:pt idx="88">
                <c:v>0.99211470131447621</c:v>
              </c:pt>
              <c:pt idx="89">
                <c:v>0.92977648588824602</c:v>
              </c:pt>
              <c:pt idx="90">
                <c:v>0.80901699437493957</c:v>
              </c:pt>
              <c:pt idx="91">
                <c:v>0.63742398974867776</c:v>
              </c:pt>
              <c:pt idx="92">
                <c:v>0.42577929156505995</c:v>
              </c:pt>
              <c:pt idx="93">
                <c:v>0.18738131458571228</c:v>
              </c:pt>
              <c:pt idx="94">
                <c:v>-6.2790519529328057E-2</c:v>
              </c:pt>
              <c:pt idx="95">
                <c:v>-0.30901699437496005</c:v>
              </c:pt>
              <c:pt idx="96">
                <c:v>-0.53582679497900965</c:v>
              </c:pt>
              <c:pt idx="97">
                <c:v>-0.7289686274214211</c:v>
              </c:pt>
              <c:pt idx="98">
                <c:v>-0.87630668004387136</c:v>
              </c:pt>
              <c:pt idx="99">
                <c:v>-0.96858316112863474</c:v>
              </c:pt>
              <c:pt idx="100">
                <c:v>1</c:v>
              </c:pt>
              <c:pt idx="101">
                <c:v>0.9685831611286273</c:v>
              </c:pt>
              <c:pt idx="102">
                <c:v>0.87630668004385515</c:v>
              </c:pt>
              <c:pt idx="103">
                <c:v>0.72896862742140056</c:v>
              </c:pt>
              <c:pt idx="104">
                <c:v>0.53582679497898122</c:v>
              </c:pt>
              <c:pt idx="105">
                <c:v>0.30901699437493152</c:v>
              </c:pt>
              <c:pt idx="106">
                <c:v>6.2790519529298108E-2</c:v>
              </c:pt>
              <c:pt idx="107">
                <c:v>-0.18738131458574175</c:v>
              </c:pt>
              <c:pt idx="108">
                <c:v>-0.42577929156508715</c:v>
              </c:pt>
              <c:pt idx="109">
                <c:v>-0.63742398974870373</c:v>
              </c:pt>
              <c:pt idx="110">
                <c:v>-0.80901699437495722</c:v>
              </c:pt>
              <c:pt idx="111">
                <c:v>-0.92977648588825834</c:v>
              </c:pt>
              <c:pt idx="112">
                <c:v>-0.99211470131447999</c:v>
              </c:pt>
              <c:pt idx="113">
                <c:v>-0.99211470131447543</c:v>
              </c:pt>
              <c:pt idx="114">
                <c:v>-0.9297764858882448</c:v>
              </c:pt>
              <c:pt idx="115">
                <c:v>-0.80901699437493557</c:v>
              </c:pt>
              <c:pt idx="116">
                <c:v>-0.63742398974867531</c:v>
              </c:pt>
              <c:pt idx="117">
                <c:v>-0.42577929156505373</c:v>
              </c:pt>
              <c:pt idx="118">
                <c:v>-0.18738131458570553</c:v>
              </c:pt>
              <c:pt idx="119">
                <c:v>6.2790519529334898E-2</c:v>
              </c:pt>
              <c:pt idx="120">
                <c:v>0.3090169943749666</c:v>
              </c:pt>
              <c:pt idx="121">
                <c:v>0.53582679497901242</c:v>
              </c:pt>
              <c:pt idx="122">
                <c:v>0.72896862742142576</c:v>
              </c:pt>
              <c:pt idx="123">
                <c:v>0.87630668004387291</c:v>
              </c:pt>
              <c:pt idx="124">
                <c:v>0.96858316112863652</c:v>
              </c:pt>
              <c:pt idx="125">
                <c:v>1</c:v>
              </c:pt>
              <c:pt idx="126">
                <c:v>0.96858316112862564</c:v>
              </c:pt>
              <c:pt idx="127">
                <c:v>0.87630668004385359</c:v>
              </c:pt>
              <c:pt idx="128">
                <c:v>0.7289686274213959</c:v>
              </c:pt>
              <c:pt idx="129">
                <c:v>0.53582679497897845</c:v>
              </c:pt>
              <c:pt idx="130">
                <c:v>0.30901699437492836</c:v>
              </c:pt>
              <c:pt idx="131">
                <c:v>6.2790519529287714E-2</c:v>
              </c:pt>
              <c:pt idx="132">
                <c:v>-0.1873813145857485</c:v>
              </c:pt>
              <c:pt idx="133">
                <c:v>-0.42577929156509331</c:v>
              </c:pt>
              <c:pt idx="134">
                <c:v>-0.63742398974870618</c:v>
              </c:pt>
              <c:pt idx="135">
                <c:v>-0.80901699437495922</c:v>
              </c:pt>
              <c:pt idx="136">
                <c:v>-0.9297764858882609</c:v>
              </c:pt>
              <c:pt idx="137">
                <c:v>-0.99211470131448087</c:v>
              </c:pt>
              <c:pt idx="138">
                <c:v>-0.99211470131447499</c:v>
              </c:pt>
              <c:pt idx="139">
                <c:v>-0.92977648588824358</c:v>
              </c:pt>
              <c:pt idx="140">
                <c:v>-0.80901699437493146</c:v>
              </c:pt>
              <c:pt idx="141">
                <c:v>-0.63742398974866998</c:v>
              </c:pt>
              <c:pt idx="142">
                <c:v>-0.42577929156505079</c:v>
              </c:pt>
              <c:pt idx="143">
                <c:v>-0.18738131458570229</c:v>
              </c:pt>
              <c:pt idx="144">
                <c:v>6.2790519529341754E-2</c:v>
              </c:pt>
              <c:pt idx="145">
                <c:v>0.3090169943749731</c:v>
              </c:pt>
              <c:pt idx="146">
                <c:v>0.53582679497901819</c:v>
              </c:pt>
              <c:pt idx="147">
                <c:v>0.72896862742142798</c:v>
              </c:pt>
              <c:pt idx="148">
                <c:v>0.87630668004387458</c:v>
              </c:pt>
              <c:pt idx="149">
                <c:v>0.96858316112863818</c:v>
              </c:pt>
              <c:pt idx="150">
                <c:v>1</c:v>
              </c:pt>
              <c:pt idx="151">
                <c:v>0.96858316112862475</c:v>
              </c:pt>
              <c:pt idx="152">
                <c:v>0.87630668004385193</c:v>
              </c:pt>
              <c:pt idx="153">
                <c:v>0.72896862742139112</c:v>
              </c:pt>
              <c:pt idx="154">
                <c:v>0.53582679497897268</c:v>
              </c:pt>
              <c:pt idx="155">
                <c:v>0.30901699437492186</c:v>
              </c:pt>
              <c:pt idx="156">
                <c:v>6.279051952928795E-2</c:v>
              </c:pt>
              <c:pt idx="157">
                <c:v>-0.18738131458575522</c:v>
              </c:pt>
              <c:pt idx="158">
                <c:v>-0.42577929156509953</c:v>
              </c:pt>
              <c:pt idx="159">
                <c:v>-0.63742398974871151</c:v>
              </c:pt>
              <c:pt idx="160">
                <c:v>-0.80901699437496322</c:v>
              </c:pt>
              <c:pt idx="161">
                <c:v>-0.92977648588826078</c:v>
              </c:pt>
              <c:pt idx="162">
                <c:v>-0.99211470131448176</c:v>
              </c:pt>
              <c:pt idx="163">
                <c:v>-0.9921147013144741</c:v>
              </c:pt>
              <c:pt idx="164">
                <c:v>-0.92977648588824102</c:v>
              </c:pt>
              <c:pt idx="165">
                <c:v>-0.80901699437493169</c:v>
              </c:pt>
              <c:pt idx="166">
                <c:v>-0.63742398974866465</c:v>
              </c:pt>
              <c:pt idx="167">
                <c:v>-0.42577929156504457</c:v>
              </c:pt>
              <c:pt idx="168">
                <c:v>-0.18738131458569554</c:v>
              </c:pt>
              <c:pt idx="169">
                <c:v>6.2790519529341504E-2</c:v>
              </c:pt>
              <c:pt idx="170">
                <c:v>0.30901699437497965</c:v>
              </c:pt>
              <c:pt idx="171">
                <c:v>0.53582679497902397</c:v>
              </c:pt>
              <c:pt idx="172">
                <c:v>0.72896862742143276</c:v>
              </c:pt>
              <c:pt idx="173">
                <c:v>0.87630668004387779</c:v>
              </c:pt>
              <c:pt idx="174">
                <c:v>0.96858316112863807</c:v>
              </c:pt>
              <c:pt idx="175">
                <c:v>1</c:v>
              </c:pt>
              <c:pt idx="176">
                <c:v>0.96858316112862308</c:v>
              </c:pt>
              <c:pt idx="177">
                <c:v>0.87630668004384871</c:v>
              </c:pt>
              <c:pt idx="178">
                <c:v>0.72896862742139135</c:v>
              </c:pt>
              <c:pt idx="179">
                <c:v>0.5358267949789669</c:v>
              </c:pt>
              <c:pt idx="180">
                <c:v>0.30901699437491531</c:v>
              </c:pt>
              <c:pt idx="181">
                <c:v>6.2790519529281108E-2</c:v>
              </c:pt>
              <c:pt idx="182">
                <c:v>-0.18738131458575499</c:v>
              </c:pt>
              <c:pt idx="183">
                <c:v>-0.42577929156510574</c:v>
              </c:pt>
              <c:pt idx="184">
                <c:v>-0.63742398974871683</c:v>
              </c:pt>
              <c:pt idx="185">
                <c:v>-0.80901699437496721</c:v>
              </c:pt>
              <c:pt idx="186">
                <c:v>-0.92977648588826334</c:v>
              </c:pt>
              <c:pt idx="187">
                <c:v>-0.99211470131448165</c:v>
              </c:pt>
              <c:pt idx="188">
                <c:v>-0.99211470131447321</c:v>
              </c:pt>
              <c:pt idx="189">
                <c:v>-0.92977648588823847</c:v>
              </c:pt>
              <c:pt idx="190">
                <c:v>-0.80901699437492758</c:v>
              </c:pt>
              <c:pt idx="191">
                <c:v>-0.63742398974866488</c:v>
              </c:pt>
              <c:pt idx="192">
                <c:v>-0.42577929156503835</c:v>
              </c:pt>
              <c:pt idx="193">
                <c:v>-0.1873813145856888</c:v>
              </c:pt>
              <c:pt idx="194">
                <c:v>6.279051952934836E-2</c:v>
              </c:pt>
              <c:pt idx="195">
                <c:v>0.30901699437497937</c:v>
              </c:pt>
              <c:pt idx="196">
                <c:v>0.53582679497902974</c:v>
              </c:pt>
              <c:pt idx="197">
                <c:v>0.72896862742143742</c:v>
              </c:pt>
              <c:pt idx="198">
                <c:v>0.87630668004388113</c:v>
              </c:pt>
              <c:pt idx="199">
                <c:v>0.96858316112863985</c:v>
              </c:pt>
              <c:pt idx="200">
                <c:v>-1</c:v>
              </c:pt>
              <c:pt idx="201">
                <c:v>-0.96858316112862486</c:v>
              </c:pt>
              <c:pt idx="202">
                <c:v>-0.87630668004385226</c:v>
              </c:pt>
              <c:pt idx="203">
                <c:v>-0.72896862742140123</c:v>
              </c:pt>
              <c:pt idx="204">
                <c:v>-0.53582679497899111</c:v>
              </c:pt>
              <c:pt idx="205">
                <c:v>-0.30901699437494257</c:v>
              </c:pt>
              <c:pt idx="206">
                <c:v>-6.2790519529316816E-2</c:v>
              </c:pt>
              <c:pt idx="207">
                <c:v>0.18738131458571985</c:v>
              </c:pt>
              <c:pt idx="208">
                <c:v>0.4257792915650605</c:v>
              </c:pt>
              <c:pt idx="209">
                <c:v>0.63742398974867831</c:v>
              </c:pt>
              <c:pt idx="210">
                <c:v>0.80901699437493368</c:v>
              </c:pt>
              <c:pt idx="211">
                <c:v>0.92977648588824224</c:v>
              </c:pt>
              <c:pt idx="212">
                <c:v>0.99211470131447366</c:v>
              </c:pt>
              <c:pt idx="213">
                <c:v>0.99211470131448221</c:v>
              </c:pt>
              <c:pt idx="214">
                <c:v>0.92977648588826733</c:v>
              </c:pt>
              <c:pt idx="215">
                <c:v>0.80901699437497787</c:v>
              </c:pt>
              <c:pt idx="216">
                <c:v>0.63742398974873071</c:v>
              </c:pt>
              <c:pt idx="217">
                <c:v>0.42577929156512856</c:v>
              </c:pt>
              <c:pt idx="218">
                <c:v>0.18738131458578675</c:v>
              </c:pt>
              <c:pt idx="219">
                <c:v>-6.2790519529241737E-2</c:v>
              </c:pt>
              <c:pt idx="220">
                <c:v>-0.30901699437487778</c:v>
              </c:pt>
              <c:pt idx="221">
                <c:v>-0.5358267949789276</c:v>
              </c:pt>
              <c:pt idx="222">
                <c:v>-0.7289686274213546</c:v>
              </c:pt>
              <c:pt idx="223">
                <c:v>-0.8763066800438194</c:v>
              </c:pt>
              <c:pt idx="224">
                <c:v>-0.96858316112860621</c:v>
              </c:pt>
              <c:pt idx="225">
                <c:v>-1</c:v>
              </c:pt>
              <c:pt idx="226">
                <c:v>-0.9685831611286585</c:v>
              </c:pt>
              <c:pt idx="227">
                <c:v>-0.87630668004391732</c:v>
              </c:pt>
              <c:pt idx="228">
                <c:v>-0.72896862742149382</c:v>
              </c:pt>
              <c:pt idx="229">
                <c:v>-0.53582679497909935</c:v>
              </c:pt>
              <c:pt idx="230">
                <c:v>-0.30901699437507119</c:v>
              </c:pt>
              <c:pt idx="231">
                <c:v>-6.2790519529444699E-2</c:v>
              </c:pt>
              <c:pt idx="232">
                <c:v>0.18738131458558699</c:v>
              </c:pt>
              <c:pt idx="233">
                <c:v>0.42577929156493816</c:v>
              </c:pt>
              <c:pt idx="234">
                <c:v>0.63742398974857406</c:v>
              </c:pt>
              <c:pt idx="235">
                <c:v>0.80901699437485419</c:v>
              </c:pt>
              <c:pt idx="236">
                <c:v>0.92977648588819251</c:v>
              </c:pt>
              <c:pt idx="237">
                <c:v>0.99211470131445667</c:v>
              </c:pt>
              <c:pt idx="238">
                <c:v>0.99211470131449919</c:v>
              </c:pt>
              <c:pt idx="239">
                <c:v>0.92977648588831718</c:v>
              </c:pt>
              <c:pt idx="240">
                <c:v>0.80901699437505326</c:v>
              </c:pt>
              <c:pt idx="241">
                <c:v>0.63742398974883496</c:v>
              </c:pt>
              <c:pt idx="242">
                <c:v>0.42577929156525096</c:v>
              </c:pt>
              <c:pt idx="243">
                <c:v>0.18738131458591961</c:v>
              </c:pt>
              <c:pt idx="244">
                <c:v>-6.2790519529106761E-2</c:v>
              </c:pt>
              <c:pt idx="245">
                <c:v>-0.30901699437474917</c:v>
              </c:pt>
              <c:pt idx="246">
                <c:v>-0.53582679497881336</c:v>
              </c:pt>
              <c:pt idx="247">
                <c:v>-0.72896862742126201</c:v>
              </c:pt>
              <c:pt idx="248">
                <c:v>-0.87630668004375423</c:v>
              </c:pt>
              <c:pt idx="249">
                <c:v>-0.96858316112857434</c:v>
              </c:pt>
              <c:pt idx="250">
                <c:v>-1</c:v>
              </c:pt>
              <c:pt idx="251">
                <c:v>-0.96858316112869214</c:v>
              </c:pt>
              <c:pt idx="252">
                <c:v>-0.87630668004398249</c:v>
              </c:pt>
              <c:pt idx="253">
                <c:v>-0.7289686274215863</c:v>
              </c:pt>
              <c:pt idx="254">
                <c:v>-0.53582679497921348</c:v>
              </c:pt>
              <c:pt idx="255">
                <c:v>-0.3090169943751998</c:v>
              </c:pt>
              <c:pt idx="256">
                <c:v>-6.2790519529579675E-2</c:v>
              </c:pt>
              <c:pt idx="257">
                <c:v>0.18738131458546112</c:v>
              </c:pt>
              <c:pt idx="258">
                <c:v>0.42577929156481575</c:v>
              </c:pt>
              <c:pt idx="259">
                <c:v>0.63742398974846981</c:v>
              </c:pt>
              <c:pt idx="260">
                <c:v>0.80901699437477892</c:v>
              </c:pt>
              <c:pt idx="261">
                <c:v>0.9297764858881401</c:v>
              </c:pt>
              <c:pt idx="262">
                <c:v>0.9921147013144398</c:v>
              </c:pt>
              <c:pt idx="263">
                <c:v>0.99211470131451607</c:v>
              </c:pt>
              <c:pt idx="264">
                <c:v>0.92977648588836426</c:v>
              </c:pt>
              <c:pt idx="265">
                <c:v>0.80901699437513686</c:v>
              </c:pt>
              <c:pt idx="266">
                <c:v>0.63742398974893921</c:v>
              </c:pt>
              <c:pt idx="267">
                <c:v>0.42577929156536692</c:v>
              </c:pt>
              <c:pt idx="268">
                <c:v>0.18738131458604548</c:v>
              </c:pt>
              <c:pt idx="269">
                <c:v>-6.2790519528971772E-2</c:v>
              </c:pt>
              <c:pt idx="270">
                <c:v>-0.30901699437462055</c:v>
              </c:pt>
              <c:pt idx="271">
                <c:v>-0.53582679497870522</c:v>
              </c:pt>
              <c:pt idx="272">
                <c:v>-0.72896862742116453</c:v>
              </c:pt>
              <c:pt idx="273">
                <c:v>-0.87630668004368906</c:v>
              </c:pt>
              <c:pt idx="274">
                <c:v>-0.9685831611285407</c:v>
              </c:pt>
              <c:pt idx="275">
                <c:v>-1</c:v>
              </c:pt>
              <c:pt idx="276">
                <c:v>-0.96858316112872578</c:v>
              </c:pt>
              <c:pt idx="277">
                <c:v>-0.87630668004404766</c:v>
              </c:pt>
              <c:pt idx="278">
                <c:v>-0.72896862742167412</c:v>
              </c:pt>
              <c:pt idx="279">
                <c:v>-0.53582679497933372</c:v>
              </c:pt>
              <c:pt idx="280">
                <c:v>-0.30901699437532848</c:v>
              </c:pt>
              <c:pt idx="281">
                <c:v>-6.2790519529714664E-2</c:v>
              </c:pt>
              <c:pt idx="282">
                <c:v>0.18738131458532828</c:v>
              </c:pt>
              <c:pt idx="283">
                <c:v>0.42577929156469341</c:v>
              </c:pt>
              <c:pt idx="284">
                <c:v>0.63742398974836567</c:v>
              </c:pt>
              <c:pt idx="285">
                <c:v>0.80901699437469943</c:v>
              </c:pt>
              <c:pt idx="286">
                <c:v>0.92977648588809547</c:v>
              </c:pt>
              <c:pt idx="287">
                <c:v>0.99211470131442281</c:v>
              </c:pt>
              <c:pt idx="288">
                <c:v>0.99211470131453305</c:v>
              </c:pt>
              <c:pt idx="289">
                <c:v>0.92977648588841411</c:v>
              </c:pt>
              <c:pt idx="290">
                <c:v>0.80901699437521635</c:v>
              </c:pt>
              <c:pt idx="291">
                <c:v>0.63742398974904335</c:v>
              </c:pt>
              <c:pt idx="292">
                <c:v>0.42577929156548927</c:v>
              </c:pt>
              <c:pt idx="293">
                <c:v>0.18738131458617832</c:v>
              </c:pt>
              <c:pt idx="294">
                <c:v>-6.2790519528836797E-2</c:v>
              </c:pt>
              <c:pt idx="295">
                <c:v>-0.30901699437449193</c:v>
              </c:pt>
              <c:pt idx="296">
                <c:v>-0.53582679497859098</c:v>
              </c:pt>
              <c:pt idx="297">
                <c:v>-0.72896862742107194</c:v>
              </c:pt>
              <c:pt idx="298">
                <c:v>-0.87630668004362389</c:v>
              </c:pt>
              <c:pt idx="299">
                <c:v>-0.96858316112850706</c:v>
              </c:pt>
              <c:pt idx="300">
                <c:v>-1</c:v>
              </c:pt>
              <c:pt idx="301">
                <c:v>0.96858316112875942</c:v>
              </c:pt>
              <c:pt idx="302">
                <c:v>0.87630668004411283</c:v>
              </c:pt>
              <c:pt idx="303">
                <c:v>0.72896862742176671</c:v>
              </c:pt>
              <c:pt idx="304">
                <c:v>0.53582679497943586</c:v>
              </c:pt>
              <c:pt idx="305">
                <c:v>0.3090169943754571</c:v>
              </c:pt>
              <c:pt idx="306">
                <c:v>6.2790519529849639E-2</c:v>
              </c:pt>
              <c:pt idx="307">
                <c:v>-0.18738131458519541</c:v>
              </c:pt>
              <c:pt idx="308">
                <c:v>-0.42577929156457101</c:v>
              </c:pt>
              <c:pt idx="309">
                <c:v>-0.63742398974826142</c:v>
              </c:pt>
              <c:pt idx="310">
                <c:v>-0.80901699437461994</c:v>
              </c:pt>
              <c:pt idx="311">
                <c:v>-0.92977648588804573</c:v>
              </c:pt>
              <c:pt idx="312">
                <c:v>-0.99211470131440582</c:v>
              </c:pt>
              <c:pt idx="313">
                <c:v>-0.99211470131455004</c:v>
              </c:pt>
              <c:pt idx="314">
                <c:v>-0.92977648588846384</c:v>
              </c:pt>
              <c:pt idx="315">
                <c:v>-0.80901699437528751</c:v>
              </c:pt>
              <c:pt idx="316">
                <c:v>-0.6374239897491476</c:v>
              </c:pt>
              <c:pt idx="317">
                <c:v>-0.42577929156561167</c:v>
              </c:pt>
              <c:pt idx="318">
                <c:v>-0.18738131458631119</c:v>
              </c:pt>
              <c:pt idx="319">
                <c:v>6.2790519528701808E-2</c:v>
              </c:pt>
              <c:pt idx="320">
                <c:v>0.30901699437436331</c:v>
              </c:pt>
              <c:pt idx="321">
                <c:v>0.53582679497847685</c:v>
              </c:pt>
              <c:pt idx="322">
                <c:v>0.72896862742098911</c:v>
              </c:pt>
              <c:pt idx="323">
                <c:v>0.87630668004355883</c:v>
              </c:pt>
              <c:pt idx="324">
                <c:v>0.96858316112847342</c:v>
              </c:pt>
              <c:pt idx="325">
                <c:v>1</c:v>
              </c:pt>
              <c:pt idx="326">
                <c:v>0.96858316112879306</c:v>
              </c:pt>
              <c:pt idx="327">
                <c:v>0.876306680044178</c:v>
              </c:pt>
              <c:pt idx="328">
                <c:v>0.72896862742185919</c:v>
              </c:pt>
              <c:pt idx="329">
                <c:v>0.5358267949795501</c:v>
              </c:pt>
              <c:pt idx="330">
                <c:v>0.30901699437558572</c:v>
              </c:pt>
              <c:pt idx="331">
                <c:v>6.2790519529984629E-2</c:v>
              </c:pt>
              <c:pt idx="332">
                <c:v>-0.18738131458506257</c:v>
              </c:pt>
              <c:pt idx="333">
                <c:v>-0.42577929156446148</c:v>
              </c:pt>
              <c:pt idx="334">
                <c:v>-0.63742398974815728</c:v>
              </c:pt>
              <c:pt idx="335">
                <c:v>-0.80901699437454033</c:v>
              </c:pt>
              <c:pt idx="336">
                <c:v>-0.929776485887996</c:v>
              </c:pt>
              <c:pt idx="337">
                <c:v>-0.99211470131438895</c:v>
              </c:pt>
              <c:pt idx="338">
                <c:v>-0.99211470131456692</c:v>
              </c:pt>
              <c:pt idx="339">
                <c:v>-0.92977648588851369</c:v>
              </c:pt>
              <c:pt idx="340">
                <c:v>-0.809016994375367</c:v>
              </c:pt>
              <c:pt idx="341">
                <c:v>-0.63742398974925185</c:v>
              </c:pt>
              <c:pt idx="342">
                <c:v>-0.42577929156573402</c:v>
              </c:pt>
              <c:pt idx="343">
                <c:v>-0.18738131458644403</c:v>
              </c:pt>
              <c:pt idx="344">
                <c:v>6.2790519528566832E-2</c:v>
              </c:pt>
              <c:pt idx="345">
                <c:v>0.30901699437423463</c:v>
              </c:pt>
              <c:pt idx="346">
                <c:v>0.53582679497836261</c:v>
              </c:pt>
              <c:pt idx="347">
                <c:v>0.72896862742089652</c:v>
              </c:pt>
              <c:pt idx="348">
                <c:v>0.87630668004349366</c:v>
              </c:pt>
              <c:pt idx="349">
                <c:v>0.96858316112843978</c:v>
              </c:pt>
              <c:pt idx="350">
                <c:v>1</c:v>
              </c:pt>
              <c:pt idx="351">
                <c:v>-0.96858316112882314</c:v>
              </c:pt>
              <c:pt idx="352">
                <c:v>-0.87630668004424317</c:v>
              </c:pt>
              <c:pt idx="353">
                <c:v>-0.72896862742195179</c:v>
              </c:pt>
              <c:pt idx="354">
                <c:v>-0.53582679497966423</c:v>
              </c:pt>
              <c:pt idx="355">
                <c:v>-0.30901699437571434</c:v>
              </c:pt>
              <c:pt idx="356">
                <c:v>-6.2790519530119604E-2</c:v>
              </c:pt>
              <c:pt idx="357">
                <c:v>0.18738131458492971</c:v>
              </c:pt>
              <c:pt idx="358">
                <c:v>0.42577929156433914</c:v>
              </c:pt>
              <c:pt idx="359">
                <c:v>0.63742398974805303</c:v>
              </c:pt>
              <c:pt idx="360">
                <c:v>0.80901699437446084</c:v>
              </c:pt>
              <c:pt idx="361">
                <c:v>0.92977648588794615</c:v>
              </c:pt>
              <c:pt idx="362">
                <c:v>0.99211470131437196</c:v>
              </c:pt>
              <c:pt idx="363">
                <c:v>0.9921147013145839</c:v>
              </c:pt>
              <c:pt idx="364">
                <c:v>0.92977648588856343</c:v>
              </c:pt>
              <c:pt idx="365">
                <c:v>0.8090169943754465</c:v>
              </c:pt>
              <c:pt idx="366">
                <c:v>0.63742398974935599</c:v>
              </c:pt>
              <c:pt idx="367">
                <c:v>0.42577929156585642</c:v>
              </c:pt>
              <c:pt idx="368">
                <c:v>0.18738131458657689</c:v>
              </c:pt>
              <c:pt idx="369">
                <c:v>-6.279051952844604E-2</c:v>
              </c:pt>
              <c:pt idx="370">
                <c:v>-0.30901699437410601</c:v>
              </c:pt>
              <c:pt idx="371">
                <c:v>-0.53582679497824848</c:v>
              </c:pt>
              <c:pt idx="372">
                <c:v>-0.72896862742080393</c:v>
              </c:pt>
              <c:pt idx="373">
                <c:v>-0.87630668004342849</c:v>
              </c:pt>
              <c:pt idx="374">
                <c:v>-0.96858316112840614</c:v>
              </c:pt>
              <c:pt idx="375">
                <c:v>-1</c:v>
              </c:pt>
              <c:pt idx="376">
                <c:v>-0.96858316112885678</c:v>
              </c:pt>
              <c:pt idx="377">
                <c:v>-0.87630668004430834</c:v>
              </c:pt>
              <c:pt idx="378">
                <c:v>-0.72896862742204438</c:v>
              </c:pt>
              <c:pt idx="379">
                <c:v>-0.53582679497977848</c:v>
              </c:pt>
              <c:pt idx="380">
                <c:v>-0.30901699437584296</c:v>
              </c:pt>
              <c:pt idx="381">
                <c:v>-6.2790519530254579E-2</c:v>
              </c:pt>
              <c:pt idx="382">
                <c:v>0.18738131458479687</c:v>
              </c:pt>
              <c:pt idx="383">
                <c:v>0.42577929156421673</c:v>
              </c:pt>
              <c:pt idx="384">
                <c:v>0.63742398974794878</c:v>
              </c:pt>
              <c:pt idx="385">
                <c:v>0.80901699437438135</c:v>
              </c:pt>
              <c:pt idx="386">
                <c:v>0.92977648588789641</c:v>
              </c:pt>
              <c:pt idx="387">
                <c:v>0.99211470131435675</c:v>
              </c:pt>
              <c:pt idx="388">
                <c:v>0.99211470131460089</c:v>
              </c:pt>
              <c:pt idx="389">
                <c:v>0.92977648588861328</c:v>
              </c:pt>
              <c:pt idx="390">
                <c:v>0.80901699437552599</c:v>
              </c:pt>
              <c:pt idx="391">
                <c:v>0.63742398974946024</c:v>
              </c:pt>
              <c:pt idx="392">
                <c:v>0.42577929156597877</c:v>
              </c:pt>
              <c:pt idx="393">
                <c:v>0.18738131458670973</c:v>
              </c:pt>
              <c:pt idx="394">
                <c:v>-6.2790519528311051E-2</c:v>
              </c:pt>
              <c:pt idx="395">
                <c:v>-0.30901699437397739</c:v>
              </c:pt>
              <c:pt idx="396">
                <c:v>-0.53582679497813424</c:v>
              </c:pt>
              <c:pt idx="397">
                <c:v>-0.72896862742071133</c:v>
              </c:pt>
              <c:pt idx="398">
                <c:v>-0.8763066800433702</c:v>
              </c:pt>
              <c:pt idx="399">
                <c:v>-0.96858316112837251</c:v>
              </c:pt>
              <c:pt idx="400">
                <c:v>-1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2DD9-4FE9-A9B7-A4BBA5CD25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4"/>
          <c:min val="-1.5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Time (bit intervals)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Without Explicit Pulse Shaping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Rectangular pulses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  <c:pt idx="20">
                <c:v>1</c:v>
              </c:pt>
              <c:pt idx="21">
                <c:v>1</c:v>
              </c:pt>
              <c:pt idx="22">
                <c:v>1</c:v>
              </c:pt>
              <c:pt idx="23">
                <c:v>1</c:v>
              </c:pt>
              <c:pt idx="24">
                <c:v>1</c:v>
              </c:pt>
              <c:pt idx="25">
                <c:v>1</c:v>
              </c:pt>
              <c:pt idx="26">
                <c:v>1</c:v>
              </c:pt>
              <c:pt idx="27">
                <c:v>1</c:v>
              </c:pt>
              <c:pt idx="28">
                <c:v>1</c:v>
              </c:pt>
              <c:pt idx="29">
                <c:v>1</c:v>
              </c:pt>
              <c:pt idx="30">
                <c:v>1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1</c:v>
              </c:pt>
              <c:pt idx="38">
                <c:v>1</c:v>
              </c:pt>
              <c:pt idx="39">
                <c:v>1</c:v>
              </c:pt>
              <c:pt idx="40">
                <c:v>1</c:v>
              </c:pt>
              <c:pt idx="41">
                <c:v>1</c:v>
              </c:pt>
              <c:pt idx="42">
                <c:v>1</c:v>
              </c:pt>
              <c:pt idx="43">
                <c:v>1</c:v>
              </c:pt>
              <c:pt idx="44">
                <c:v>1</c:v>
              </c:pt>
              <c:pt idx="45">
                <c:v>1</c:v>
              </c:pt>
              <c:pt idx="46">
                <c:v>1</c:v>
              </c:pt>
              <c:pt idx="47">
                <c:v>1</c:v>
              </c:pt>
              <c:pt idx="48">
                <c:v>1</c:v>
              </c:pt>
              <c:pt idx="49">
                <c:v>1</c:v>
              </c:pt>
              <c:pt idx="50">
                <c:v>-1</c:v>
              </c:pt>
              <c:pt idx="51">
                <c:v>-1</c:v>
              </c:pt>
              <c:pt idx="52">
                <c:v>-1</c:v>
              </c:pt>
              <c:pt idx="53">
                <c:v>-1</c:v>
              </c:pt>
              <c:pt idx="54">
                <c:v>-1</c:v>
              </c:pt>
              <c:pt idx="55">
                <c:v>-1</c:v>
              </c:pt>
              <c:pt idx="56">
                <c:v>-1</c:v>
              </c:pt>
              <c:pt idx="57">
                <c:v>-1</c:v>
              </c:pt>
              <c:pt idx="58">
                <c:v>-1</c:v>
              </c:pt>
              <c:pt idx="59">
                <c:v>-1</c:v>
              </c:pt>
              <c:pt idx="60">
                <c:v>-1</c:v>
              </c:pt>
              <c:pt idx="61">
                <c:v>-1</c:v>
              </c:pt>
              <c:pt idx="62">
                <c:v>-1</c:v>
              </c:pt>
              <c:pt idx="63">
                <c:v>-1</c:v>
              </c:pt>
              <c:pt idx="64">
                <c:v>-1</c:v>
              </c:pt>
              <c:pt idx="65">
                <c:v>-1</c:v>
              </c:pt>
              <c:pt idx="66">
                <c:v>-1</c:v>
              </c:pt>
              <c:pt idx="67">
                <c:v>-1</c:v>
              </c:pt>
              <c:pt idx="68">
                <c:v>-1</c:v>
              </c:pt>
              <c:pt idx="69">
                <c:v>-1</c:v>
              </c:pt>
              <c:pt idx="70">
                <c:v>-1</c:v>
              </c:pt>
              <c:pt idx="71">
                <c:v>-1</c:v>
              </c:pt>
              <c:pt idx="72">
                <c:v>-1</c:v>
              </c:pt>
              <c:pt idx="73">
                <c:v>-1</c:v>
              </c:pt>
              <c:pt idx="74">
                <c:v>-1</c:v>
              </c:pt>
              <c:pt idx="75">
                <c:v>-1</c:v>
              </c:pt>
              <c:pt idx="76">
                <c:v>-1</c:v>
              </c:pt>
              <c:pt idx="77">
                <c:v>-1</c:v>
              </c:pt>
              <c:pt idx="78">
                <c:v>-1</c:v>
              </c:pt>
              <c:pt idx="79">
                <c:v>-1</c:v>
              </c:pt>
              <c:pt idx="80">
                <c:v>-1</c:v>
              </c:pt>
              <c:pt idx="81">
                <c:v>-1</c:v>
              </c:pt>
              <c:pt idx="82">
                <c:v>-1</c:v>
              </c:pt>
              <c:pt idx="83">
                <c:v>-1</c:v>
              </c:pt>
              <c:pt idx="84">
                <c:v>-1</c:v>
              </c:pt>
              <c:pt idx="85">
                <c:v>-1</c:v>
              </c:pt>
              <c:pt idx="86">
                <c:v>-1</c:v>
              </c:pt>
              <c:pt idx="87">
                <c:v>-1</c:v>
              </c:pt>
              <c:pt idx="88">
                <c:v>-1</c:v>
              </c:pt>
              <c:pt idx="89">
                <c:v>-1</c:v>
              </c:pt>
              <c:pt idx="90">
                <c:v>-1</c:v>
              </c:pt>
              <c:pt idx="91">
                <c:v>-1</c:v>
              </c:pt>
              <c:pt idx="92">
                <c:v>-1</c:v>
              </c:pt>
              <c:pt idx="93">
                <c:v>-1</c:v>
              </c:pt>
              <c:pt idx="94">
                <c:v>-1</c:v>
              </c:pt>
              <c:pt idx="95">
                <c:v>-1</c:v>
              </c:pt>
              <c:pt idx="96">
                <c:v>-1</c:v>
              </c:pt>
              <c:pt idx="97">
                <c:v>-1</c:v>
              </c:pt>
              <c:pt idx="98">
                <c:v>-1</c:v>
              </c:pt>
              <c:pt idx="99">
                <c:v>-1</c:v>
              </c:pt>
              <c:pt idx="100">
                <c:v>1</c:v>
              </c:pt>
              <c:pt idx="101">
                <c:v>1</c:v>
              </c:pt>
              <c:pt idx="102">
                <c:v>1</c:v>
              </c:pt>
              <c:pt idx="103">
                <c:v>1</c:v>
              </c:pt>
              <c:pt idx="104">
                <c:v>1</c:v>
              </c:pt>
              <c:pt idx="105">
                <c:v>1</c:v>
              </c:pt>
              <c:pt idx="106">
                <c:v>1</c:v>
              </c:pt>
              <c:pt idx="107">
                <c:v>1</c:v>
              </c:pt>
              <c:pt idx="108">
                <c:v>1</c:v>
              </c:pt>
              <c:pt idx="109">
                <c:v>1</c:v>
              </c:pt>
              <c:pt idx="110">
                <c:v>1</c:v>
              </c:pt>
              <c:pt idx="111">
                <c:v>1</c:v>
              </c:pt>
              <c:pt idx="112">
                <c:v>1</c:v>
              </c:pt>
              <c:pt idx="113">
                <c:v>1</c:v>
              </c:pt>
              <c:pt idx="114">
                <c:v>1</c:v>
              </c:pt>
              <c:pt idx="115">
                <c:v>1</c:v>
              </c:pt>
              <c:pt idx="116">
                <c:v>1</c:v>
              </c:pt>
              <c:pt idx="117">
                <c:v>1</c:v>
              </c:pt>
              <c:pt idx="118">
                <c:v>1</c:v>
              </c:pt>
              <c:pt idx="119">
                <c:v>1</c:v>
              </c:pt>
              <c:pt idx="120">
                <c:v>1</c:v>
              </c:pt>
              <c:pt idx="121">
                <c:v>1</c:v>
              </c:pt>
              <c:pt idx="122">
                <c:v>1</c:v>
              </c:pt>
              <c:pt idx="123">
                <c:v>1</c:v>
              </c:pt>
              <c:pt idx="124">
                <c:v>1</c:v>
              </c:pt>
              <c:pt idx="125">
                <c:v>1</c:v>
              </c:pt>
              <c:pt idx="126">
                <c:v>1</c:v>
              </c:pt>
              <c:pt idx="127">
                <c:v>1</c:v>
              </c:pt>
              <c:pt idx="128">
                <c:v>1</c:v>
              </c:pt>
              <c:pt idx="129">
                <c:v>1</c:v>
              </c:pt>
              <c:pt idx="130">
                <c:v>1</c:v>
              </c:pt>
              <c:pt idx="131">
                <c:v>1</c:v>
              </c:pt>
              <c:pt idx="132">
                <c:v>1</c:v>
              </c:pt>
              <c:pt idx="133">
                <c:v>1</c:v>
              </c:pt>
              <c:pt idx="134">
                <c:v>1</c:v>
              </c:pt>
              <c:pt idx="135">
                <c:v>1</c:v>
              </c:pt>
              <c:pt idx="136">
                <c:v>1</c:v>
              </c:pt>
              <c:pt idx="137">
                <c:v>1</c:v>
              </c:pt>
              <c:pt idx="138">
                <c:v>1</c:v>
              </c:pt>
              <c:pt idx="139">
                <c:v>1</c:v>
              </c:pt>
              <c:pt idx="140">
                <c:v>1</c:v>
              </c:pt>
              <c:pt idx="141">
                <c:v>1</c:v>
              </c:pt>
              <c:pt idx="142">
                <c:v>1</c:v>
              </c:pt>
              <c:pt idx="143">
                <c:v>1</c:v>
              </c:pt>
              <c:pt idx="144">
                <c:v>1</c:v>
              </c:pt>
              <c:pt idx="145">
                <c:v>1</c:v>
              </c:pt>
              <c:pt idx="146">
                <c:v>1</c:v>
              </c:pt>
              <c:pt idx="147">
                <c:v>1</c:v>
              </c:pt>
              <c:pt idx="148">
                <c:v>1</c:v>
              </c:pt>
              <c:pt idx="149">
                <c:v>1</c:v>
              </c:pt>
              <c:pt idx="150">
                <c:v>1</c:v>
              </c:pt>
              <c:pt idx="151">
                <c:v>1</c:v>
              </c:pt>
              <c:pt idx="152">
                <c:v>1</c:v>
              </c:pt>
              <c:pt idx="153">
                <c:v>1</c:v>
              </c:pt>
              <c:pt idx="154">
                <c:v>1</c:v>
              </c:pt>
              <c:pt idx="155">
                <c:v>1</c:v>
              </c:pt>
              <c:pt idx="156">
                <c:v>1</c:v>
              </c:pt>
              <c:pt idx="157">
                <c:v>1</c:v>
              </c:pt>
              <c:pt idx="158">
                <c:v>1</c:v>
              </c:pt>
              <c:pt idx="159">
                <c:v>1</c:v>
              </c:pt>
              <c:pt idx="160">
                <c:v>1</c:v>
              </c:pt>
              <c:pt idx="161">
                <c:v>1</c:v>
              </c:pt>
              <c:pt idx="162">
                <c:v>1</c:v>
              </c:pt>
              <c:pt idx="163">
                <c:v>1</c:v>
              </c:pt>
              <c:pt idx="164">
                <c:v>1</c:v>
              </c:pt>
              <c:pt idx="165">
                <c:v>1</c:v>
              </c:pt>
              <c:pt idx="166">
                <c:v>1</c:v>
              </c:pt>
              <c:pt idx="167">
                <c:v>1</c:v>
              </c:pt>
              <c:pt idx="168">
                <c:v>1</c:v>
              </c:pt>
              <c:pt idx="169">
                <c:v>1</c:v>
              </c:pt>
              <c:pt idx="170">
                <c:v>1</c:v>
              </c:pt>
              <c:pt idx="171">
                <c:v>1</c:v>
              </c:pt>
              <c:pt idx="172">
                <c:v>1</c:v>
              </c:pt>
              <c:pt idx="173">
                <c:v>1</c:v>
              </c:pt>
              <c:pt idx="174">
                <c:v>1</c:v>
              </c:pt>
              <c:pt idx="175">
                <c:v>1</c:v>
              </c:pt>
              <c:pt idx="176">
                <c:v>1</c:v>
              </c:pt>
              <c:pt idx="177">
                <c:v>1</c:v>
              </c:pt>
              <c:pt idx="178">
                <c:v>1</c:v>
              </c:pt>
              <c:pt idx="179">
                <c:v>1</c:v>
              </c:pt>
              <c:pt idx="180">
                <c:v>1</c:v>
              </c:pt>
              <c:pt idx="181">
                <c:v>1</c:v>
              </c:pt>
              <c:pt idx="182">
                <c:v>1</c:v>
              </c:pt>
              <c:pt idx="183">
                <c:v>1</c:v>
              </c:pt>
              <c:pt idx="184">
                <c:v>1</c:v>
              </c:pt>
              <c:pt idx="185">
                <c:v>1</c:v>
              </c:pt>
              <c:pt idx="186">
                <c:v>1</c:v>
              </c:pt>
              <c:pt idx="187">
                <c:v>1</c:v>
              </c:pt>
              <c:pt idx="188">
                <c:v>1</c:v>
              </c:pt>
              <c:pt idx="189">
                <c:v>1</c:v>
              </c:pt>
              <c:pt idx="190">
                <c:v>1</c:v>
              </c:pt>
              <c:pt idx="191">
                <c:v>1</c:v>
              </c:pt>
              <c:pt idx="192">
                <c:v>1</c:v>
              </c:pt>
              <c:pt idx="193">
                <c:v>1</c:v>
              </c:pt>
              <c:pt idx="194">
                <c:v>1</c:v>
              </c:pt>
              <c:pt idx="195">
                <c:v>1</c:v>
              </c:pt>
              <c:pt idx="196">
                <c:v>1</c:v>
              </c:pt>
              <c:pt idx="197">
                <c:v>1</c:v>
              </c:pt>
              <c:pt idx="198">
                <c:v>1</c:v>
              </c:pt>
              <c:pt idx="199">
                <c:v>1</c:v>
              </c:pt>
              <c:pt idx="200">
                <c:v>-1</c:v>
              </c:pt>
              <c:pt idx="201">
                <c:v>-1</c:v>
              </c:pt>
              <c:pt idx="202">
                <c:v>-1</c:v>
              </c:pt>
              <c:pt idx="203">
                <c:v>-1</c:v>
              </c:pt>
              <c:pt idx="204">
                <c:v>-1</c:v>
              </c:pt>
              <c:pt idx="205">
                <c:v>-1</c:v>
              </c:pt>
              <c:pt idx="206">
                <c:v>-1</c:v>
              </c:pt>
              <c:pt idx="207">
                <c:v>-1</c:v>
              </c:pt>
              <c:pt idx="208">
                <c:v>-1</c:v>
              </c:pt>
              <c:pt idx="209">
                <c:v>-1</c:v>
              </c:pt>
              <c:pt idx="210">
                <c:v>-1</c:v>
              </c:pt>
              <c:pt idx="211">
                <c:v>-1</c:v>
              </c:pt>
              <c:pt idx="212">
                <c:v>-1</c:v>
              </c:pt>
              <c:pt idx="213">
                <c:v>-1</c:v>
              </c:pt>
              <c:pt idx="214">
                <c:v>-1</c:v>
              </c:pt>
              <c:pt idx="215">
                <c:v>-1</c:v>
              </c:pt>
              <c:pt idx="216">
                <c:v>-1</c:v>
              </c:pt>
              <c:pt idx="217">
                <c:v>-1</c:v>
              </c:pt>
              <c:pt idx="218">
                <c:v>-1</c:v>
              </c:pt>
              <c:pt idx="219">
                <c:v>-1</c:v>
              </c:pt>
              <c:pt idx="220">
                <c:v>-1</c:v>
              </c:pt>
              <c:pt idx="221">
                <c:v>-1</c:v>
              </c:pt>
              <c:pt idx="222">
                <c:v>-1</c:v>
              </c:pt>
              <c:pt idx="223">
                <c:v>-1</c:v>
              </c:pt>
              <c:pt idx="224">
                <c:v>-1</c:v>
              </c:pt>
              <c:pt idx="225">
                <c:v>-1</c:v>
              </c:pt>
              <c:pt idx="226">
                <c:v>-1</c:v>
              </c:pt>
              <c:pt idx="227">
                <c:v>-1</c:v>
              </c:pt>
              <c:pt idx="228">
                <c:v>-1</c:v>
              </c:pt>
              <c:pt idx="229">
                <c:v>-1</c:v>
              </c:pt>
              <c:pt idx="230">
                <c:v>-1</c:v>
              </c:pt>
              <c:pt idx="231">
                <c:v>-1</c:v>
              </c:pt>
              <c:pt idx="232">
                <c:v>-1</c:v>
              </c:pt>
              <c:pt idx="233">
                <c:v>-1</c:v>
              </c:pt>
              <c:pt idx="234">
                <c:v>-1</c:v>
              </c:pt>
              <c:pt idx="235">
                <c:v>-1</c:v>
              </c:pt>
              <c:pt idx="236">
                <c:v>-1</c:v>
              </c:pt>
              <c:pt idx="237">
                <c:v>-1</c:v>
              </c:pt>
              <c:pt idx="238">
                <c:v>-1</c:v>
              </c:pt>
              <c:pt idx="239">
                <c:v>-1</c:v>
              </c:pt>
              <c:pt idx="240">
                <c:v>-1</c:v>
              </c:pt>
              <c:pt idx="241">
                <c:v>-1</c:v>
              </c:pt>
              <c:pt idx="242">
                <c:v>-1</c:v>
              </c:pt>
              <c:pt idx="243">
                <c:v>-1</c:v>
              </c:pt>
              <c:pt idx="244">
                <c:v>-1</c:v>
              </c:pt>
              <c:pt idx="245">
                <c:v>-1</c:v>
              </c:pt>
              <c:pt idx="246">
                <c:v>-1</c:v>
              </c:pt>
              <c:pt idx="247">
                <c:v>-1</c:v>
              </c:pt>
              <c:pt idx="248">
                <c:v>-1</c:v>
              </c:pt>
              <c:pt idx="249">
                <c:v>-1</c:v>
              </c:pt>
              <c:pt idx="250">
                <c:v>-1</c:v>
              </c:pt>
              <c:pt idx="251">
                <c:v>-1</c:v>
              </c:pt>
              <c:pt idx="252">
                <c:v>-1</c:v>
              </c:pt>
              <c:pt idx="253">
                <c:v>-1</c:v>
              </c:pt>
              <c:pt idx="254">
                <c:v>-1</c:v>
              </c:pt>
              <c:pt idx="255">
                <c:v>-1</c:v>
              </c:pt>
              <c:pt idx="256">
                <c:v>-1</c:v>
              </c:pt>
              <c:pt idx="257">
                <c:v>-1</c:v>
              </c:pt>
              <c:pt idx="258">
                <c:v>-1</c:v>
              </c:pt>
              <c:pt idx="259">
                <c:v>-1</c:v>
              </c:pt>
              <c:pt idx="260">
                <c:v>-1</c:v>
              </c:pt>
              <c:pt idx="261">
                <c:v>-1</c:v>
              </c:pt>
              <c:pt idx="262">
                <c:v>-1</c:v>
              </c:pt>
              <c:pt idx="263">
                <c:v>-1</c:v>
              </c:pt>
              <c:pt idx="264">
                <c:v>-1</c:v>
              </c:pt>
              <c:pt idx="265">
                <c:v>-1</c:v>
              </c:pt>
              <c:pt idx="266">
                <c:v>-1</c:v>
              </c:pt>
              <c:pt idx="267">
                <c:v>-1</c:v>
              </c:pt>
              <c:pt idx="268">
                <c:v>-1</c:v>
              </c:pt>
              <c:pt idx="269">
                <c:v>-1</c:v>
              </c:pt>
              <c:pt idx="270">
                <c:v>-1</c:v>
              </c:pt>
              <c:pt idx="271">
                <c:v>-1</c:v>
              </c:pt>
              <c:pt idx="272">
                <c:v>-1</c:v>
              </c:pt>
              <c:pt idx="273">
                <c:v>-1</c:v>
              </c:pt>
              <c:pt idx="274">
                <c:v>-1</c:v>
              </c:pt>
              <c:pt idx="275">
                <c:v>-1</c:v>
              </c:pt>
              <c:pt idx="276">
                <c:v>-1</c:v>
              </c:pt>
              <c:pt idx="277">
                <c:v>-1</c:v>
              </c:pt>
              <c:pt idx="278">
                <c:v>-1</c:v>
              </c:pt>
              <c:pt idx="279">
                <c:v>-1</c:v>
              </c:pt>
              <c:pt idx="280">
                <c:v>-1</c:v>
              </c:pt>
              <c:pt idx="281">
                <c:v>-1</c:v>
              </c:pt>
              <c:pt idx="282">
                <c:v>-1</c:v>
              </c:pt>
              <c:pt idx="283">
                <c:v>-1</c:v>
              </c:pt>
              <c:pt idx="284">
                <c:v>-1</c:v>
              </c:pt>
              <c:pt idx="285">
                <c:v>-1</c:v>
              </c:pt>
              <c:pt idx="286">
                <c:v>-1</c:v>
              </c:pt>
              <c:pt idx="287">
                <c:v>-1</c:v>
              </c:pt>
              <c:pt idx="288">
                <c:v>-1</c:v>
              </c:pt>
              <c:pt idx="289">
                <c:v>-1</c:v>
              </c:pt>
              <c:pt idx="290">
                <c:v>-1</c:v>
              </c:pt>
              <c:pt idx="291">
                <c:v>-1</c:v>
              </c:pt>
              <c:pt idx="292">
                <c:v>-1</c:v>
              </c:pt>
              <c:pt idx="293">
                <c:v>-1</c:v>
              </c:pt>
              <c:pt idx="294">
                <c:v>-1</c:v>
              </c:pt>
              <c:pt idx="295">
                <c:v>-1</c:v>
              </c:pt>
              <c:pt idx="296">
                <c:v>-1</c:v>
              </c:pt>
              <c:pt idx="297">
                <c:v>-1</c:v>
              </c:pt>
              <c:pt idx="298">
                <c:v>-1</c:v>
              </c:pt>
              <c:pt idx="299">
                <c:v>-1</c:v>
              </c:pt>
              <c:pt idx="300">
                <c:v>-1</c:v>
              </c:pt>
              <c:pt idx="301">
                <c:v>1</c:v>
              </c:pt>
              <c:pt idx="302">
                <c:v>1</c:v>
              </c:pt>
              <c:pt idx="303">
                <c:v>1</c:v>
              </c:pt>
              <c:pt idx="304">
                <c:v>1</c:v>
              </c:pt>
              <c:pt idx="305">
                <c:v>1</c:v>
              </c:pt>
              <c:pt idx="306">
                <c:v>1</c:v>
              </c:pt>
              <c:pt idx="307">
                <c:v>1</c:v>
              </c:pt>
              <c:pt idx="308">
                <c:v>1</c:v>
              </c:pt>
              <c:pt idx="309">
                <c:v>1</c:v>
              </c:pt>
              <c:pt idx="310">
                <c:v>1</c:v>
              </c:pt>
              <c:pt idx="311">
                <c:v>1</c:v>
              </c:pt>
              <c:pt idx="312">
                <c:v>1</c:v>
              </c:pt>
              <c:pt idx="313">
                <c:v>1</c:v>
              </c:pt>
              <c:pt idx="314">
                <c:v>1</c:v>
              </c:pt>
              <c:pt idx="315">
                <c:v>1</c:v>
              </c:pt>
              <c:pt idx="316">
                <c:v>1</c:v>
              </c:pt>
              <c:pt idx="317">
                <c:v>1</c:v>
              </c:pt>
              <c:pt idx="318">
                <c:v>1</c:v>
              </c:pt>
              <c:pt idx="319">
                <c:v>1</c:v>
              </c:pt>
              <c:pt idx="320">
                <c:v>1</c:v>
              </c:pt>
              <c:pt idx="321">
                <c:v>1</c:v>
              </c:pt>
              <c:pt idx="322">
                <c:v>1</c:v>
              </c:pt>
              <c:pt idx="323">
                <c:v>1</c:v>
              </c:pt>
              <c:pt idx="324">
                <c:v>1</c:v>
              </c:pt>
              <c:pt idx="325">
                <c:v>1</c:v>
              </c:pt>
              <c:pt idx="326">
                <c:v>1</c:v>
              </c:pt>
              <c:pt idx="327">
                <c:v>1</c:v>
              </c:pt>
              <c:pt idx="328">
                <c:v>1</c:v>
              </c:pt>
              <c:pt idx="329">
                <c:v>1</c:v>
              </c:pt>
              <c:pt idx="330">
                <c:v>1</c:v>
              </c:pt>
              <c:pt idx="331">
                <c:v>1</c:v>
              </c:pt>
              <c:pt idx="332">
                <c:v>1</c:v>
              </c:pt>
              <c:pt idx="333">
                <c:v>1</c:v>
              </c:pt>
              <c:pt idx="334">
                <c:v>1</c:v>
              </c:pt>
              <c:pt idx="335">
                <c:v>1</c:v>
              </c:pt>
              <c:pt idx="336">
                <c:v>1</c:v>
              </c:pt>
              <c:pt idx="337">
                <c:v>1</c:v>
              </c:pt>
              <c:pt idx="338">
                <c:v>1</c:v>
              </c:pt>
              <c:pt idx="339">
                <c:v>1</c:v>
              </c:pt>
              <c:pt idx="340">
                <c:v>1</c:v>
              </c:pt>
              <c:pt idx="341">
                <c:v>1</c:v>
              </c:pt>
              <c:pt idx="342">
                <c:v>1</c:v>
              </c:pt>
              <c:pt idx="343">
                <c:v>1</c:v>
              </c:pt>
              <c:pt idx="344">
                <c:v>1</c:v>
              </c:pt>
              <c:pt idx="345">
                <c:v>1</c:v>
              </c:pt>
              <c:pt idx="346">
                <c:v>1</c:v>
              </c:pt>
              <c:pt idx="347">
                <c:v>1</c:v>
              </c:pt>
              <c:pt idx="348">
                <c:v>1</c:v>
              </c:pt>
              <c:pt idx="349">
                <c:v>1</c:v>
              </c:pt>
              <c:pt idx="350">
                <c:v>1</c:v>
              </c:pt>
              <c:pt idx="351">
                <c:v>-1</c:v>
              </c:pt>
              <c:pt idx="352">
                <c:v>-1</c:v>
              </c:pt>
              <c:pt idx="353">
                <c:v>-1</c:v>
              </c:pt>
              <c:pt idx="354">
                <c:v>-1</c:v>
              </c:pt>
              <c:pt idx="355">
                <c:v>-1</c:v>
              </c:pt>
              <c:pt idx="356">
                <c:v>-1</c:v>
              </c:pt>
              <c:pt idx="357">
                <c:v>-1</c:v>
              </c:pt>
              <c:pt idx="358">
                <c:v>-1</c:v>
              </c:pt>
              <c:pt idx="359">
                <c:v>-1</c:v>
              </c:pt>
              <c:pt idx="360">
                <c:v>-1</c:v>
              </c:pt>
              <c:pt idx="361">
                <c:v>-1</c:v>
              </c:pt>
              <c:pt idx="362">
                <c:v>-1</c:v>
              </c:pt>
              <c:pt idx="363">
                <c:v>-1</c:v>
              </c:pt>
              <c:pt idx="364">
                <c:v>-1</c:v>
              </c:pt>
              <c:pt idx="365">
                <c:v>-1</c:v>
              </c:pt>
              <c:pt idx="366">
                <c:v>-1</c:v>
              </c:pt>
              <c:pt idx="367">
                <c:v>-1</c:v>
              </c:pt>
              <c:pt idx="368">
                <c:v>-1</c:v>
              </c:pt>
              <c:pt idx="369">
                <c:v>-1</c:v>
              </c:pt>
              <c:pt idx="370">
                <c:v>-1</c:v>
              </c:pt>
              <c:pt idx="371">
                <c:v>-1</c:v>
              </c:pt>
              <c:pt idx="372">
                <c:v>-1</c:v>
              </c:pt>
              <c:pt idx="373">
                <c:v>-1</c:v>
              </c:pt>
              <c:pt idx="374">
                <c:v>-1</c:v>
              </c:pt>
              <c:pt idx="375">
                <c:v>-1</c:v>
              </c:pt>
              <c:pt idx="376">
                <c:v>-1</c:v>
              </c:pt>
              <c:pt idx="377">
                <c:v>-1</c:v>
              </c:pt>
              <c:pt idx="378">
                <c:v>-1</c:v>
              </c:pt>
              <c:pt idx="379">
                <c:v>-1</c:v>
              </c:pt>
              <c:pt idx="380">
                <c:v>-1</c:v>
              </c:pt>
              <c:pt idx="381">
                <c:v>-1</c:v>
              </c:pt>
              <c:pt idx="382">
                <c:v>-1</c:v>
              </c:pt>
              <c:pt idx="383">
                <c:v>-1</c:v>
              </c:pt>
              <c:pt idx="384">
                <c:v>-1</c:v>
              </c:pt>
              <c:pt idx="385">
                <c:v>-1</c:v>
              </c:pt>
              <c:pt idx="386">
                <c:v>-1</c:v>
              </c:pt>
              <c:pt idx="387">
                <c:v>-1</c:v>
              </c:pt>
              <c:pt idx="388">
                <c:v>-1</c:v>
              </c:pt>
              <c:pt idx="389">
                <c:v>-1</c:v>
              </c:pt>
              <c:pt idx="390">
                <c:v>-1</c:v>
              </c:pt>
              <c:pt idx="391">
                <c:v>-1</c:v>
              </c:pt>
              <c:pt idx="392">
                <c:v>-1</c:v>
              </c:pt>
              <c:pt idx="393">
                <c:v>-1</c:v>
              </c:pt>
              <c:pt idx="394">
                <c:v>-1</c:v>
              </c:pt>
              <c:pt idx="395">
                <c:v>-1</c:v>
              </c:pt>
              <c:pt idx="396">
                <c:v>-1</c:v>
              </c:pt>
              <c:pt idx="397">
                <c:v>-1</c:v>
              </c:pt>
              <c:pt idx="398">
                <c:v>-1</c:v>
              </c:pt>
              <c:pt idx="399">
                <c:v>-1</c:v>
              </c:pt>
              <c:pt idx="400">
                <c:v>-1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C56B-41F4-B5AE-D2D8B46B74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8"/>
          <c:min val="-1.8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Root-Raised-Cosine Transmit Shaping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RRC-shaped pulse sequence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0.7946720764531191</c:v>
              </c:pt>
              <c:pt idx="1">
                <c:v>0.83713863317367176</c:v>
              </c:pt>
              <c:pt idx="2">
                <c:v>0.87849639263683577</c:v>
              </c:pt>
              <c:pt idx="3">
                <c:v>0.91857575155807003</c:v>
              </c:pt>
              <c:pt idx="4">
                <c:v>0.95720919348159128</c:v>
              </c:pt>
              <c:pt idx="5">
                <c:v>0.99423201913605042</c:v>
              </c:pt>
              <c:pt idx="6">
                <c:v>1.0294830717226882</c:v>
              </c:pt>
              <c:pt idx="7">
                <c:v>1.0628054537108957</c:v>
              </c:pt>
              <c:pt idx="8">
                <c:v>1.0940472317380938</c:v>
              </c:pt>
              <c:pt idx="9">
                <c:v>1.1230621262501819</c:v>
              </c:pt>
              <c:pt idx="10">
                <c:v>1.1497101825753968</c:v>
              </c:pt>
              <c:pt idx="11">
                <c:v>1.1738584201980038</c:v>
              </c:pt>
              <c:pt idx="12">
                <c:v>1.1953814570884234</c:v>
              </c:pt>
              <c:pt idx="13">
                <c:v>1.214162106052854</c:v>
              </c:pt>
              <c:pt idx="14">
                <c:v>1.2300919401875445</c:v>
              </c:pt>
              <c:pt idx="15">
                <c:v>1.2430718246601093</c:v>
              </c:pt>
              <c:pt idx="16">
                <c:v>1.253012412191878</c:v>
              </c:pt>
              <c:pt idx="17">
                <c:v>1.2598345997805549</c:v>
              </c:pt>
              <c:pt idx="18">
                <c:v>1.2634699443805006</c:v>
              </c:pt>
              <c:pt idx="19">
                <c:v>1.2638610354479325</c:v>
              </c:pt>
              <c:pt idx="20">
                <c:v>1.2609618224591777</c:v>
              </c:pt>
              <c:pt idx="21">
                <c:v>1.254737895720885</c:v>
              </c:pt>
              <c:pt idx="22">
                <c:v>1.2451667190106308</c:v>
              </c:pt>
              <c:pt idx="23">
                <c:v>1.2322378128135545</c:v>
              </c:pt>
              <c:pt idx="24">
                <c:v>1.2159528871543133</c:v>
              </c:pt>
              <c:pt idx="25">
                <c:v>1.1963259232626047</c:v>
              </c:pt>
              <c:pt idx="26">
                <c:v>1.173383203553424</c:v>
              </c:pt>
              <c:pt idx="27">
                <c:v>1.1471632896489485</c:v>
              </c:pt>
              <c:pt idx="28">
                <c:v>1.117716948416112</c:v>
              </c:pt>
              <c:pt idx="29">
                <c:v>1.0851070262413027</c:v>
              </c:pt>
              <c:pt idx="30">
                <c:v>1.0494082720098974</c:v>
              </c:pt>
              <c:pt idx="31">
                <c:v>1.010707109502244</c:v>
              </c:pt>
              <c:pt idx="32">
                <c:v>0.9691013601579429</c:v>
              </c:pt>
              <c:pt idx="33">
                <c:v>0.92469991739569091</c:v>
              </c:pt>
              <c:pt idx="34">
                <c:v>0.87762237390517328</c:v>
              </c:pt>
              <c:pt idx="35">
                <c:v>0.82799860354951316</c:v>
              </c:pt>
              <c:pt idx="36">
                <c:v>0.77596829973032722</c:v>
              </c:pt>
              <c:pt idx="37">
                <c:v>0.7216804722714848</c:v>
              </c:pt>
              <c:pt idx="38">
                <c:v>0.66529290507113981</c:v>
              </c:pt>
              <c:pt idx="39">
                <c:v>0.60697157695356163</c:v>
              </c:pt>
              <c:pt idx="40">
                <c:v>0.54689004832171406</c:v>
              </c:pt>
              <c:pt idx="41">
                <c:v>0.48522881636784154</c:v>
              </c:pt>
              <c:pt idx="42">
                <c:v>0.42217464174116259</c:v>
              </c:pt>
              <c:pt idx="43">
                <c:v>0.35791984969937185</c:v>
              </c:pt>
              <c:pt idx="44">
                <c:v>0.29266160888234261</c:v>
              </c:pt>
              <c:pt idx="45">
                <c:v>0.22660119094252476</c:v>
              </c:pt>
              <c:pt idx="46">
                <c:v>0.15994321434611714</c:v>
              </c:pt>
              <c:pt idx="47">
                <c:v>9.2894875722019529E-2</c:v>
              </c:pt>
              <c:pt idx="48">
                <c:v>2.5665172181478735E-2</c:v>
              </c:pt>
              <c:pt idx="49">
                <c:v>-4.153588193989706E-2</c:v>
              </c:pt>
              <c:pt idx="50">
                <c:v>-0.10849804045450655</c:v>
              </c:pt>
              <c:pt idx="51">
                <c:v>-0.17501160935196669</c:v>
              </c:pt>
              <c:pt idx="52">
                <c:v>-0.24086822605035671</c:v>
              </c:pt>
              <c:pt idx="53">
                <c:v>-0.30586163047440401</c:v>
              </c:pt>
              <c:pt idx="54">
                <c:v>-0.36978842462175832</c:v>
              </c:pt>
              <c:pt idx="55">
                <c:v>-0.43244881735103524</c:v>
              </c:pt>
              <c:pt idx="56">
                <c:v>-0.49364735121359232</c:v>
              </c:pt>
              <c:pt idx="57">
                <c:v>-0.55319360825446684</c:v>
              </c:pt>
              <c:pt idx="58">
                <c:v>-0.61090289182601198</c:v>
              </c:pt>
              <c:pt idx="59">
                <c:v>-0.66659688158973129</c:v>
              </c:pt>
              <c:pt idx="60">
                <c:v>-0.72010425902687658</c:v>
              </c:pt>
              <c:pt idx="61">
                <c:v>-0.77126130093573297</c:v>
              </c:pt>
              <c:pt idx="62">
                <c:v>-0.81991243856226226</c:v>
              </c:pt>
              <c:pt idx="63">
                <c:v>-0.86591078018990209</c:v>
              </c:pt>
              <c:pt idx="64">
                <c:v>-0.90911859520278515</c:v>
              </c:pt>
              <c:pt idx="65">
                <c:v>-0.94940775783371711</c:v>
              </c:pt>
              <c:pt idx="66">
                <c:v>-0.98666014901221222</c:v>
              </c:pt>
              <c:pt idx="67">
                <c:v>-1.0207680149383176</c:v>
              </c:pt>
              <c:pt idx="68">
                <c:v>-1.0516342812232138</c:v>
              </c:pt>
              <c:pt idx="69">
                <c:v>-1.0791728216566852</c:v>
              </c:pt>
              <c:pt idx="70">
                <c:v>-1.1033086808833554</c:v>
              </c:pt>
              <c:pt idx="71">
                <c:v>-1.1239782504928071</c:v>
              </c:pt>
              <c:pt idx="72">
                <c:v>-1.1411293982522259</c:v>
              </c:pt>
              <c:pt idx="73">
                <c:v>-1.1547215504328565</c:v>
              </c:pt>
              <c:pt idx="74">
                <c:v>-1.1647257274021272</c:v>
              </c:pt>
              <c:pt idx="75">
                <c:v>-1.1711245328707138</c:v>
              </c:pt>
              <c:pt idx="76">
                <c:v>-1.1739120973968946</c:v>
              </c:pt>
              <c:pt idx="77">
                <c:v>-1.1730939769582984</c:v>
              </c:pt>
              <c:pt idx="78">
                <c:v>-1.1686870076024269</c:v>
              </c:pt>
              <c:pt idx="79">
                <c:v>-1.1607191173812701</c:v>
              </c:pt>
              <c:pt idx="80">
                <c:v>-1.149229096960853</c:v>
              </c:pt>
              <c:pt idx="81">
                <c:v>-1.1342663304729013</c:v>
              </c:pt>
              <c:pt idx="82">
                <c:v>-1.1158904883420326</c:v>
              </c:pt>
              <c:pt idx="83">
                <c:v>-1.0941711839773176</c:v>
              </c:pt>
              <c:pt idx="84">
                <c:v>-1.0691875963609276</c:v>
              </c:pt>
              <c:pt idx="85">
                <c:v>-1.0410280606983437</c:v>
              </c:pt>
              <c:pt idx="86">
                <c:v>-1.0097896294135909</c:v>
              </c:pt>
              <c:pt idx="87">
                <c:v>-0.97557760587884901</c:v>
              </c:pt>
              <c:pt idx="88">
                <c:v>-0.9385050533600362</c:v>
              </c:pt>
              <c:pt idx="89">
                <c:v>-0.89869228173832327</c:v>
              </c:pt>
              <c:pt idx="90">
                <c:v>-0.85626631463179226</c:v>
              </c:pt>
              <c:pt idx="91">
                <c:v>-0.81136033959143372</c:v>
              </c:pt>
              <c:pt idx="92">
                <c:v>-0.76411314408114839</c:v>
              </c:pt>
              <c:pt idx="93">
                <c:v>-0.71466853997282698</c:v>
              </c:pt>
              <c:pt idx="94">
                <c:v>-0.66317477929443547</c:v>
              </c:pt>
              <c:pt idx="95">
                <c:v>-0.60978396396194945</c:v>
              </c:pt>
              <c:pt idx="96">
                <c:v>-0.55465145220501688</c:v>
              </c:pt>
              <c:pt idx="97">
                <c:v>-0.49793526436171592</c:v>
              </c:pt>
              <c:pt idx="98">
                <c:v>-0.43979549067013163</c:v>
              </c:pt>
              <c:pt idx="99">
                <c:v>-0.38039370362415448</c:v>
              </c:pt>
              <c:pt idx="100">
                <c:v>-0.31989237738841125</c:v>
              </c:pt>
              <c:pt idx="101">
                <c:v>-0.25845431668321156</c:v>
              </c:pt>
              <c:pt idx="102">
                <c:v>-0.19624209745541174</c:v>
              </c:pt>
              <c:pt idx="103">
                <c:v>-0.13341752154591519</c:v>
              </c:pt>
              <c:pt idx="104">
                <c:v>-7.0141087449857004E-2</c:v>
              </c:pt>
              <c:pt idx="105">
                <c:v>-6.5714791421775665E-3</c:v>
              </c:pt>
              <c:pt idx="106">
                <c:v>5.7134925189934994E-2</c:v>
              </c:pt>
              <c:pt idx="107">
                <c:v>0.12082452280445101</c:v>
              </c:pt>
              <c:pt idx="108">
                <c:v>0.18434693289279347</c:v>
              </c:pt>
              <c:pt idx="109">
                <c:v>0.24755541848958298</c:v>
              </c:pt>
              <c:pt idx="110">
                <c:v>0.3103072825481859</c:v>
              </c:pt>
              <c:pt idx="111">
                <c:v>0.37246423708355086</c:v>
              </c:pt>
              <c:pt idx="112">
                <c:v>0.43389274444337622</c:v>
              </c:pt>
              <c:pt idx="113">
                <c:v>0.49446432992959327</c:v>
              </c:pt>
              <c:pt idx="114">
                <c:v>0.55405586515376315</c:v>
              </c:pt>
              <c:pt idx="115">
                <c:v>0.61254982167105143</c:v>
              </c:pt>
              <c:pt idx="116">
                <c:v>0.66983449459732802</c:v>
              </c:pt>
              <c:pt idx="117">
                <c:v>0.72580419607163738</c:v>
              </c:pt>
              <c:pt idx="118">
                <c:v>0.78035941858093505</c:v>
              </c:pt>
              <c:pt idx="119">
                <c:v>0.83340696831483485</c:v>
              </c:pt>
              <c:pt idx="120">
                <c:v>0.88486006886433854</c:v>
              </c:pt>
              <c:pt idx="121">
                <c:v>0.93463843571939498</c:v>
              </c:pt>
              <c:pt idx="122">
                <c:v>0.98266832215496691</c:v>
              </c:pt>
              <c:pt idx="123">
                <c:v>1.028882537223446</c:v>
              </c:pt>
              <c:pt idx="124">
                <c:v>1.073220436692121</c:v>
              </c:pt>
              <c:pt idx="125">
                <c:v>1.1156278878774646</c:v>
              </c:pt>
              <c:pt idx="126">
                <c:v>1.1560572094327959</c:v>
              </c:pt>
              <c:pt idx="127">
                <c:v>1.1944670872419154</c:v>
              </c:pt>
              <c:pt idx="128">
                <c:v>1.2308224676583297</c:v>
              </c:pt>
              <c:pt idx="129">
                <c:v>1.2650944294073221</c:v>
              </c:pt>
              <c:pt idx="130">
                <c:v>1.2972600355361599</c:v>
              </c:pt>
              <c:pt idx="131">
                <c:v>1.3273021668560439</c:v>
              </c:pt>
              <c:pt idx="132">
                <c:v>1.3552093383678254</c:v>
              </c:pt>
              <c:pt idx="133">
                <c:v>1.3809755002020478</c:v>
              </c:pt>
              <c:pt idx="134">
                <c:v>1.4045998246325317</c:v>
              </c:pt>
              <c:pt idx="135">
                <c:v>1.4260864807415705</c:v>
              </c:pt>
              <c:pt idx="136">
                <c:v>1.4454443983240279</c:v>
              </c:pt>
              <c:pt idx="137">
                <c:v>1.4626870226173825</c:v>
              </c:pt>
              <c:pt idx="138">
                <c:v>1.47783206143534</c:v>
              </c:pt>
              <c:pt idx="139">
                <c:v>1.4909012262643355</c:v>
              </c:pt>
              <c:pt idx="140">
                <c:v>1.5019199688553933</c:v>
              </c:pt>
              <c:pt idx="141">
                <c:v>1.5109172148089249</c:v>
              </c:pt>
              <c:pt idx="142">
                <c:v>1.5179250956073815</c:v>
              </c:pt>
              <c:pt idx="143">
                <c:v>1.5229786805009589</c:v>
              </c:pt>
              <c:pt idx="144">
                <c:v>1.5261157095950906</c:v>
              </c:pt>
              <c:pt idx="145">
                <c:v>1.5273763294259737</c:v>
              </c:pt>
              <c:pt idx="146">
                <c:v>1.5268028322423415</c:v>
              </c:pt>
              <c:pt idx="147">
                <c:v>1.5244394001387676</c:v>
              </c:pt>
              <c:pt idx="148">
                <c:v>1.5203318551085976</c:v>
              </c:pt>
              <c:pt idx="149">
                <c:v>1.5145274160037363</c:v>
              </c:pt>
              <c:pt idx="150">
                <c:v>1.5070744633046995</c:v>
              </c:pt>
              <c:pt idx="151">
                <c:v>1.4980223125181424</c:v>
              </c:pt>
              <c:pt idx="152">
                <c:v>1.4874209969312036</c:v>
              </c:pt>
              <c:pt idx="153">
                <c:v>1.4753210603630742</c:v>
              </c:pt>
              <c:pt idx="154">
                <c:v>1.4617733604648557</c:v>
              </c:pt>
              <c:pt idx="155">
                <c:v>1.4468288830296558</c:v>
              </c:pt>
              <c:pt idx="156">
                <c:v>1.430538567686549</c:v>
              </c:pt>
              <c:pt idx="157">
                <c:v>1.4129531452651054</c:v>
              </c:pt>
              <c:pt idx="158">
                <c:v>1.3941229870322709</c:v>
              </c:pt>
              <c:pt idx="159">
                <c:v>1.3740979659208614</c:v>
              </c:pt>
              <c:pt idx="160">
                <c:v>1.3529273297895257</c:v>
              </c:pt>
              <c:pt idx="161">
                <c:v>1.3306595866779216</c:v>
              </c:pt>
              <c:pt idx="162">
                <c:v>1.3073424019487809</c:v>
              </c:pt>
              <c:pt idx="163">
                <c:v>1.2830225071405372</c:v>
              </c:pt>
              <c:pt idx="164">
                <c:v>1.2577456202910355</c:v>
              </c:pt>
              <c:pt idx="165">
                <c:v>1.2315563774342975</c:v>
              </c:pt>
              <c:pt idx="166">
                <c:v>1.2044982749192203</c:v>
              </c:pt>
              <c:pt idx="167">
                <c:v>1.1766136221511161</c:v>
              </c:pt>
              <c:pt idx="168">
                <c:v>1.1479435043147139</c:v>
              </c:pt>
              <c:pt idx="169">
                <c:v>1.118527754600505</c:v>
              </c:pt>
              <c:pt idx="170">
                <c:v>1.0884049354253222</c:v>
              </c:pt>
              <c:pt idx="171">
                <c:v>1.0576123281127554</c:v>
              </c:pt>
              <c:pt idx="172">
                <c:v>1.026185930479419</c:v>
              </c:pt>
              <c:pt idx="173">
                <c:v>0.99416046175912987</c:v>
              </c:pt>
              <c:pt idx="174">
                <c:v>0.96156937428858791</c:v>
              </c:pt>
              <c:pt idx="175">
                <c:v>0.92844487137504839</c:v>
              </c:pt>
              <c:pt idx="176">
                <c:v>0.89481793076850968</c:v>
              </c:pt>
              <c:pt idx="177">
                <c:v>0.86071833316790525</c:v>
              </c:pt>
              <c:pt idx="178">
                <c:v>0.82617469520236331</c:v>
              </c:pt>
              <c:pt idx="179">
                <c:v>0.79121450634454393</c:v>
              </c:pt>
              <c:pt idx="180">
                <c:v>0.75586416923298838</c:v>
              </c:pt>
              <c:pt idx="181">
                <c:v>0.72014904290397252</c:v>
              </c:pt>
              <c:pt idx="182">
                <c:v>0.68409348846021012</c:v>
              </c:pt>
              <c:pt idx="183">
                <c:v>0.64772091673339849</c:v>
              </c:pt>
              <c:pt idx="184">
                <c:v>0.61105383752973574</c:v>
              </c:pt>
              <c:pt idx="185">
                <c:v>0.57411391008163004</c:v>
              </c:pt>
              <c:pt idx="186">
                <c:v>0.5369219943645005</c:v>
              </c:pt>
              <c:pt idx="187">
                <c:v>0.49949820297434999</c:v>
              </c:pt>
              <c:pt idx="188">
                <c:v>0.46186195329923924</c:v>
              </c:pt>
              <c:pt idx="189">
                <c:v>0.42403201975544541</c:v>
              </c:pt>
              <c:pt idx="190">
                <c:v>0.38602658589660505</c:v>
              </c:pt>
              <c:pt idx="191">
                <c:v>0.34786329624084378</c:v>
              </c:pt>
              <c:pt idx="192">
                <c:v>0.3095593076968145</c:v>
              </c:pt>
              <c:pt idx="193">
                <c:v>0.27113134050371662</c:v>
              </c:pt>
              <c:pt idx="194">
                <c:v>0.23259572863297373</c:v>
              </c:pt>
              <c:pt idx="195">
                <c:v>0.19396846962949377</c:v>
              </c:pt>
              <c:pt idx="196">
                <c:v>0.15526527389826258</c:v>
              </c:pt>
              <c:pt idx="197">
                <c:v>0.11650161346702259</c:v>
              </c:pt>
              <c:pt idx="198">
                <c:v>7.7692770277731374E-2</c:v>
              </c:pt>
              <c:pt idx="199">
                <c:v>3.8853884078140707E-2</c:v>
              </c:pt>
              <c:pt idx="200">
                <c:v>-5.1625370645069779E-15</c:v>
              </c:pt>
              <c:pt idx="201">
                <c:v>-3.8853884078151074E-2</c:v>
              </c:pt>
              <c:pt idx="202">
                <c:v>-7.769277027774113E-2</c:v>
              </c:pt>
              <c:pt idx="203">
                <c:v>-0.11650161346703083</c:v>
              </c:pt>
              <c:pt idx="204">
                <c:v>-0.15526527389827047</c:v>
              </c:pt>
              <c:pt idx="205">
                <c:v>-0.19396846962950037</c:v>
              </c:pt>
              <c:pt idx="206">
                <c:v>-0.23259572863297975</c:v>
              </c:pt>
              <c:pt idx="207">
                <c:v>-0.27113134050372167</c:v>
              </c:pt>
              <c:pt idx="208">
                <c:v>-0.30955930769681894</c:v>
              </c:pt>
              <c:pt idx="209">
                <c:v>-0.34786329624084666</c:v>
              </c:pt>
              <c:pt idx="210">
                <c:v>-0.38602658589660827</c:v>
              </c:pt>
              <c:pt idx="211">
                <c:v>-0.42403201975544852</c:v>
              </c:pt>
              <c:pt idx="212">
                <c:v>-0.46186195329924018</c:v>
              </c:pt>
              <c:pt idx="213">
                <c:v>-0.49949820297434994</c:v>
              </c:pt>
              <c:pt idx="214">
                <c:v>-0.53692199436449939</c:v>
              </c:pt>
              <c:pt idx="215">
                <c:v>-0.57411391008162838</c:v>
              </c:pt>
              <c:pt idx="216">
                <c:v>-0.61105383752973308</c:v>
              </c:pt>
              <c:pt idx="217">
                <c:v>-0.64772091673339482</c:v>
              </c:pt>
              <c:pt idx="218">
                <c:v>-0.68409348846020601</c:v>
              </c:pt>
              <c:pt idx="219">
                <c:v>-0.72014904290396786</c:v>
              </c:pt>
              <c:pt idx="220">
                <c:v>-0.75586416923298239</c:v>
              </c:pt>
              <c:pt idx="221">
                <c:v>-0.79121450634453805</c:v>
              </c:pt>
              <c:pt idx="222">
                <c:v>-0.82617469520235665</c:v>
              </c:pt>
              <c:pt idx="223">
                <c:v>-0.86071833316789803</c:v>
              </c:pt>
              <c:pt idx="224">
                <c:v>-0.8948179307685018</c:v>
              </c:pt>
              <c:pt idx="225">
                <c:v>-0.92844487137503917</c:v>
              </c:pt>
              <c:pt idx="226">
                <c:v>-0.96156937428857836</c:v>
              </c:pt>
              <c:pt idx="227">
                <c:v>-0.99416046175911954</c:v>
              </c:pt>
              <c:pt idx="228">
                <c:v>-1.0261859304794085</c:v>
              </c:pt>
              <c:pt idx="229">
                <c:v>-1.0576123281127445</c:v>
              </c:pt>
              <c:pt idx="230">
                <c:v>-1.0884049354253105</c:v>
              </c:pt>
              <c:pt idx="231">
                <c:v>-1.118527754600493</c:v>
              </c:pt>
              <c:pt idx="232">
                <c:v>-1.1479435043147017</c:v>
              </c:pt>
              <c:pt idx="233">
                <c:v>-1.1766136221511037</c:v>
              </c:pt>
              <c:pt idx="234">
                <c:v>-1.2044982749192079</c:v>
              </c:pt>
              <c:pt idx="235">
                <c:v>-1.2315563774342848</c:v>
              </c:pt>
              <c:pt idx="236">
                <c:v>-1.2577456202910227</c:v>
              </c:pt>
              <c:pt idx="237">
                <c:v>-1.2830225071405241</c:v>
              </c:pt>
              <c:pt idx="238">
                <c:v>-1.3073424019487661</c:v>
              </c:pt>
              <c:pt idx="239">
                <c:v>-1.3306595866779116</c:v>
              </c:pt>
              <c:pt idx="240">
                <c:v>-1.352927329789511</c:v>
              </c:pt>
              <c:pt idx="241">
                <c:v>-1.3740979659208479</c:v>
              </c:pt>
              <c:pt idx="242">
                <c:v>-1.3941229870322578</c:v>
              </c:pt>
              <c:pt idx="243">
                <c:v>-1.4129531452650941</c:v>
              </c:pt>
              <c:pt idx="244">
                <c:v>-1.430538567686537</c:v>
              </c:pt>
              <c:pt idx="245">
                <c:v>-1.446828883029645</c:v>
              </c:pt>
              <c:pt idx="246">
                <c:v>-1.4617733604648449</c:v>
              </c:pt>
              <c:pt idx="247">
                <c:v>-1.4753210603630649</c:v>
              </c:pt>
              <c:pt idx="248">
                <c:v>-1.4874209969311949</c:v>
              </c:pt>
              <c:pt idx="249">
                <c:v>-1.4980223125181342</c:v>
              </c:pt>
              <c:pt idx="250">
                <c:v>-1.5070744633046924</c:v>
              </c:pt>
              <c:pt idx="251">
                <c:v>-1.5145274160037312</c:v>
              </c:pt>
              <c:pt idx="252">
                <c:v>-1.5203318551085938</c:v>
              </c:pt>
              <c:pt idx="253">
                <c:v>-1.5244394001387644</c:v>
              </c:pt>
              <c:pt idx="254">
                <c:v>-1.5268028322423401</c:v>
              </c:pt>
              <c:pt idx="255">
                <c:v>-1.5273763294259746</c:v>
              </c:pt>
              <c:pt idx="256">
                <c:v>-1.526115709595093</c:v>
              </c:pt>
              <c:pt idx="257">
                <c:v>-1.5229786805009631</c:v>
              </c:pt>
              <c:pt idx="258">
                <c:v>-1.517925095607388</c:v>
              </c:pt>
              <c:pt idx="259">
                <c:v>-1.510917214808934</c:v>
              </c:pt>
              <c:pt idx="260">
                <c:v>-1.5019199688554039</c:v>
              </c:pt>
              <c:pt idx="261">
                <c:v>-1.4909012262643533</c:v>
              </c:pt>
              <c:pt idx="262">
                <c:v>-1.4778320614353559</c:v>
              </c:pt>
              <c:pt idx="263">
                <c:v>-1.4626870226174</c:v>
              </c:pt>
              <c:pt idx="264">
                <c:v>-1.4454443983240486</c:v>
              </c:pt>
              <c:pt idx="265">
                <c:v>-1.4260864807415945</c:v>
              </c:pt>
              <c:pt idx="266">
                <c:v>-1.4045998246325579</c:v>
              </c:pt>
              <c:pt idx="267">
                <c:v>-1.3809755002020772</c:v>
              </c:pt>
              <c:pt idx="268">
                <c:v>-1.3552093383678578</c:v>
              </c:pt>
              <c:pt idx="269">
                <c:v>-1.3273021668560798</c:v>
              </c:pt>
              <c:pt idx="270">
                <c:v>-1.297260035536199</c:v>
              </c:pt>
              <c:pt idx="271">
                <c:v>-1.2650944294073647</c:v>
              </c:pt>
              <c:pt idx="272">
                <c:v>-1.2308224676583761</c:v>
              </c:pt>
              <c:pt idx="273">
                <c:v>-1.1944670872419652</c:v>
              </c:pt>
              <c:pt idx="274">
                <c:v>-1.1560572094328492</c:v>
              </c:pt>
              <c:pt idx="275">
                <c:v>-1.1156278878775214</c:v>
              </c:pt>
              <c:pt idx="276">
                <c:v>-1.0732204366921818</c:v>
              </c:pt>
              <c:pt idx="277">
                <c:v>-1.0288825372235109</c:v>
              </c:pt>
              <c:pt idx="278">
                <c:v>-0.98266832215503508</c:v>
              </c:pt>
              <c:pt idx="279">
                <c:v>-0.9346384357194667</c:v>
              </c:pt>
              <c:pt idx="280">
                <c:v>-0.88486006886441393</c:v>
              </c:pt>
              <c:pt idx="281">
                <c:v>-0.83340696831491323</c:v>
              </c:pt>
              <c:pt idx="282">
                <c:v>-0.78035941858101721</c:v>
              </c:pt>
              <c:pt idx="283">
                <c:v>-0.72580419607172308</c:v>
              </c:pt>
              <c:pt idx="284">
                <c:v>-0.66983449459741717</c:v>
              </c:pt>
              <c:pt idx="285">
                <c:v>-0.61254982167114413</c:v>
              </c:pt>
              <c:pt idx="286">
                <c:v>-0.55405586515385907</c:v>
              </c:pt>
              <c:pt idx="287">
                <c:v>-0.49446432992969147</c:v>
              </c:pt>
              <c:pt idx="288">
                <c:v>-0.43389274444347758</c:v>
              </c:pt>
              <c:pt idx="289">
                <c:v>-0.37246423708365473</c:v>
              </c:pt>
              <c:pt idx="290">
                <c:v>-0.31030728254829326</c:v>
              </c:pt>
              <c:pt idx="291">
                <c:v>-0.24755541848969176</c:v>
              </c:pt>
              <c:pt idx="292">
                <c:v>-0.18434693289290499</c:v>
              </c:pt>
              <c:pt idx="293">
                <c:v>-0.12082452280456392</c:v>
              </c:pt>
              <c:pt idx="294">
                <c:v>-5.713492519005009E-2</c:v>
              </c:pt>
              <c:pt idx="295">
                <c:v>6.5714791420615482E-3</c:v>
              </c:pt>
              <c:pt idx="296">
                <c:v>7.0141087449739861E-2</c:v>
              </c:pt>
              <c:pt idx="297">
                <c:v>0.13341752154579767</c:v>
              </c:pt>
              <c:pt idx="298">
                <c:v>0.19624209745529353</c:v>
              </c:pt>
              <c:pt idx="299">
                <c:v>0.25845431668309332</c:v>
              </c:pt>
              <c:pt idx="300">
                <c:v>0.31989237738829346</c:v>
              </c:pt>
              <c:pt idx="301">
                <c:v>0.38039370362403735</c:v>
              </c:pt>
              <c:pt idx="302">
                <c:v>0.43979549067001505</c:v>
              </c:pt>
              <c:pt idx="303">
                <c:v>0.49793526436160063</c:v>
              </c:pt>
              <c:pt idx="304">
                <c:v>0.55465145220490386</c:v>
              </c:pt>
              <c:pt idx="305">
                <c:v>0.60978396396183843</c:v>
              </c:pt>
              <c:pt idx="306">
                <c:v>0.66317477929432744</c:v>
              </c:pt>
              <c:pt idx="307">
                <c:v>0.71466853997272195</c:v>
              </c:pt>
              <c:pt idx="308">
                <c:v>0.76411314408104691</c:v>
              </c:pt>
              <c:pt idx="309">
                <c:v>0.81136033959133591</c:v>
              </c:pt>
              <c:pt idx="310">
                <c:v>0.85626631463169578</c:v>
              </c:pt>
              <c:pt idx="311">
                <c:v>0.89869228173822857</c:v>
              </c:pt>
              <c:pt idx="312">
                <c:v>0.93850505335994983</c:v>
              </c:pt>
              <c:pt idx="313">
                <c:v>0.97557760587876929</c:v>
              </c:pt>
              <c:pt idx="314">
                <c:v>1.0097896294135174</c:v>
              </c:pt>
              <c:pt idx="315">
                <c:v>1.0410280606982767</c:v>
              </c:pt>
              <c:pt idx="316">
                <c:v>1.0691875963608668</c:v>
              </c:pt>
              <c:pt idx="317">
                <c:v>1.0941711839772634</c:v>
              </c:pt>
              <c:pt idx="318">
                <c:v>1.115890488341986</c:v>
              </c:pt>
              <c:pt idx="319">
                <c:v>1.134266330472862</c:v>
              </c:pt>
              <c:pt idx="320">
                <c:v>1.1492290969608219</c:v>
              </c:pt>
              <c:pt idx="321">
                <c:v>1.1607191173812466</c:v>
              </c:pt>
              <c:pt idx="322">
                <c:v>1.1686870076024116</c:v>
              </c:pt>
              <c:pt idx="323">
                <c:v>1.173093976958292</c:v>
              </c:pt>
              <c:pt idx="324">
                <c:v>1.1739120973968973</c:v>
              </c:pt>
              <c:pt idx="325">
                <c:v>1.1711245328707256</c:v>
              </c:pt>
              <c:pt idx="326">
                <c:v>1.1647257274021487</c:v>
              </c:pt>
              <c:pt idx="327">
                <c:v>1.1547215504328867</c:v>
              </c:pt>
              <c:pt idx="328">
                <c:v>1.141129398252265</c:v>
              </c:pt>
              <c:pt idx="329">
                <c:v>1.1239782504928555</c:v>
              </c:pt>
              <c:pt idx="330">
                <c:v>1.1033086808834132</c:v>
              </c:pt>
              <c:pt idx="331">
                <c:v>1.0791728216567527</c:v>
              </c:pt>
              <c:pt idx="332">
                <c:v>1.0516342812232913</c:v>
              </c:pt>
              <c:pt idx="333">
                <c:v>1.0207680149384046</c:v>
              </c:pt>
              <c:pt idx="334">
                <c:v>0.98666014901230847</c:v>
              </c:pt>
              <c:pt idx="335">
                <c:v>0.94940775783382225</c:v>
              </c:pt>
              <c:pt idx="336">
                <c:v>0.90911859520289928</c:v>
              </c:pt>
              <c:pt idx="337">
                <c:v>0.86591078019002543</c:v>
              </c:pt>
              <c:pt idx="338">
                <c:v>0.81991243856239482</c:v>
              </c:pt>
              <c:pt idx="339">
                <c:v>0.7712613009358712</c:v>
              </c:pt>
              <c:pt idx="340">
                <c:v>0.72010425902702302</c:v>
              </c:pt>
              <c:pt idx="341">
                <c:v>0.66659688158988795</c:v>
              </c:pt>
              <c:pt idx="342">
                <c:v>0.61090289182617419</c:v>
              </c:pt>
              <c:pt idx="343">
                <c:v>0.55319360825463526</c:v>
              </c:pt>
              <c:pt idx="344">
                <c:v>0.49364735121376779</c:v>
              </c:pt>
              <c:pt idx="345">
                <c:v>0.4324488173512171</c:v>
              </c:pt>
              <c:pt idx="346">
                <c:v>0.36978842462194506</c:v>
              </c:pt>
              <c:pt idx="347">
                <c:v>0.30586163047459614</c:v>
              </c:pt>
              <c:pt idx="348">
                <c:v>0.24086822605055258</c:v>
              </c:pt>
              <c:pt idx="349">
                <c:v>0.17501160935216697</c:v>
              </c:pt>
              <c:pt idx="350">
                <c:v>0.10849804045471023</c:v>
              </c:pt>
              <c:pt idx="351">
                <c:v>4.1535881940102271E-2</c:v>
              </c:pt>
              <c:pt idx="352">
                <c:v>-2.5665172181271512E-2</c:v>
              </c:pt>
              <c:pt idx="353">
                <c:v>-9.2894875721811765E-2</c:v>
              </c:pt>
              <c:pt idx="354">
                <c:v>-0.15994321434590753</c:v>
              </c:pt>
              <c:pt idx="355">
                <c:v>-0.22660119094231557</c:v>
              </c:pt>
              <c:pt idx="356">
                <c:v>-0.29266160888213466</c:v>
              </c:pt>
              <c:pt idx="357">
                <c:v>-0.35791984969916468</c:v>
              </c:pt>
              <c:pt idx="358">
                <c:v>-0.42217464174095826</c:v>
              </c:pt>
              <c:pt idx="359">
                <c:v>-0.48522881636763987</c:v>
              </c:pt>
              <c:pt idx="360">
                <c:v>-0.54689004832151655</c:v>
              </c:pt>
              <c:pt idx="361">
                <c:v>-0.60697157695336479</c:v>
              </c:pt>
              <c:pt idx="362">
                <c:v>-0.66529290507095007</c:v>
              </c:pt>
              <c:pt idx="363">
                <c:v>-0.72168047227130128</c:v>
              </c:pt>
              <c:pt idx="364">
                <c:v>-0.77596829973014914</c:v>
              </c:pt>
              <c:pt idx="365">
                <c:v>-0.82799860354934163</c:v>
              </c:pt>
              <c:pt idx="366">
                <c:v>-0.87762237390500886</c:v>
              </c:pt>
              <c:pt idx="367">
                <c:v>-0.92469991739553459</c:v>
              </c:pt>
              <c:pt idx="368">
                <c:v>-0.9691013601577948</c:v>
              </c:pt>
              <c:pt idx="369">
                <c:v>-1.0107071095021043</c:v>
              </c:pt>
              <c:pt idx="370">
                <c:v>-1.0494082720097677</c:v>
              </c:pt>
              <c:pt idx="371">
                <c:v>-1.0851070262411819</c:v>
              </c:pt>
              <c:pt idx="372">
                <c:v>-1.1177169484160023</c:v>
              </c:pt>
              <c:pt idx="373">
                <c:v>-1.1471632896488502</c:v>
              </c:pt>
              <c:pt idx="374">
                <c:v>-1.1733832035533363</c:v>
              </c:pt>
              <c:pt idx="375">
                <c:v>-1.1963259232625283</c:v>
              </c:pt>
              <c:pt idx="376">
                <c:v>-1.2159528871542484</c:v>
              </c:pt>
              <c:pt idx="377">
                <c:v>-1.2322378128135019</c:v>
              </c:pt>
              <c:pt idx="378">
                <c:v>-1.24516671901059</c:v>
              </c:pt>
              <c:pt idx="379">
                <c:v>-1.2547378957208557</c:v>
              </c:pt>
              <c:pt idx="380">
                <c:v>-1.2609618224591608</c:v>
              </c:pt>
              <c:pt idx="381">
                <c:v>-1.263861035447928</c:v>
              </c:pt>
              <c:pt idx="382">
                <c:v>-1.2634699443805082</c:v>
              </c:pt>
              <c:pt idx="383">
                <c:v>-1.2598345997805744</c:v>
              </c:pt>
              <c:pt idx="384">
                <c:v>-1.2530124121919097</c:v>
              </c:pt>
              <c:pt idx="385">
                <c:v>-1.2430718246601531</c:v>
              </c:pt>
              <c:pt idx="386">
                <c:v>-1.2300919401876</c:v>
              </c:pt>
              <c:pt idx="387">
                <c:v>-1.2141621060529209</c:v>
              </c:pt>
              <c:pt idx="388">
                <c:v>-1.1953814570885015</c:v>
              </c:pt>
              <c:pt idx="389">
                <c:v>-1.1738584201980926</c:v>
              </c:pt>
              <c:pt idx="390">
                <c:v>-1.1497101825754965</c:v>
              </c:pt>
              <c:pt idx="391">
                <c:v>-1.1230621262502913</c:v>
              </c:pt>
              <c:pt idx="392">
                <c:v>-1.0940472317382133</c:v>
              </c:pt>
              <c:pt idx="393">
                <c:v>-1.0628054537110243</c:v>
              </c:pt>
              <c:pt idx="394">
                <c:v>-1.0294830717228254</c:v>
              </c:pt>
              <c:pt idx="395">
                <c:v>-0.9942320191361963</c:v>
              </c:pt>
              <c:pt idx="396">
                <c:v>-0.95720919348174438</c:v>
              </c:pt>
              <c:pt idx="397">
                <c:v>-0.9185757515582299</c:v>
              </c:pt>
              <c:pt idx="398">
                <c:v>-0.87849639263700241</c:v>
              </c:pt>
              <c:pt idx="399">
                <c:v>-0.83713863317384374</c:v>
              </c:pt>
              <c:pt idx="400">
                <c:v>-0.79467207645329618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5EAF-43F1-8435-B9DCFA7C82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8"/>
          <c:min val="-1.8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Time (symbol intervals)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Same Symbol Rate: 1.0 Msymbol/s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Rectangular pulses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-2</c:v>
              </c:pt>
              <c:pt idx="1">
                <c:v>-1.9950000000000001</c:v>
              </c:pt>
              <c:pt idx="2">
                <c:v>-1.9900000000000002</c:v>
              </c:pt>
              <c:pt idx="3">
                <c:v>-1.9850000000000003</c:v>
              </c:pt>
              <c:pt idx="4">
                <c:v>-1.9800000000000004</c:v>
              </c:pt>
              <c:pt idx="5">
                <c:v>-1.9750000000000005</c:v>
              </c:pt>
              <c:pt idx="6">
                <c:v>-1.9700000000000006</c:v>
              </c:pt>
              <c:pt idx="7">
                <c:v>-1.9650000000000007</c:v>
              </c:pt>
              <c:pt idx="8">
                <c:v>-1.9600000000000009</c:v>
              </c:pt>
              <c:pt idx="9">
                <c:v>-1.955000000000001</c:v>
              </c:pt>
              <c:pt idx="10">
                <c:v>-1.9500000000000011</c:v>
              </c:pt>
              <c:pt idx="11">
                <c:v>-1.9450000000000012</c:v>
              </c:pt>
              <c:pt idx="12">
                <c:v>-1.9400000000000013</c:v>
              </c:pt>
              <c:pt idx="13">
                <c:v>-1.9350000000000014</c:v>
              </c:pt>
              <c:pt idx="14">
                <c:v>-1.9300000000000015</c:v>
              </c:pt>
              <c:pt idx="15">
                <c:v>-1.9250000000000016</c:v>
              </c:pt>
              <c:pt idx="16">
                <c:v>-1.9200000000000017</c:v>
              </c:pt>
              <c:pt idx="17">
                <c:v>-1.9150000000000018</c:v>
              </c:pt>
              <c:pt idx="18">
                <c:v>-1.9100000000000019</c:v>
              </c:pt>
              <c:pt idx="19">
                <c:v>-1.905000000000002</c:v>
              </c:pt>
              <c:pt idx="20">
                <c:v>-1.9000000000000021</c:v>
              </c:pt>
              <c:pt idx="21">
                <c:v>-1.8950000000000022</c:v>
              </c:pt>
              <c:pt idx="22">
                <c:v>-1.8900000000000023</c:v>
              </c:pt>
              <c:pt idx="23">
                <c:v>-1.8850000000000025</c:v>
              </c:pt>
              <c:pt idx="24">
                <c:v>-1.8800000000000026</c:v>
              </c:pt>
              <c:pt idx="25">
                <c:v>-1.8750000000000027</c:v>
              </c:pt>
              <c:pt idx="26">
                <c:v>-1.8700000000000028</c:v>
              </c:pt>
              <c:pt idx="27">
                <c:v>-1.8650000000000029</c:v>
              </c:pt>
              <c:pt idx="28">
                <c:v>-1.860000000000003</c:v>
              </c:pt>
              <c:pt idx="29">
                <c:v>-1.8550000000000031</c:v>
              </c:pt>
              <c:pt idx="30">
                <c:v>-1.8500000000000032</c:v>
              </c:pt>
              <c:pt idx="31">
                <c:v>-1.8450000000000033</c:v>
              </c:pt>
              <c:pt idx="32">
                <c:v>-1.8400000000000034</c:v>
              </c:pt>
              <c:pt idx="33">
                <c:v>-1.8350000000000035</c:v>
              </c:pt>
              <c:pt idx="34">
                <c:v>-1.8300000000000036</c:v>
              </c:pt>
              <c:pt idx="35">
                <c:v>-1.8250000000000037</c:v>
              </c:pt>
              <c:pt idx="36">
                <c:v>-1.8200000000000038</c:v>
              </c:pt>
              <c:pt idx="37">
                <c:v>-1.8150000000000039</c:v>
              </c:pt>
              <c:pt idx="38">
                <c:v>-1.8100000000000041</c:v>
              </c:pt>
              <c:pt idx="39">
                <c:v>-1.8050000000000042</c:v>
              </c:pt>
              <c:pt idx="40">
                <c:v>-1.8000000000000043</c:v>
              </c:pt>
              <c:pt idx="41">
                <c:v>-1.7950000000000044</c:v>
              </c:pt>
              <c:pt idx="42">
                <c:v>-1.7900000000000045</c:v>
              </c:pt>
              <c:pt idx="43">
                <c:v>-1.7850000000000046</c:v>
              </c:pt>
              <c:pt idx="44">
                <c:v>-1.7800000000000047</c:v>
              </c:pt>
              <c:pt idx="45">
                <c:v>-1.7750000000000048</c:v>
              </c:pt>
              <c:pt idx="46">
                <c:v>-1.7700000000000049</c:v>
              </c:pt>
              <c:pt idx="47">
                <c:v>-1.765000000000005</c:v>
              </c:pt>
              <c:pt idx="48">
                <c:v>-1.7600000000000051</c:v>
              </c:pt>
              <c:pt idx="49">
                <c:v>-1.7550000000000052</c:v>
              </c:pt>
              <c:pt idx="50">
                <c:v>-1.7500000000000053</c:v>
              </c:pt>
              <c:pt idx="51">
                <c:v>-1.7450000000000054</c:v>
              </c:pt>
              <c:pt idx="52">
                <c:v>-1.7400000000000055</c:v>
              </c:pt>
              <c:pt idx="53">
                <c:v>-1.7350000000000056</c:v>
              </c:pt>
              <c:pt idx="54">
                <c:v>-1.7300000000000058</c:v>
              </c:pt>
              <c:pt idx="55">
                <c:v>-1.7250000000000059</c:v>
              </c:pt>
              <c:pt idx="56">
                <c:v>-1.720000000000006</c:v>
              </c:pt>
              <c:pt idx="57">
                <c:v>-1.7150000000000061</c:v>
              </c:pt>
              <c:pt idx="58">
                <c:v>-1.7100000000000062</c:v>
              </c:pt>
              <c:pt idx="59">
                <c:v>-1.7050000000000063</c:v>
              </c:pt>
              <c:pt idx="60">
                <c:v>-1.7000000000000064</c:v>
              </c:pt>
              <c:pt idx="61">
                <c:v>-1.6950000000000065</c:v>
              </c:pt>
              <c:pt idx="62">
                <c:v>-1.6900000000000066</c:v>
              </c:pt>
              <c:pt idx="63">
                <c:v>-1.6850000000000067</c:v>
              </c:pt>
              <c:pt idx="64">
                <c:v>-1.6800000000000068</c:v>
              </c:pt>
              <c:pt idx="65">
                <c:v>-1.6750000000000069</c:v>
              </c:pt>
              <c:pt idx="66">
                <c:v>-1.670000000000007</c:v>
              </c:pt>
              <c:pt idx="67">
                <c:v>-1.6650000000000071</c:v>
              </c:pt>
              <c:pt idx="68">
                <c:v>-1.6600000000000072</c:v>
              </c:pt>
              <c:pt idx="69">
                <c:v>-1.6550000000000074</c:v>
              </c:pt>
              <c:pt idx="70">
                <c:v>-1.6500000000000075</c:v>
              </c:pt>
              <c:pt idx="71">
                <c:v>-1.6450000000000076</c:v>
              </c:pt>
              <c:pt idx="72">
                <c:v>-1.6400000000000077</c:v>
              </c:pt>
              <c:pt idx="73">
                <c:v>-1.6350000000000078</c:v>
              </c:pt>
              <c:pt idx="74">
                <c:v>-1.6300000000000079</c:v>
              </c:pt>
              <c:pt idx="75">
                <c:v>-1.625000000000008</c:v>
              </c:pt>
              <c:pt idx="76">
                <c:v>-1.6200000000000081</c:v>
              </c:pt>
              <c:pt idx="77">
                <c:v>-1.6150000000000082</c:v>
              </c:pt>
              <c:pt idx="78">
                <c:v>-1.6100000000000083</c:v>
              </c:pt>
              <c:pt idx="79">
                <c:v>-1.6050000000000084</c:v>
              </c:pt>
              <c:pt idx="80">
                <c:v>-1.6000000000000085</c:v>
              </c:pt>
              <c:pt idx="81">
                <c:v>-1.5950000000000086</c:v>
              </c:pt>
              <c:pt idx="82">
                <c:v>-1.5900000000000087</c:v>
              </c:pt>
              <c:pt idx="83">
                <c:v>-1.5850000000000088</c:v>
              </c:pt>
              <c:pt idx="84">
                <c:v>-1.580000000000009</c:v>
              </c:pt>
              <c:pt idx="85">
                <c:v>-1.5750000000000091</c:v>
              </c:pt>
              <c:pt idx="86">
                <c:v>-1.5700000000000092</c:v>
              </c:pt>
              <c:pt idx="87">
                <c:v>-1.5650000000000093</c:v>
              </c:pt>
              <c:pt idx="88">
                <c:v>-1.5600000000000094</c:v>
              </c:pt>
              <c:pt idx="89">
                <c:v>-1.5550000000000095</c:v>
              </c:pt>
              <c:pt idx="90">
                <c:v>-1.5500000000000096</c:v>
              </c:pt>
              <c:pt idx="91">
                <c:v>-1.5450000000000097</c:v>
              </c:pt>
              <c:pt idx="92">
                <c:v>-1.5400000000000098</c:v>
              </c:pt>
              <c:pt idx="93">
                <c:v>-1.5350000000000099</c:v>
              </c:pt>
              <c:pt idx="94">
                <c:v>-1.53000000000001</c:v>
              </c:pt>
              <c:pt idx="95">
                <c:v>-1.5250000000000101</c:v>
              </c:pt>
              <c:pt idx="96">
                <c:v>-1.5200000000000102</c:v>
              </c:pt>
              <c:pt idx="97">
                <c:v>-1.5150000000000103</c:v>
              </c:pt>
              <c:pt idx="98">
                <c:v>-1.5100000000000104</c:v>
              </c:pt>
              <c:pt idx="99">
                <c:v>-1.5050000000000106</c:v>
              </c:pt>
              <c:pt idx="100">
                <c:v>-1.5000000000000107</c:v>
              </c:pt>
              <c:pt idx="101">
                <c:v>-1.4950000000000108</c:v>
              </c:pt>
              <c:pt idx="102">
                <c:v>-1.4900000000000109</c:v>
              </c:pt>
              <c:pt idx="103">
                <c:v>-1.485000000000011</c:v>
              </c:pt>
              <c:pt idx="104">
                <c:v>-1.4800000000000111</c:v>
              </c:pt>
              <c:pt idx="105">
                <c:v>-1.4750000000000112</c:v>
              </c:pt>
              <c:pt idx="106">
                <c:v>-1.4700000000000113</c:v>
              </c:pt>
              <c:pt idx="107">
                <c:v>-1.4650000000000114</c:v>
              </c:pt>
              <c:pt idx="108">
                <c:v>-1.4600000000000115</c:v>
              </c:pt>
              <c:pt idx="109">
                <c:v>-1.4550000000000116</c:v>
              </c:pt>
              <c:pt idx="110">
                <c:v>-1.4500000000000117</c:v>
              </c:pt>
              <c:pt idx="111">
                <c:v>-1.4450000000000118</c:v>
              </c:pt>
              <c:pt idx="112">
                <c:v>-1.4400000000000119</c:v>
              </c:pt>
              <c:pt idx="113">
                <c:v>-1.435000000000012</c:v>
              </c:pt>
              <c:pt idx="114">
                <c:v>-1.4300000000000122</c:v>
              </c:pt>
              <c:pt idx="115">
                <c:v>-1.4250000000000123</c:v>
              </c:pt>
              <c:pt idx="116">
                <c:v>-1.4200000000000124</c:v>
              </c:pt>
              <c:pt idx="117">
                <c:v>-1.4150000000000125</c:v>
              </c:pt>
              <c:pt idx="118">
                <c:v>-1.4100000000000126</c:v>
              </c:pt>
              <c:pt idx="119">
                <c:v>-1.4050000000000127</c:v>
              </c:pt>
              <c:pt idx="120">
                <c:v>-1.4000000000000128</c:v>
              </c:pt>
              <c:pt idx="121">
                <c:v>-1.3950000000000129</c:v>
              </c:pt>
              <c:pt idx="122">
                <c:v>-1.390000000000013</c:v>
              </c:pt>
              <c:pt idx="123">
                <c:v>-1.3850000000000131</c:v>
              </c:pt>
              <c:pt idx="124">
                <c:v>-1.3800000000000132</c:v>
              </c:pt>
              <c:pt idx="125">
                <c:v>-1.3750000000000133</c:v>
              </c:pt>
              <c:pt idx="126">
                <c:v>-1.3700000000000134</c:v>
              </c:pt>
              <c:pt idx="127">
                <c:v>-1.3650000000000135</c:v>
              </c:pt>
              <c:pt idx="128">
                <c:v>-1.3600000000000136</c:v>
              </c:pt>
              <c:pt idx="129">
                <c:v>-1.3550000000000137</c:v>
              </c:pt>
              <c:pt idx="130">
                <c:v>-1.3500000000000139</c:v>
              </c:pt>
              <c:pt idx="131">
                <c:v>-1.345000000000014</c:v>
              </c:pt>
              <c:pt idx="132">
                <c:v>-1.3400000000000141</c:v>
              </c:pt>
              <c:pt idx="133">
                <c:v>-1.3350000000000142</c:v>
              </c:pt>
              <c:pt idx="134">
                <c:v>-1.3300000000000143</c:v>
              </c:pt>
              <c:pt idx="135">
                <c:v>-1.3250000000000144</c:v>
              </c:pt>
              <c:pt idx="136">
                <c:v>-1.3200000000000145</c:v>
              </c:pt>
              <c:pt idx="137">
                <c:v>-1.3150000000000146</c:v>
              </c:pt>
              <c:pt idx="138">
                <c:v>-1.3100000000000147</c:v>
              </c:pt>
              <c:pt idx="139">
                <c:v>-1.3050000000000148</c:v>
              </c:pt>
              <c:pt idx="140">
                <c:v>-1.3000000000000149</c:v>
              </c:pt>
              <c:pt idx="141">
                <c:v>-1.295000000000015</c:v>
              </c:pt>
              <c:pt idx="142">
                <c:v>-1.2900000000000151</c:v>
              </c:pt>
              <c:pt idx="143">
                <c:v>-1.2850000000000152</c:v>
              </c:pt>
              <c:pt idx="144">
                <c:v>-1.2800000000000153</c:v>
              </c:pt>
              <c:pt idx="145">
                <c:v>-1.2750000000000155</c:v>
              </c:pt>
              <c:pt idx="146">
                <c:v>-1.2700000000000156</c:v>
              </c:pt>
              <c:pt idx="147">
                <c:v>-1.2650000000000157</c:v>
              </c:pt>
              <c:pt idx="148">
                <c:v>-1.2600000000000158</c:v>
              </c:pt>
              <c:pt idx="149">
                <c:v>-1.2550000000000159</c:v>
              </c:pt>
              <c:pt idx="150">
                <c:v>-1.250000000000016</c:v>
              </c:pt>
              <c:pt idx="151">
                <c:v>-1.2450000000000161</c:v>
              </c:pt>
              <c:pt idx="152">
                <c:v>-1.2400000000000162</c:v>
              </c:pt>
              <c:pt idx="153">
                <c:v>-1.2350000000000163</c:v>
              </c:pt>
              <c:pt idx="154">
                <c:v>-1.2300000000000164</c:v>
              </c:pt>
              <c:pt idx="155">
                <c:v>-1.2250000000000165</c:v>
              </c:pt>
              <c:pt idx="156">
                <c:v>-1.2200000000000166</c:v>
              </c:pt>
              <c:pt idx="157">
                <c:v>-1.2150000000000167</c:v>
              </c:pt>
              <c:pt idx="158">
                <c:v>-1.2100000000000168</c:v>
              </c:pt>
              <c:pt idx="159">
                <c:v>-1.2050000000000169</c:v>
              </c:pt>
              <c:pt idx="160">
                <c:v>-1.2000000000000171</c:v>
              </c:pt>
              <c:pt idx="161">
                <c:v>-1.1950000000000172</c:v>
              </c:pt>
              <c:pt idx="162">
                <c:v>-1.1900000000000173</c:v>
              </c:pt>
              <c:pt idx="163">
                <c:v>-1.1850000000000174</c:v>
              </c:pt>
              <c:pt idx="164">
                <c:v>-1.1800000000000175</c:v>
              </c:pt>
              <c:pt idx="165">
                <c:v>-1.1750000000000176</c:v>
              </c:pt>
              <c:pt idx="166">
                <c:v>-1.1700000000000177</c:v>
              </c:pt>
              <c:pt idx="167">
                <c:v>-1.1650000000000178</c:v>
              </c:pt>
              <c:pt idx="168">
                <c:v>-1.1600000000000179</c:v>
              </c:pt>
              <c:pt idx="169">
                <c:v>-1.155000000000018</c:v>
              </c:pt>
              <c:pt idx="170">
                <c:v>-1.1500000000000181</c:v>
              </c:pt>
              <c:pt idx="171">
                <c:v>-1.1450000000000182</c:v>
              </c:pt>
              <c:pt idx="172">
                <c:v>-1.1400000000000183</c:v>
              </c:pt>
              <c:pt idx="173">
                <c:v>-1.1350000000000184</c:v>
              </c:pt>
              <c:pt idx="174">
                <c:v>-1.1300000000000185</c:v>
              </c:pt>
              <c:pt idx="175">
                <c:v>-1.1250000000000187</c:v>
              </c:pt>
              <c:pt idx="176">
                <c:v>-1.1200000000000188</c:v>
              </c:pt>
              <c:pt idx="177">
                <c:v>-1.1150000000000189</c:v>
              </c:pt>
              <c:pt idx="178">
                <c:v>-1.110000000000019</c:v>
              </c:pt>
              <c:pt idx="179">
                <c:v>-1.1050000000000191</c:v>
              </c:pt>
              <c:pt idx="180">
                <c:v>-1.1000000000000192</c:v>
              </c:pt>
              <c:pt idx="181">
                <c:v>-1.0950000000000193</c:v>
              </c:pt>
              <c:pt idx="182">
                <c:v>-1.0900000000000194</c:v>
              </c:pt>
              <c:pt idx="183">
                <c:v>-1.0850000000000195</c:v>
              </c:pt>
              <c:pt idx="184">
                <c:v>-1.0800000000000196</c:v>
              </c:pt>
              <c:pt idx="185">
                <c:v>-1.0750000000000197</c:v>
              </c:pt>
              <c:pt idx="186">
                <c:v>-1.0700000000000198</c:v>
              </c:pt>
              <c:pt idx="187">
                <c:v>-1.0650000000000199</c:v>
              </c:pt>
              <c:pt idx="188">
                <c:v>-1.06000000000002</c:v>
              </c:pt>
              <c:pt idx="189">
                <c:v>-1.0550000000000201</c:v>
              </c:pt>
              <c:pt idx="190">
                <c:v>-1.0500000000000203</c:v>
              </c:pt>
              <c:pt idx="191">
                <c:v>-1.0450000000000204</c:v>
              </c:pt>
              <c:pt idx="192">
                <c:v>-1.0400000000000205</c:v>
              </c:pt>
              <c:pt idx="193">
                <c:v>-1.0350000000000206</c:v>
              </c:pt>
              <c:pt idx="194">
                <c:v>-1.0300000000000207</c:v>
              </c:pt>
              <c:pt idx="195">
                <c:v>-1.0250000000000208</c:v>
              </c:pt>
              <c:pt idx="196">
                <c:v>-1.0200000000000209</c:v>
              </c:pt>
              <c:pt idx="197">
                <c:v>-1.015000000000021</c:v>
              </c:pt>
              <c:pt idx="198">
                <c:v>-1.0100000000000211</c:v>
              </c:pt>
              <c:pt idx="199">
                <c:v>-1.0050000000000212</c:v>
              </c:pt>
              <c:pt idx="200">
                <c:v>-1.0000000000000213</c:v>
              </c:pt>
              <c:pt idx="201">
                <c:v>-0.99500000000002131</c:v>
              </c:pt>
              <c:pt idx="202">
                <c:v>-0.99000000000002131</c:v>
              </c:pt>
              <c:pt idx="203">
                <c:v>-0.9850000000000213</c:v>
              </c:pt>
              <c:pt idx="204">
                <c:v>-0.9800000000000213</c:v>
              </c:pt>
              <c:pt idx="205">
                <c:v>-0.97500000000002129</c:v>
              </c:pt>
              <c:pt idx="206">
                <c:v>-0.97000000000002129</c:v>
              </c:pt>
              <c:pt idx="207">
                <c:v>-0.96500000000002129</c:v>
              </c:pt>
              <c:pt idx="208">
                <c:v>-0.96000000000002128</c:v>
              </c:pt>
              <c:pt idx="209">
                <c:v>-0.95500000000002128</c:v>
              </c:pt>
              <c:pt idx="210">
                <c:v>-0.95000000000002127</c:v>
              </c:pt>
              <c:pt idx="211">
                <c:v>-0.94500000000002127</c:v>
              </c:pt>
              <c:pt idx="212">
                <c:v>-0.94000000000002126</c:v>
              </c:pt>
              <c:pt idx="213">
                <c:v>-0.93500000000002126</c:v>
              </c:pt>
              <c:pt idx="214">
                <c:v>-0.93000000000002125</c:v>
              </c:pt>
              <c:pt idx="215">
                <c:v>-0.92500000000002125</c:v>
              </c:pt>
              <c:pt idx="216">
                <c:v>-0.92000000000002125</c:v>
              </c:pt>
              <c:pt idx="217">
                <c:v>-0.91500000000002124</c:v>
              </c:pt>
              <c:pt idx="218">
                <c:v>-0.91000000000002124</c:v>
              </c:pt>
              <c:pt idx="219">
                <c:v>-0.90500000000002123</c:v>
              </c:pt>
              <c:pt idx="220">
                <c:v>-0.90000000000002123</c:v>
              </c:pt>
              <c:pt idx="221">
                <c:v>-0.89500000000002122</c:v>
              </c:pt>
              <c:pt idx="222">
                <c:v>-0.89000000000002122</c:v>
              </c:pt>
              <c:pt idx="223">
                <c:v>-0.88500000000002121</c:v>
              </c:pt>
              <c:pt idx="224">
                <c:v>-0.88000000000002121</c:v>
              </c:pt>
              <c:pt idx="225">
                <c:v>-0.87500000000002121</c:v>
              </c:pt>
              <c:pt idx="226">
                <c:v>-0.8700000000000212</c:v>
              </c:pt>
              <c:pt idx="227">
                <c:v>-0.8650000000000212</c:v>
              </c:pt>
              <c:pt idx="228">
                <c:v>-0.86000000000002119</c:v>
              </c:pt>
              <c:pt idx="229">
                <c:v>-0.85500000000002119</c:v>
              </c:pt>
              <c:pt idx="230">
                <c:v>-0.85000000000002118</c:v>
              </c:pt>
              <c:pt idx="231">
                <c:v>-0.84500000000002118</c:v>
              </c:pt>
              <c:pt idx="232">
                <c:v>-0.84000000000002117</c:v>
              </c:pt>
              <c:pt idx="233">
                <c:v>-0.83500000000002117</c:v>
              </c:pt>
              <c:pt idx="234">
                <c:v>-0.83000000000002117</c:v>
              </c:pt>
              <c:pt idx="235">
                <c:v>-0.82500000000002116</c:v>
              </c:pt>
              <c:pt idx="236">
                <c:v>-0.82000000000002116</c:v>
              </c:pt>
              <c:pt idx="237">
                <c:v>-0.81500000000002115</c:v>
              </c:pt>
              <c:pt idx="238">
                <c:v>-0.81000000000002115</c:v>
              </c:pt>
              <c:pt idx="239">
                <c:v>-0.80500000000002114</c:v>
              </c:pt>
              <c:pt idx="240">
                <c:v>-0.80000000000002114</c:v>
              </c:pt>
              <c:pt idx="241">
                <c:v>-0.79500000000002113</c:v>
              </c:pt>
              <c:pt idx="242">
                <c:v>-0.79000000000002113</c:v>
              </c:pt>
              <c:pt idx="243">
                <c:v>-0.78500000000002113</c:v>
              </c:pt>
              <c:pt idx="244">
                <c:v>-0.78000000000002112</c:v>
              </c:pt>
              <c:pt idx="245">
                <c:v>-0.77500000000002112</c:v>
              </c:pt>
              <c:pt idx="246">
                <c:v>-0.77000000000002111</c:v>
              </c:pt>
              <c:pt idx="247">
                <c:v>-0.76500000000002111</c:v>
              </c:pt>
              <c:pt idx="248">
                <c:v>-0.7600000000000211</c:v>
              </c:pt>
              <c:pt idx="249">
                <c:v>-0.7550000000000211</c:v>
              </c:pt>
              <c:pt idx="250">
                <c:v>-0.75000000000002109</c:v>
              </c:pt>
              <c:pt idx="251">
                <c:v>-0.74500000000002109</c:v>
              </c:pt>
              <c:pt idx="252">
                <c:v>-0.74000000000002109</c:v>
              </c:pt>
              <c:pt idx="253">
                <c:v>-0.73500000000002108</c:v>
              </c:pt>
              <c:pt idx="254">
                <c:v>-0.73000000000002108</c:v>
              </c:pt>
              <c:pt idx="255">
                <c:v>-0.72500000000002107</c:v>
              </c:pt>
              <c:pt idx="256">
                <c:v>-0.72000000000002107</c:v>
              </c:pt>
              <c:pt idx="257">
                <c:v>-0.71500000000002106</c:v>
              </c:pt>
              <c:pt idx="258">
                <c:v>-0.71000000000002106</c:v>
              </c:pt>
              <c:pt idx="259">
                <c:v>-0.70500000000002105</c:v>
              </c:pt>
              <c:pt idx="260">
                <c:v>-0.70000000000002105</c:v>
              </c:pt>
              <c:pt idx="261">
                <c:v>-0.69500000000002105</c:v>
              </c:pt>
              <c:pt idx="262">
                <c:v>-0.69000000000002104</c:v>
              </c:pt>
              <c:pt idx="263">
                <c:v>-0.68500000000002104</c:v>
              </c:pt>
              <c:pt idx="264">
                <c:v>-0.68000000000002103</c:v>
              </c:pt>
              <c:pt idx="265">
                <c:v>-0.67500000000002103</c:v>
              </c:pt>
              <c:pt idx="266">
                <c:v>-0.67000000000002102</c:v>
              </c:pt>
              <c:pt idx="267">
                <c:v>-0.66500000000002102</c:v>
              </c:pt>
              <c:pt idx="268">
                <c:v>-0.66000000000002101</c:v>
              </c:pt>
              <c:pt idx="269">
                <c:v>-0.65500000000002101</c:v>
              </c:pt>
              <c:pt idx="270">
                <c:v>-0.65000000000002101</c:v>
              </c:pt>
              <c:pt idx="271">
                <c:v>-0.645000000000021</c:v>
              </c:pt>
              <c:pt idx="272">
                <c:v>-0.640000000000021</c:v>
              </c:pt>
              <c:pt idx="273">
                <c:v>-0.63500000000002099</c:v>
              </c:pt>
              <c:pt idx="274">
                <c:v>-0.63000000000002099</c:v>
              </c:pt>
              <c:pt idx="275">
                <c:v>-0.62500000000002098</c:v>
              </c:pt>
              <c:pt idx="276">
                <c:v>-0.62000000000002098</c:v>
              </c:pt>
              <c:pt idx="277">
                <c:v>-0.61500000000002097</c:v>
              </c:pt>
              <c:pt idx="278">
                <c:v>-0.61000000000002097</c:v>
              </c:pt>
              <c:pt idx="279">
                <c:v>-0.60500000000002097</c:v>
              </c:pt>
              <c:pt idx="280">
                <c:v>-0.60000000000002096</c:v>
              </c:pt>
              <c:pt idx="281">
                <c:v>-0.59500000000002096</c:v>
              </c:pt>
              <c:pt idx="282">
                <c:v>-0.59000000000002095</c:v>
              </c:pt>
              <c:pt idx="283">
                <c:v>-0.58500000000002095</c:v>
              </c:pt>
              <c:pt idx="284">
                <c:v>-0.58000000000002094</c:v>
              </c:pt>
              <c:pt idx="285">
                <c:v>-0.57500000000002094</c:v>
              </c:pt>
              <c:pt idx="286">
                <c:v>-0.57000000000002093</c:v>
              </c:pt>
              <c:pt idx="287">
                <c:v>-0.56500000000002093</c:v>
              </c:pt>
              <c:pt idx="288">
                <c:v>-0.56000000000002093</c:v>
              </c:pt>
              <c:pt idx="289">
                <c:v>-0.55500000000002092</c:v>
              </c:pt>
              <c:pt idx="290">
                <c:v>-0.55000000000002092</c:v>
              </c:pt>
              <c:pt idx="291">
                <c:v>-0.54500000000002091</c:v>
              </c:pt>
              <c:pt idx="292">
                <c:v>-0.54000000000002091</c:v>
              </c:pt>
              <c:pt idx="293">
                <c:v>-0.5350000000000209</c:v>
              </c:pt>
              <c:pt idx="294">
                <c:v>-0.5300000000000209</c:v>
              </c:pt>
              <c:pt idx="295">
                <c:v>-0.52500000000002089</c:v>
              </c:pt>
              <c:pt idx="296">
                <c:v>-0.52000000000002089</c:v>
              </c:pt>
              <c:pt idx="297">
                <c:v>-0.51500000000002089</c:v>
              </c:pt>
              <c:pt idx="298">
                <c:v>-0.51000000000002088</c:v>
              </c:pt>
              <c:pt idx="299">
                <c:v>-0.50500000000002088</c:v>
              </c:pt>
              <c:pt idx="300">
                <c:v>-0.50000000000002087</c:v>
              </c:pt>
              <c:pt idx="301">
                <c:v>-0.49500000000002087</c:v>
              </c:pt>
              <c:pt idx="302">
                <c:v>-0.49000000000002086</c:v>
              </c:pt>
              <c:pt idx="303">
                <c:v>-0.48500000000002086</c:v>
              </c:pt>
              <c:pt idx="304">
                <c:v>-0.48000000000002085</c:v>
              </c:pt>
              <c:pt idx="305">
                <c:v>-0.47500000000002085</c:v>
              </c:pt>
              <c:pt idx="306">
                <c:v>-0.47000000000002085</c:v>
              </c:pt>
              <c:pt idx="307">
                <c:v>-0.46500000000002084</c:v>
              </c:pt>
              <c:pt idx="308">
                <c:v>-0.46000000000002084</c:v>
              </c:pt>
              <c:pt idx="309">
                <c:v>-0.45500000000002083</c:v>
              </c:pt>
              <c:pt idx="310">
                <c:v>-0.45000000000002083</c:v>
              </c:pt>
              <c:pt idx="311">
                <c:v>-0.44500000000002082</c:v>
              </c:pt>
              <c:pt idx="312">
                <c:v>-0.44000000000002082</c:v>
              </c:pt>
              <c:pt idx="313">
                <c:v>-0.43500000000002081</c:v>
              </c:pt>
              <c:pt idx="314">
                <c:v>-0.43000000000002081</c:v>
              </c:pt>
              <c:pt idx="315">
                <c:v>-0.42500000000002081</c:v>
              </c:pt>
              <c:pt idx="316">
                <c:v>-0.4200000000000208</c:v>
              </c:pt>
              <c:pt idx="317">
                <c:v>-0.4150000000000208</c:v>
              </c:pt>
              <c:pt idx="318">
                <c:v>-0.41000000000002079</c:v>
              </c:pt>
              <c:pt idx="319">
                <c:v>-0.40500000000002079</c:v>
              </c:pt>
              <c:pt idx="320">
                <c:v>-0.40000000000002078</c:v>
              </c:pt>
              <c:pt idx="321">
                <c:v>-0.39500000000002078</c:v>
              </c:pt>
              <c:pt idx="322">
                <c:v>-0.39000000000002077</c:v>
              </c:pt>
              <c:pt idx="323">
                <c:v>-0.38500000000002077</c:v>
              </c:pt>
              <c:pt idx="324">
                <c:v>-0.38000000000002077</c:v>
              </c:pt>
              <c:pt idx="325">
                <c:v>-0.37500000000002076</c:v>
              </c:pt>
              <c:pt idx="326">
                <c:v>-0.37000000000002076</c:v>
              </c:pt>
              <c:pt idx="327">
                <c:v>-0.36500000000002075</c:v>
              </c:pt>
              <c:pt idx="328">
                <c:v>-0.36000000000002075</c:v>
              </c:pt>
              <c:pt idx="329">
                <c:v>-0.35500000000002074</c:v>
              </c:pt>
              <c:pt idx="330">
                <c:v>-0.35000000000002074</c:v>
              </c:pt>
              <c:pt idx="331">
                <c:v>-0.34500000000002073</c:v>
              </c:pt>
              <c:pt idx="332">
                <c:v>-0.34000000000002073</c:v>
              </c:pt>
              <c:pt idx="333">
                <c:v>-0.33500000000002073</c:v>
              </c:pt>
              <c:pt idx="334">
                <c:v>-0.33000000000002072</c:v>
              </c:pt>
              <c:pt idx="335">
                <c:v>-0.32500000000002072</c:v>
              </c:pt>
              <c:pt idx="336">
                <c:v>-0.32000000000002071</c:v>
              </c:pt>
              <c:pt idx="337">
                <c:v>-0.31500000000002071</c:v>
              </c:pt>
              <c:pt idx="338">
                <c:v>-0.3100000000000207</c:v>
              </c:pt>
              <c:pt idx="339">
                <c:v>-0.3050000000000207</c:v>
              </c:pt>
              <c:pt idx="340">
                <c:v>-0.30000000000002069</c:v>
              </c:pt>
              <c:pt idx="341">
                <c:v>-0.29500000000002069</c:v>
              </c:pt>
              <c:pt idx="342">
                <c:v>-0.29000000000002069</c:v>
              </c:pt>
              <c:pt idx="343">
                <c:v>-0.28500000000002068</c:v>
              </c:pt>
              <c:pt idx="344">
                <c:v>-0.28000000000002068</c:v>
              </c:pt>
              <c:pt idx="345">
                <c:v>-0.27500000000002067</c:v>
              </c:pt>
              <c:pt idx="346">
                <c:v>-0.27000000000002067</c:v>
              </c:pt>
              <c:pt idx="347">
                <c:v>-0.26500000000002066</c:v>
              </c:pt>
              <c:pt idx="348">
                <c:v>-0.26000000000002066</c:v>
              </c:pt>
              <c:pt idx="349">
                <c:v>-0.25500000000002065</c:v>
              </c:pt>
              <c:pt idx="350">
                <c:v>-0.25000000000002065</c:v>
              </c:pt>
              <c:pt idx="351">
                <c:v>-0.24500000000002065</c:v>
              </c:pt>
              <c:pt idx="352">
                <c:v>-0.24000000000002064</c:v>
              </c:pt>
              <c:pt idx="353">
                <c:v>-0.23500000000002064</c:v>
              </c:pt>
              <c:pt idx="354">
                <c:v>-0.23000000000002063</c:v>
              </c:pt>
              <c:pt idx="355">
                <c:v>-0.22500000000002063</c:v>
              </c:pt>
              <c:pt idx="356">
                <c:v>-0.22000000000002062</c:v>
              </c:pt>
              <c:pt idx="357">
                <c:v>-0.21500000000002062</c:v>
              </c:pt>
              <c:pt idx="358">
                <c:v>-0.21000000000002061</c:v>
              </c:pt>
              <c:pt idx="359">
                <c:v>-0.20500000000002061</c:v>
              </c:pt>
              <c:pt idx="360">
                <c:v>-0.20000000000002061</c:v>
              </c:pt>
              <c:pt idx="361">
                <c:v>-0.1950000000000206</c:v>
              </c:pt>
              <c:pt idx="362">
                <c:v>-0.1900000000000206</c:v>
              </c:pt>
              <c:pt idx="363">
                <c:v>-0.18500000000002059</c:v>
              </c:pt>
              <c:pt idx="364">
                <c:v>-0.18000000000002059</c:v>
              </c:pt>
              <c:pt idx="365">
                <c:v>-0.17500000000002058</c:v>
              </c:pt>
              <c:pt idx="366">
                <c:v>-0.17000000000002058</c:v>
              </c:pt>
              <c:pt idx="367">
                <c:v>-0.16500000000002057</c:v>
              </c:pt>
              <c:pt idx="368">
                <c:v>-0.16000000000002057</c:v>
              </c:pt>
              <c:pt idx="369">
                <c:v>-0.15500000000002057</c:v>
              </c:pt>
              <c:pt idx="370">
                <c:v>-0.15000000000002056</c:v>
              </c:pt>
              <c:pt idx="371">
                <c:v>-0.14500000000002056</c:v>
              </c:pt>
              <c:pt idx="372">
                <c:v>-0.14000000000002055</c:v>
              </c:pt>
              <c:pt idx="373">
                <c:v>-0.13500000000002055</c:v>
              </c:pt>
              <c:pt idx="374">
                <c:v>-0.13000000000002054</c:v>
              </c:pt>
              <c:pt idx="375">
                <c:v>-0.12500000000002054</c:v>
              </c:pt>
              <c:pt idx="376">
                <c:v>-0.12000000000002053</c:v>
              </c:pt>
              <c:pt idx="377">
                <c:v>-0.11500000000002053</c:v>
              </c:pt>
              <c:pt idx="378">
                <c:v>-0.11000000000002053</c:v>
              </c:pt>
              <c:pt idx="379">
                <c:v>-0.10500000000002052</c:v>
              </c:pt>
              <c:pt idx="380">
                <c:v>-0.10000000000002052</c:v>
              </c:pt>
              <c:pt idx="381">
                <c:v>-9.5000000000020512E-2</c:v>
              </c:pt>
              <c:pt idx="382">
                <c:v>-9.0000000000020508E-2</c:v>
              </c:pt>
              <c:pt idx="383">
                <c:v>-8.5000000000020504E-2</c:v>
              </c:pt>
              <c:pt idx="384">
                <c:v>-8.0000000000020499E-2</c:v>
              </c:pt>
              <c:pt idx="385">
                <c:v>-7.5000000000020495E-2</c:v>
              </c:pt>
              <c:pt idx="386">
                <c:v>-7.000000000002049E-2</c:v>
              </c:pt>
              <c:pt idx="387">
                <c:v>-6.5000000000020486E-2</c:v>
              </c:pt>
              <c:pt idx="388">
                <c:v>-6.0000000000020488E-2</c:v>
              </c:pt>
              <c:pt idx="389">
                <c:v>-5.5000000000020491E-2</c:v>
              </c:pt>
              <c:pt idx="390">
                <c:v>-5.0000000000020493E-2</c:v>
              </c:pt>
              <c:pt idx="391">
                <c:v>-4.5000000000020496E-2</c:v>
              </c:pt>
              <c:pt idx="392">
                <c:v>-4.0000000000020498E-2</c:v>
              </c:pt>
              <c:pt idx="393">
                <c:v>-3.5000000000020501E-2</c:v>
              </c:pt>
              <c:pt idx="394">
                <c:v>-3.00000000000205E-2</c:v>
              </c:pt>
              <c:pt idx="395">
                <c:v>-2.5000000000020499E-2</c:v>
              </c:pt>
              <c:pt idx="396">
                <c:v>-2.0000000000020498E-2</c:v>
              </c:pt>
              <c:pt idx="397">
                <c:v>-1.5000000000020497E-2</c:v>
              </c:pt>
              <c:pt idx="398">
                <c:v>-1.0000000000020496E-2</c:v>
              </c:pt>
              <c:pt idx="399">
                <c:v>-5.0000000000204959E-3</c:v>
              </c:pt>
              <c:pt idx="400">
                <c:v>-2.0495757868665976E-14</c:v>
              </c:pt>
              <c:pt idx="401">
                <c:v>4.9999999999795043E-3</c:v>
              </c:pt>
              <c:pt idx="402">
                <c:v>9.9999999999795045E-3</c:v>
              </c:pt>
              <c:pt idx="403">
                <c:v>1.4999999999979505E-2</c:v>
              </c:pt>
              <c:pt idx="404">
                <c:v>1.9999999999979506E-2</c:v>
              </c:pt>
              <c:pt idx="405">
                <c:v>2.4999999999979507E-2</c:v>
              </c:pt>
              <c:pt idx="406">
                <c:v>2.9999999999979508E-2</c:v>
              </c:pt>
              <c:pt idx="407">
                <c:v>3.4999999999979506E-2</c:v>
              </c:pt>
              <c:pt idx="408">
                <c:v>3.9999999999979503E-2</c:v>
              </c:pt>
              <c:pt idx="409">
                <c:v>4.4999999999979501E-2</c:v>
              </c:pt>
              <c:pt idx="410">
                <c:v>4.9999999999979498E-2</c:v>
              </c:pt>
              <c:pt idx="411">
                <c:v>5.4999999999979496E-2</c:v>
              </c:pt>
              <c:pt idx="412">
                <c:v>5.9999999999979493E-2</c:v>
              </c:pt>
              <c:pt idx="413">
                <c:v>6.4999999999979491E-2</c:v>
              </c:pt>
              <c:pt idx="414">
                <c:v>6.9999999999979495E-2</c:v>
              </c:pt>
              <c:pt idx="415">
                <c:v>7.49999999999795E-2</c:v>
              </c:pt>
              <c:pt idx="416">
                <c:v>7.9999999999979504E-2</c:v>
              </c:pt>
              <c:pt idx="417">
                <c:v>8.4999999999979509E-2</c:v>
              </c:pt>
              <c:pt idx="418">
                <c:v>8.9999999999979513E-2</c:v>
              </c:pt>
              <c:pt idx="419">
                <c:v>9.4999999999979517E-2</c:v>
              </c:pt>
              <c:pt idx="420">
                <c:v>9.9999999999979522E-2</c:v>
              </c:pt>
              <c:pt idx="421">
                <c:v>0.10499999999997953</c:v>
              </c:pt>
              <c:pt idx="422">
                <c:v>0.10999999999997953</c:v>
              </c:pt>
              <c:pt idx="423">
                <c:v>0.11499999999997954</c:v>
              </c:pt>
              <c:pt idx="424">
                <c:v>0.11999999999997954</c:v>
              </c:pt>
              <c:pt idx="425">
                <c:v>0.12499999999997954</c:v>
              </c:pt>
              <c:pt idx="426">
                <c:v>0.12999999999997955</c:v>
              </c:pt>
              <c:pt idx="427">
                <c:v>0.13499999999997955</c:v>
              </c:pt>
              <c:pt idx="428">
                <c:v>0.13999999999997956</c:v>
              </c:pt>
              <c:pt idx="429">
                <c:v>0.14499999999997956</c:v>
              </c:pt>
              <c:pt idx="430">
                <c:v>0.14999999999997957</c:v>
              </c:pt>
              <c:pt idx="431">
                <c:v>0.15499999999997957</c:v>
              </c:pt>
              <c:pt idx="432">
                <c:v>0.15999999999997958</c:v>
              </c:pt>
              <c:pt idx="433">
                <c:v>0.16499999999997958</c:v>
              </c:pt>
              <c:pt idx="434">
                <c:v>0.16999999999997958</c:v>
              </c:pt>
              <c:pt idx="435">
                <c:v>0.17499999999997959</c:v>
              </c:pt>
              <c:pt idx="436">
                <c:v>0.17999999999997959</c:v>
              </c:pt>
              <c:pt idx="437">
                <c:v>0.1849999999999796</c:v>
              </c:pt>
              <c:pt idx="438">
                <c:v>0.1899999999999796</c:v>
              </c:pt>
              <c:pt idx="439">
                <c:v>0.19499999999997961</c:v>
              </c:pt>
              <c:pt idx="440">
                <c:v>0.19999999999997961</c:v>
              </c:pt>
              <c:pt idx="441">
                <c:v>0.20499999999997962</c:v>
              </c:pt>
              <c:pt idx="442">
                <c:v>0.20999999999997962</c:v>
              </c:pt>
              <c:pt idx="443">
                <c:v>0.21499999999997962</c:v>
              </c:pt>
              <c:pt idx="444">
                <c:v>0.21999999999997963</c:v>
              </c:pt>
              <c:pt idx="445">
                <c:v>0.22499999999997963</c:v>
              </c:pt>
              <c:pt idx="446">
                <c:v>0.22999999999997964</c:v>
              </c:pt>
              <c:pt idx="447">
                <c:v>0.23499999999997964</c:v>
              </c:pt>
              <c:pt idx="448">
                <c:v>0.23999999999997965</c:v>
              </c:pt>
              <c:pt idx="449">
                <c:v>0.24499999999997965</c:v>
              </c:pt>
              <c:pt idx="450">
                <c:v>0.24999999999997966</c:v>
              </c:pt>
              <c:pt idx="451">
                <c:v>0.25499999999997963</c:v>
              </c:pt>
              <c:pt idx="452">
                <c:v>0.25999999999997964</c:v>
              </c:pt>
              <c:pt idx="453">
                <c:v>0.26499999999997964</c:v>
              </c:pt>
              <c:pt idx="454">
                <c:v>0.26999999999997965</c:v>
              </c:pt>
              <c:pt idx="455">
                <c:v>0.27499999999997965</c:v>
              </c:pt>
              <c:pt idx="456">
                <c:v>0.27999999999997965</c:v>
              </c:pt>
              <c:pt idx="457">
                <c:v>0.28499999999997966</c:v>
              </c:pt>
              <c:pt idx="458">
                <c:v>0.28999999999997966</c:v>
              </c:pt>
              <c:pt idx="459">
                <c:v>0.29499999999997967</c:v>
              </c:pt>
              <c:pt idx="460">
                <c:v>0.29999999999997967</c:v>
              </c:pt>
              <c:pt idx="461">
                <c:v>0.30499999999997968</c:v>
              </c:pt>
              <c:pt idx="462">
                <c:v>0.30999999999997968</c:v>
              </c:pt>
              <c:pt idx="463">
                <c:v>0.31499999999997969</c:v>
              </c:pt>
              <c:pt idx="464">
                <c:v>0.31999999999997969</c:v>
              </c:pt>
              <c:pt idx="465">
                <c:v>0.32499999999997969</c:v>
              </c:pt>
              <c:pt idx="466">
                <c:v>0.3299999999999797</c:v>
              </c:pt>
              <c:pt idx="467">
                <c:v>0.3349999999999797</c:v>
              </c:pt>
              <c:pt idx="468">
                <c:v>0.33999999999997971</c:v>
              </c:pt>
              <c:pt idx="469">
                <c:v>0.34499999999997971</c:v>
              </c:pt>
              <c:pt idx="470">
                <c:v>0.34999999999997972</c:v>
              </c:pt>
              <c:pt idx="471">
                <c:v>0.35499999999997972</c:v>
              </c:pt>
              <c:pt idx="472">
                <c:v>0.35999999999997973</c:v>
              </c:pt>
              <c:pt idx="473">
                <c:v>0.36499999999997973</c:v>
              </c:pt>
              <c:pt idx="474">
                <c:v>0.36999999999997973</c:v>
              </c:pt>
              <c:pt idx="475">
                <c:v>0.37499999999997974</c:v>
              </c:pt>
              <c:pt idx="476">
                <c:v>0.37999999999997974</c:v>
              </c:pt>
              <c:pt idx="477">
                <c:v>0.38499999999997975</c:v>
              </c:pt>
              <c:pt idx="478">
                <c:v>0.38999999999997975</c:v>
              </c:pt>
              <c:pt idx="479">
                <c:v>0.39499999999997976</c:v>
              </c:pt>
              <c:pt idx="480">
                <c:v>0.39999999999997976</c:v>
              </c:pt>
              <c:pt idx="481">
                <c:v>0.40499999999997977</c:v>
              </c:pt>
              <c:pt idx="482">
                <c:v>0.40999999999997977</c:v>
              </c:pt>
              <c:pt idx="483">
                <c:v>0.41499999999997977</c:v>
              </c:pt>
              <c:pt idx="484">
                <c:v>0.41999999999997978</c:v>
              </c:pt>
              <c:pt idx="485">
                <c:v>0.42499999999997978</c:v>
              </c:pt>
              <c:pt idx="486">
                <c:v>0.42999999999997979</c:v>
              </c:pt>
              <c:pt idx="487">
                <c:v>0.43499999999997979</c:v>
              </c:pt>
              <c:pt idx="488">
                <c:v>0.4399999999999798</c:v>
              </c:pt>
              <c:pt idx="489">
                <c:v>0.4449999999999798</c:v>
              </c:pt>
              <c:pt idx="490">
                <c:v>0.44999999999997981</c:v>
              </c:pt>
              <c:pt idx="491">
                <c:v>0.45499999999997981</c:v>
              </c:pt>
              <c:pt idx="492">
                <c:v>0.45999999999997981</c:v>
              </c:pt>
              <c:pt idx="493">
                <c:v>0.46499999999997982</c:v>
              </c:pt>
              <c:pt idx="494">
                <c:v>0.46999999999997982</c:v>
              </c:pt>
              <c:pt idx="495">
                <c:v>0.47499999999997983</c:v>
              </c:pt>
              <c:pt idx="496">
                <c:v>0.47999999999997983</c:v>
              </c:pt>
              <c:pt idx="497">
                <c:v>0.48499999999997984</c:v>
              </c:pt>
              <c:pt idx="498">
                <c:v>0.48999999999997984</c:v>
              </c:pt>
              <c:pt idx="499">
                <c:v>0.49499999999997985</c:v>
              </c:pt>
              <c:pt idx="500">
                <c:v>0.49999999999997985</c:v>
              </c:pt>
              <c:pt idx="501">
                <c:v>0.5049999999999798</c:v>
              </c:pt>
              <c:pt idx="502">
                <c:v>0.5099999999999798</c:v>
              </c:pt>
              <c:pt idx="503">
                <c:v>0.51499999999997981</c:v>
              </c:pt>
              <c:pt idx="504">
                <c:v>0.51999999999997981</c:v>
              </c:pt>
              <c:pt idx="505">
                <c:v>0.52499999999997982</c:v>
              </c:pt>
              <c:pt idx="506">
                <c:v>0.52999999999997982</c:v>
              </c:pt>
              <c:pt idx="507">
                <c:v>0.53499999999997983</c:v>
              </c:pt>
              <c:pt idx="508">
                <c:v>0.53999999999997983</c:v>
              </c:pt>
              <c:pt idx="509">
                <c:v>0.54499999999997983</c:v>
              </c:pt>
              <c:pt idx="510">
                <c:v>0.54999999999997984</c:v>
              </c:pt>
              <c:pt idx="511">
                <c:v>0.55499999999997984</c:v>
              </c:pt>
              <c:pt idx="512">
                <c:v>0.55999999999997985</c:v>
              </c:pt>
              <c:pt idx="513">
                <c:v>0.56499999999997985</c:v>
              </c:pt>
              <c:pt idx="514">
                <c:v>0.56999999999997986</c:v>
              </c:pt>
              <c:pt idx="515">
                <c:v>0.57499999999997986</c:v>
              </c:pt>
              <c:pt idx="516">
                <c:v>0.57999999999997986</c:v>
              </c:pt>
              <c:pt idx="517">
                <c:v>0.58499999999997987</c:v>
              </c:pt>
              <c:pt idx="518">
                <c:v>0.58999999999997987</c:v>
              </c:pt>
              <c:pt idx="519">
                <c:v>0.59499999999997988</c:v>
              </c:pt>
              <c:pt idx="520">
                <c:v>0.59999999999997988</c:v>
              </c:pt>
              <c:pt idx="521">
                <c:v>0.60499999999997989</c:v>
              </c:pt>
              <c:pt idx="522">
                <c:v>0.60999999999997989</c:v>
              </c:pt>
              <c:pt idx="523">
                <c:v>0.6149999999999799</c:v>
              </c:pt>
              <c:pt idx="524">
                <c:v>0.6199999999999799</c:v>
              </c:pt>
              <c:pt idx="525">
                <c:v>0.6249999999999799</c:v>
              </c:pt>
              <c:pt idx="526">
                <c:v>0.62999999999997991</c:v>
              </c:pt>
              <c:pt idx="527">
                <c:v>0.63499999999997991</c:v>
              </c:pt>
              <c:pt idx="528">
                <c:v>0.63999999999997992</c:v>
              </c:pt>
              <c:pt idx="529">
                <c:v>0.64499999999997992</c:v>
              </c:pt>
              <c:pt idx="530">
                <c:v>0.64999999999997993</c:v>
              </c:pt>
              <c:pt idx="531">
                <c:v>0.65499999999997993</c:v>
              </c:pt>
              <c:pt idx="532">
                <c:v>0.65999999999997994</c:v>
              </c:pt>
              <c:pt idx="533">
                <c:v>0.66499999999997994</c:v>
              </c:pt>
              <c:pt idx="534">
                <c:v>0.66999999999997994</c:v>
              </c:pt>
              <c:pt idx="535">
                <c:v>0.67499999999997995</c:v>
              </c:pt>
              <c:pt idx="536">
                <c:v>0.67999999999997995</c:v>
              </c:pt>
              <c:pt idx="537">
                <c:v>0.68499999999997996</c:v>
              </c:pt>
              <c:pt idx="538">
                <c:v>0.68999999999997996</c:v>
              </c:pt>
              <c:pt idx="539">
                <c:v>0.69499999999997997</c:v>
              </c:pt>
              <c:pt idx="540">
                <c:v>0.69999999999997997</c:v>
              </c:pt>
              <c:pt idx="541">
                <c:v>0.70499999999997998</c:v>
              </c:pt>
              <c:pt idx="542">
                <c:v>0.70999999999997998</c:v>
              </c:pt>
              <c:pt idx="543">
                <c:v>0.71499999999997998</c:v>
              </c:pt>
              <c:pt idx="544">
                <c:v>0.71999999999997999</c:v>
              </c:pt>
              <c:pt idx="545">
                <c:v>0.72499999999997999</c:v>
              </c:pt>
              <c:pt idx="546">
                <c:v>0.72999999999998</c:v>
              </c:pt>
              <c:pt idx="547">
                <c:v>0.73499999999998</c:v>
              </c:pt>
              <c:pt idx="548">
                <c:v>0.73999999999998001</c:v>
              </c:pt>
              <c:pt idx="549">
                <c:v>0.74499999999998001</c:v>
              </c:pt>
              <c:pt idx="550">
                <c:v>0.74999999999998002</c:v>
              </c:pt>
              <c:pt idx="551">
                <c:v>0.75499999999998002</c:v>
              </c:pt>
              <c:pt idx="552">
                <c:v>0.75999999999998002</c:v>
              </c:pt>
              <c:pt idx="553">
                <c:v>0.76499999999998003</c:v>
              </c:pt>
              <c:pt idx="554">
                <c:v>0.76999999999998003</c:v>
              </c:pt>
              <c:pt idx="555">
                <c:v>0.77499999999998004</c:v>
              </c:pt>
              <c:pt idx="556">
                <c:v>0.77999999999998004</c:v>
              </c:pt>
              <c:pt idx="557">
                <c:v>0.78499999999998005</c:v>
              </c:pt>
              <c:pt idx="558">
                <c:v>0.78999999999998005</c:v>
              </c:pt>
              <c:pt idx="559">
                <c:v>0.79499999999998006</c:v>
              </c:pt>
              <c:pt idx="560">
                <c:v>0.79999999999998006</c:v>
              </c:pt>
              <c:pt idx="561">
                <c:v>0.80499999999998006</c:v>
              </c:pt>
              <c:pt idx="562">
                <c:v>0.80999999999998007</c:v>
              </c:pt>
              <c:pt idx="563">
                <c:v>0.81499999999998007</c:v>
              </c:pt>
              <c:pt idx="564">
                <c:v>0.81999999999998008</c:v>
              </c:pt>
              <c:pt idx="565">
                <c:v>0.82499999999998008</c:v>
              </c:pt>
              <c:pt idx="566">
                <c:v>0.82999999999998009</c:v>
              </c:pt>
              <c:pt idx="567">
                <c:v>0.83499999999998009</c:v>
              </c:pt>
              <c:pt idx="568">
                <c:v>0.8399999999999801</c:v>
              </c:pt>
              <c:pt idx="569">
                <c:v>0.8449999999999801</c:v>
              </c:pt>
              <c:pt idx="570">
                <c:v>0.8499999999999801</c:v>
              </c:pt>
              <c:pt idx="571">
                <c:v>0.85499999999998011</c:v>
              </c:pt>
              <c:pt idx="572">
                <c:v>0.85999999999998011</c:v>
              </c:pt>
              <c:pt idx="573">
                <c:v>0.86499999999998012</c:v>
              </c:pt>
              <c:pt idx="574">
                <c:v>0.86999999999998012</c:v>
              </c:pt>
              <c:pt idx="575">
                <c:v>0.87499999999998013</c:v>
              </c:pt>
              <c:pt idx="576">
                <c:v>0.87999999999998013</c:v>
              </c:pt>
              <c:pt idx="577">
                <c:v>0.88499999999998014</c:v>
              </c:pt>
              <c:pt idx="578">
                <c:v>0.88999999999998014</c:v>
              </c:pt>
              <c:pt idx="579">
                <c:v>0.89499999999998014</c:v>
              </c:pt>
              <c:pt idx="580">
                <c:v>0.89999999999998015</c:v>
              </c:pt>
              <c:pt idx="581">
                <c:v>0.90499999999998015</c:v>
              </c:pt>
              <c:pt idx="582">
                <c:v>0.90999999999998016</c:v>
              </c:pt>
              <c:pt idx="583">
                <c:v>0.91499999999998016</c:v>
              </c:pt>
              <c:pt idx="584">
                <c:v>0.91999999999998017</c:v>
              </c:pt>
              <c:pt idx="585">
                <c:v>0.92499999999998017</c:v>
              </c:pt>
              <c:pt idx="586">
                <c:v>0.92999999999998018</c:v>
              </c:pt>
              <c:pt idx="587">
                <c:v>0.93499999999998018</c:v>
              </c:pt>
              <c:pt idx="588">
                <c:v>0.93999999999998018</c:v>
              </c:pt>
              <c:pt idx="589">
                <c:v>0.94499999999998019</c:v>
              </c:pt>
              <c:pt idx="590">
                <c:v>0.94999999999998019</c:v>
              </c:pt>
              <c:pt idx="591">
                <c:v>0.9549999999999802</c:v>
              </c:pt>
              <c:pt idx="592">
                <c:v>0.9599999999999802</c:v>
              </c:pt>
              <c:pt idx="593">
                <c:v>0.96499999999998021</c:v>
              </c:pt>
              <c:pt idx="594">
                <c:v>0.96999999999998021</c:v>
              </c:pt>
              <c:pt idx="595">
                <c:v>0.97499999999998022</c:v>
              </c:pt>
              <c:pt idx="596">
                <c:v>0.97999999999998022</c:v>
              </c:pt>
              <c:pt idx="597">
                <c:v>0.98499999999998022</c:v>
              </c:pt>
              <c:pt idx="598">
                <c:v>0.98999999999998023</c:v>
              </c:pt>
              <c:pt idx="599">
                <c:v>0.99499999999998023</c:v>
              </c:pt>
              <c:pt idx="600">
                <c:v>0.99999999999998024</c:v>
              </c:pt>
              <c:pt idx="601">
                <c:v>1.0049999999999801</c:v>
              </c:pt>
              <c:pt idx="602">
                <c:v>1.00999999999998</c:v>
              </c:pt>
              <c:pt idx="603">
                <c:v>1.0149999999999799</c:v>
              </c:pt>
              <c:pt idx="604">
                <c:v>1.0199999999999798</c:v>
              </c:pt>
              <c:pt idx="605">
                <c:v>1.0249999999999797</c:v>
              </c:pt>
              <c:pt idx="606">
                <c:v>1.0299999999999796</c:v>
              </c:pt>
              <c:pt idx="607">
                <c:v>1.0349999999999795</c:v>
              </c:pt>
              <c:pt idx="608">
                <c:v>1.0399999999999794</c:v>
              </c:pt>
              <c:pt idx="609">
                <c:v>1.0449999999999793</c:v>
              </c:pt>
              <c:pt idx="610">
                <c:v>1.0499999999999792</c:v>
              </c:pt>
              <c:pt idx="611">
                <c:v>1.0549999999999791</c:v>
              </c:pt>
              <c:pt idx="612">
                <c:v>1.059999999999979</c:v>
              </c:pt>
              <c:pt idx="613">
                <c:v>1.0649999999999789</c:v>
              </c:pt>
              <c:pt idx="614">
                <c:v>1.0699999999999787</c:v>
              </c:pt>
              <c:pt idx="615">
                <c:v>1.0749999999999786</c:v>
              </c:pt>
              <c:pt idx="616">
                <c:v>1.0799999999999785</c:v>
              </c:pt>
              <c:pt idx="617">
                <c:v>1.0849999999999784</c:v>
              </c:pt>
              <c:pt idx="618">
                <c:v>1.0899999999999783</c:v>
              </c:pt>
              <c:pt idx="619">
                <c:v>1.0949999999999782</c:v>
              </c:pt>
              <c:pt idx="620">
                <c:v>1.0999999999999781</c:v>
              </c:pt>
              <c:pt idx="621">
                <c:v>1.104999999999978</c:v>
              </c:pt>
              <c:pt idx="622">
                <c:v>1.1099999999999779</c:v>
              </c:pt>
              <c:pt idx="623">
                <c:v>1.1149999999999778</c:v>
              </c:pt>
              <c:pt idx="624">
                <c:v>1.1199999999999777</c:v>
              </c:pt>
              <c:pt idx="625">
                <c:v>1.1249999999999776</c:v>
              </c:pt>
              <c:pt idx="626">
                <c:v>1.1299999999999775</c:v>
              </c:pt>
              <c:pt idx="627">
                <c:v>1.1349999999999774</c:v>
              </c:pt>
              <c:pt idx="628">
                <c:v>1.1399999999999773</c:v>
              </c:pt>
              <c:pt idx="629">
                <c:v>1.1449999999999771</c:v>
              </c:pt>
              <c:pt idx="630">
                <c:v>1.149999999999977</c:v>
              </c:pt>
              <c:pt idx="631">
                <c:v>1.1549999999999769</c:v>
              </c:pt>
              <c:pt idx="632">
                <c:v>1.1599999999999768</c:v>
              </c:pt>
              <c:pt idx="633">
                <c:v>1.1649999999999767</c:v>
              </c:pt>
              <c:pt idx="634">
                <c:v>1.1699999999999766</c:v>
              </c:pt>
              <c:pt idx="635">
                <c:v>1.1749999999999765</c:v>
              </c:pt>
              <c:pt idx="636">
                <c:v>1.1799999999999764</c:v>
              </c:pt>
              <c:pt idx="637">
                <c:v>1.1849999999999763</c:v>
              </c:pt>
              <c:pt idx="638">
                <c:v>1.1899999999999762</c:v>
              </c:pt>
              <c:pt idx="639">
                <c:v>1.1949999999999761</c:v>
              </c:pt>
              <c:pt idx="640">
                <c:v>1.199999999999976</c:v>
              </c:pt>
              <c:pt idx="641">
                <c:v>1.2049999999999759</c:v>
              </c:pt>
              <c:pt idx="642">
                <c:v>1.2099999999999758</c:v>
              </c:pt>
              <c:pt idx="643">
                <c:v>1.2149999999999757</c:v>
              </c:pt>
              <c:pt idx="644">
                <c:v>1.2199999999999755</c:v>
              </c:pt>
              <c:pt idx="645">
                <c:v>1.2249999999999754</c:v>
              </c:pt>
              <c:pt idx="646">
                <c:v>1.2299999999999753</c:v>
              </c:pt>
              <c:pt idx="647">
                <c:v>1.2349999999999752</c:v>
              </c:pt>
              <c:pt idx="648">
                <c:v>1.2399999999999751</c:v>
              </c:pt>
              <c:pt idx="649">
                <c:v>1.244999999999975</c:v>
              </c:pt>
              <c:pt idx="650">
                <c:v>1.2499999999999749</c:v>
              </c:pt>
              <c:pt idx="651">
                <c:v>1.2549999999999748</c:v>
              </c:pt>
              <c:pt idx="652">
                <c:v>1.2599999999999747</c:v>
              </c:pt>
              <c:pt idx="653">
                <c:v>1.2649999999999746</c:v>
              </c:pt>
              <c:pt idx="654">
                <c:v>1.2699999999999745</c:v>
              </c:pt>
              <c:pt idx="655">
                <c:v>1.2749999999999744</c:v>
              </c:pt>
              <c:pt idx="656">
                <c:v>1.2799999999999743</c:v>
              </c:pt>
              <c:pt idx="657">
                <c:v>1.2849999999999742</c:v>
              </c:pt>
              <c:pt idx="658">
                <c:v>1.2899999999999741</c:v>
              </c:pt>
              <c:pt idx="659">
                <c:v>1.2949999999999739</c:v>
              </c:pt>
              <c:pt idx="660">
                <c:v>1.2999999999999738</c:v>
              </c:pt>
              <c:pt idx="661">
                <c:v>1.3049999999999737</c:v>
              </c:pt>
              <c:pt idx="662">
                <c:v>1.3099999999999736</c:v>
              </c:pt>
              <c:pt idx="663">
                <c:v>1.3149999999999735</c:v>
              </c:pt>
              <c:pt idx="664">
                <c:v>1.3199999999999734</c:v>
              </c:pt>
              <c:pt idx="665">
                <c:v>1.3249999999999733</c:v>
              </c:pt>
              <c:pt idx="666">
                <c:v>1.3299999999999732</c:v>
              </c:pt>
              <c:pt idx="667">
                <c:v>1.3349999999999731</c:v>
              </c:pt>
              <c:pt idx="668">
                <c:v>1.339999999999973</c:v>
              </c:pt>
              <c:pt idx="669">
                <c:v>1.3449999999999729</c:v>
              </c:pt>
              <c:pt idx="670">
                <c:v>1.3499999999999728</c:v>
              </c:pt>
              <c:pt idx="671">
                <c:v>1.3549999999999727</c:v>
              </c:pt>
              <c:pt idx="672">
                <c:v>1.3599999999999726</c:v>
              </c:pt>
              <c:pt idx="673">
                <c:v>1.3649999999999725</c:v>
              </c:pt>
              <c:pt idx="674">
                <c:v>1.3699999999999724</c:v>
              </c:pt>
              <c:pt idx="675">
                <c:v>1.3749999999999722</c:v>
              </c:pt>
              <c:pt idx="676">
                <c:v>1.3799999999999721</c:v>
              </c:pt>
              <c:pt idx="677">
                <c:v>1.384999999999972</c:v>
              </c:pt>
              <c:pt idx="678">
                <c:v>1.3899999999999719</c:v>
              </c:pt>
              <c:pt idx="679">
                <c:v>1.3949999999999718</c:v>
              </c:pt>
              <c:pt idx="680">
                <c:v>1.3999999999999717</c:v>
              </c:pt>
              <c:pt idx="681">
                <c:v>1.4049999999999716</c:v>
              </c:pt>
              <c:pt idx="682">
                <c:v>1.4099999999999715</c:v>
              </c:pt>
              <c:pt idx="683">
                <c:v>1.4149999999999714</c:v>
              </c:pt>
              <c:pt idx="684">
                <c:v>1.4199999999999713</c:v>
              </c:pt>
              <c:pt idx="685">
                <c:v>1.4249999999999712</c:v>
              </c:pt>
              <c:pt idx="686">
                <c:v>1.4299999999999711</c:v>
              </c:pt>
              <c:pt idx="687">
                <c:v>1.434999999999971</c:v>
              </c:pt>
              <c:pt idx="688">
                <c:v>1.4399999999999709</c:v>
              </c:pt>
              <c:pt idx="689">
                <c:v>1.4449999999999708</c:v>
              </c:pt>
              <c:pt idx="690">
                <c:v>1.4499999999999706</c:v>
              </c:pt>
              <c:pt idx="691">
                <c:v>1.4549999999999705</c:v>
              </c:pt>
              <c:pt idx="692">
                <c:v>1.4599999999999704</c:v>
              </c:pt>
              <c:pt idx="693">
                <c:v>1.4649999999999703</c:v>
              </c:pt>
              <c:pt idx="694">
                <c:v>1.4699999999999702</c:v>
              </c:pt>
              <c:pt idx="695">
                <c:v>1.4749999999999701</c:v>
              </c:pt>
              <c:pt idx="696">
                <c:v>1.47999999999997</c:v>
              </c:pt>
              <c:pt idx="697">
                <c:v>1.4849999999999699</c:v>
              </c:pt>
              <c:pt idx="698">
                <c:v>1.4899999999999698</c:v>
              </c:pt>
              <c:pt idx="699">
                <c:v>1.4949999999999697</c:v>
              </c:pt>
              <c:pt idx="700">
                <c:v>1.4999999999999696</c:v>
              </c:pt>
              <c:pt idx="701">
                <c:v>1.5049999999999695</c:v>
              </c:pt>
              <c:pt idx="702">
                <c:v>1.5099999999999694</c:v>
              </c:pt>
              <c:pt idx="703">
                <c:v>1.5149999999999693</c:v>
              </c:pt>
              <c:pt idx="704">
                <c:v>1.5199999999999692</c:v>
              </c:pt>
              <c:pt idx="705">
                <c:v>1.524999999999969</c:v>
              </c:pt>
              <c:pt idx="706">
                <c:v>1.5299999999999689</c:v>
              </c:pt>
              <c:pt idx="707">
                <c:v>1.5349999999999688</c:v>
              </c:pt>
              <c:pt idx="708">
                <c:v>1.5399999999999687</c:v>
              </c:pt>
              <c:pt idx="709">
                <c:v>1.5449999999999686</c:v>
              </c:pt>
              <c:pt idx="710">
                <c:v>1.5499999999999685</c:v>
              </c:pt>
              <c:pt idx="711">
                <c:v>1.5549999999999684</c:v>
              </c:pt>
              <c:pt idx="712">
                <c:v>1.5599999999999683</c:v>
              </c:pt>
              <c:pt idx="713">
                <c:v>1.5649999999999682</c:v>
              </c:pt>
              <c:pt idx="714">
                <c:v>1.5699999999999681</c:v>
              </c:pt>
              <c:pt idx="715">
                <c:v>1.574999999999968</c:v>
              </c:pt>
              <c:pt idx="716">
                <c:v>1.5799999999999679</c:v>
              </c:pt>
              <c:pt idx="717">
                <c:v>1.5849999999999678</c:v>
              </c:pt>
              <c:pt idx="718">
                <c:v>1.5899999999999677</c:v>
              </c:pt>
              <c:pt idx="719">
                <c:v>1.5949999999999676</c:v>
              </c:pt>
              <c:pt idx="720">
                <c:v>1.5999999999999674</c:v>
              </c:pt>
              <c:pt idx="721">
                <c:v>1.6049999999999673</c:v>
              </c:pt>
              <c:pt idx="722">
                <c:v>1.6099999999999672</c:v>
              </c:pt>
              <c:pt idx="723">
                <c:v>1.6149999999999671</c:v>
              </c:pt>
              <c:pt idx="724">
                <c:v>1.619999999999967</c:v>
              </c:pt>
              <c:pt idx="725">
                <c:v>1.6249999999999669</c:v>
              </c:pt>
              <c:pt idx="726">
                <c:v>1.6299999999999668</c:v>
              </c:pt>
              <c:pt idx="727">
                <c:v>1.6349999999999667</c:v>
              </c:pt>
              <c:pt idx="728">
                <c:v>1.6399999999999666</c:v>
              </c:pt>
              <c:pt idx="729">
                <c:v>1.6449999999999665</c:v>
              </c:pt>
              <c:pt idx="730">
                <c:v>1.6499999999999664</c:v>
              </c:pt>
              <c:pt idx="731">
                <c:v>1.6549999999999663</c:v>
              </c:pt>
              <c:pt idx="732">
                <c:v>1.6599999999999662</c:v>
              </c:pt>
              <c:pt idx="733">
                <c:v>1.6649999999999661</c:v>
              </c:pt>
              <c:pt idx="734">
                <c:v>1.669999999999966</c:v>
              </c:pt>
              <c:pt idx="735">
                <c:v>1.6749999999999658</c:v>
              </c:pt>
              <c:pt idx="736">
                <c:v>1.6799999999999657</c:v>
              </c:pt>
              <c:pt idx="737">
                <c:v>1.6849999999999656</c:v>
              </c:pt>
              <c:pt idx="738">
                <c:v>1.6899999999999655</c:v>
              </c:pt>
              <c:pt idx="739">
                <c:v>1.6949999999999654</c:v>
              </c:pt>
              <c:pt idx="740">
                <c:v>1.6999999999999653</c:v>
              </c:pt>
              <c:pt idx="741">
                <c:v>1.7049999999999652</c:v>
              </c:pt>
              <c:pt idx="742">
                <c:v>1.7099999999999651</c:v>
              </c:pt>
              <c:pt idx="743">
                <c:v>1.714999999999965</c:v>
              </c:pt>
              <c:pt idx="744">
                <c:v>1.7199999999999649</c:v>
              </c:pt>
              <c:pt idx="745">
                <c:v>1.7249999999999648</c:v>
              </c:pt>
              <c:pt idx="746">
                <c:v>1.7299999999999647</c:v>
              </c:pt>
              <c:pt idx="747">
                <c:v>1.7349999999999646</c:v>
              </c:pt>
              <c:pt idx="748">
                <c:v>1.7399999999999645</c:v>
              </c:pt>
              <c:pt idx="749">
                <c:v>1.7449999999999644</c:v>
              </c:pt>
              <c:pt idx="750">
                <c:v>1.7499999999999643</c:v>
              </c:pt>
              <c:pt idx="751">
                <c:v>1.7549999999999641</c:v>
              </c:pt>
              <c:pt idx="752">
                <c:v>1.759999999999964</c:v>
              </c:pt>
              <c:pt idx="753">
                <c:v>1.7649999999999639</c:v>
              </c:pt>
              <c:pt idx="754">
                <c:v>1.7699999999999638</c:v>
              </c:pt>
              <c:pt idx="755">
                <c:v>1.7749999999999637</c:v>
              </c:pt>
              <c:pt idx="756">
                <c:v>1.7799999999999636</c:v>
              </c:pt>
              <c:pt idx="757">
                <c:v>1.7849999999999635</c:v>
              </c:pt>
              <c:pt idx="758">
                <c:v>1.7899999999999634</c:v>
              </c:pt>
              <c:pt idx="759">
                <c:v>1.7949999999999633</c:v>
              </c:pt>
              <c:pt idx="760">
                <c:v>1.7999999999999632</c:v>
              </c:pt>
              <c:pt idx="761">
                <c:v>1.8049999999999631</c:v>
              </c:pt>
              <c:pt idx="762">
                <c:v>1.809999999999963</c:v>
              </c:pt>
              <c:pt idx="763">
                <c:v>1.8149999999999629</c:v>
              </c:pt>
              <c:pt idx="764">
                <c:v>1.8199999999999628</c:v>
              </c:pt>
              <c:pt idx="765">
                <c:v>1.8249999999999627</c:v>
              </c:pt>
              <c:pt idx="766">
                <c:v>1.8299999999999625</c:v>
              </c:pt>
              <c:pt idx="767">
                <c:v>1.8349999999999624</c:v>
              </c:pt>
              <c:pt idx="768">
                <c:v>1.8399999999999623</c:v>
              </c:pt>
              <c:pt idx="769">
                <c:v>1.8449999999999622</c:v>
              </c:pt>
              <c:pt idx="770">
                <c:v>1.8499999999999621</c:v>
              </c:pt>
              <c:pt idx="771">
                <c:v>1.854999999999962</c:v>
              </c:pt>
              <c:pt idx="772">
                <c:v>1.8599999999999619</c:v>
              </c:pt>
              <c:pt idx="773">
                <c:v>1.8649999999999618</c:v>
              </c:pt>
              <c:pt idx="774">
                <c:v>1.8699999999999617</c:v>
              </c:pt>
              <c:pt idx="775">
                <c:v>1.8749999999999616</c:v>
              </c:pt>
              <c:pt idx="776">
                <c:v>1.8799999999999615</c:v>
              </c:pt>
              <c:pt idx="777">
                <c:v>1.8849999999999614</c:v>
              </c:pt>
              <c:pt idx="778">
                <c:v>1.8899999999999613</c:v>
              </c:pt>
              <c:pt idx="779">
                <c:v>1.8949999999999612</c:v>
              </c:pt>
              <c:pt idx="780">
                <c:v>1.8999999999999611</c:v>
              </c:pt>
              <c:pt idx="781">
                <c:v>1.9049999999999609</c:v>
              </c:pt>
              <c:pt idx="782">
                <c:v>1.9099999999999608</c:v>
              </c:pt>
              <c:pt idx="783">
                <c:v>1.9149999999999607</c:v>
              </c:pt>
              <c:pt idx="784">
                <c:v>1.9199999999999606</c:v>
              </c:pt>
              <c:pt idx="785">
                <c:v>1.9249999999999605</c:v>
              </c:pt>
              <c:pt idx="786">
                <c:v>1.9299999999999604</c:v>
              </c:pt>
              <c:pt idx="787">
                <c:v>1.9349999999999603</c:v>
              </c:pt>
              <c:pt idx="788">
                <c:v>1.9399999999999602</c:v>
              </c:pt>
              <c:pt idx="789">
                <c:v>1.9449999999999601</c:v>
              </c:pt>
              <c:pt idx="790">
                <c:v>1.94999999999996</c:v>
              </c:pt>
              <c:pt idx="791">
                <c:v>1.9549999999999599</c:v>
              </c:pt>
              <c:pt idx="792">
                <c:v>1.9599999999999598</c:v>
              </c:pt>
              <c:pt idx="793">
                <c:v>1.9649999999999597</c:v>
              </c:pt>
              <c:pt idx="794">
                <c:v>1.9699999999999596</c:v>
              </c:pt>
              <c:pt idx="795">
                <c:v>1.9749999999999595</c:v>
              </c:pt>
              <c:pt idx="796">
                <c:v>1.9799999999999593</c:v>
              </c:pt>
              <c:pt idx="797">
                <c:v>1.9849999999999592</c:v>
              </c:pt>
              <c:pt idx="798">
                <c:v>1.9899999999999591</c:v>
              </c:pt>
              <c:pt idx="799">
                <c:v>1.994999999999959</c:v>
              </c:pt>
              <c:pt idx="800">
                <c:v>1.9999999999999589</c:v>
              </c:pt>
            </c:numLit>
          </c:xVal>
          <c:yVal>
            <c:numLit>
              <c:formatCode>0</c:formatCode>
              <c:ptCount val="801"/>
              <c:pt idx="0">
                <c:v>-40</c:v>
              </c:pt>
              <c:pt idx="1">
                <c:v>-40</c:v>
              </c:pt>
              <c:pt idx="2">
                <c:v>-40</c:v>
              </c:pt>
              <c:pt idx="3">
                <c:v>-40</c:v>
              </c:pt>
              <c:pt idx="4">
                <c:v>-39.918419730521535</c:v>
              </c:pt>
              <c:pt idx="5">
                <c:v>-37.961473485003616</c:v>
              </c:pt>
              <c:pt idx="6">
                <c:v>-36.359762182558157</c:v>
              </c:pt>
              <c:pt idx="7">
                <c:v>-35.003399718100034</c:v>
              </c:pt>
              <c:pt idx="8">
                <c:v>-33.826793991079413</c:v>
              </c:pt>
              <c:pt idx="9">
                <c:v>-32.787636882918889</c:v>
              </c:pt>
              <c:pt idx="10">
                <c:v>-31.857040853993446</c:v>
              </c:pt>
              <c:pt idx="11">
                <c:v>-31.014401757499243</c:v>
              </c:pt>
              <c:pt idx="12">
                <c:v>-30.244506423576563</c:v>
              </c:pt>
              <c:pt idx="13">
                <c:v>-29.53580198252822</c:v>
              </c:pt>
              <c:pt idx="14">
                <c:v>-28.879308393211321</c:v>
              </c:pt>
              <c:pt idx="15">
                <c:v>-28.267907062484568</c:v>
              </c:pt>
              <c:pt idx="16">
                <c:v>-27.695859522217106</c:v>
              </c:pt>
              <c:pt idx="17">
                <c:v>-27.158472282569623</c:v>
              </c:pt>
              <c:pt idx="18">
                <c:v>-26.651857626530497</c:v>
              </c:pt>
              <c:pt idx="19">
                <c:v>-26.172759165264861</c:v>
              </c:pt>
              <c:pt idx="20">
                <c:v>-25.71842219121865</c:v>
              </c:pt>
              <c:pt idx="21">
                <c:v>-25.286495695849517</c:v>
              </c:pt>
              <c:pt idx="22">
                <c:v>-24.874957202243358</c:v>
              </c:pt>
              <c:pt idx="23">
                <c:v>-24.482054320482757</c:v>
              </c:pt>
              <c:pt idx="24">
                <c:v>-24.106258750920379</c:v>
              </c:pt>
              <c:pt idx="25">
                <c:v>-23.746229683495965</c:v>
              </c:pt>
              <c:pt idx="26">
                <c:v>-23.400784380008396</c:v>
              </c:pt>
              <c:pt idx="27">
                <c:v>-23.068874311489257</c:v>
              </c:pt>
              <c:pt idx="28">
                <c:v>-22.749565637609962</c:v>
              </c:pt>
              <c:pt idx="29">
                <c:v>-22.442023113282215</c:v>
              </c:pt>
              <c:pt idx="30">
                <c:v>-22.145496724883028</c:v>
              </c:pt>
              <c:pt idx="31">
                <c:v>-21.859310518763564</c:v>
              </c:pt>
              <c:pt idx="32">
                <c:v>-21.582853204201879</c:v>
              </c:pt>
              <c:pt idx="33">
                <c:v>-21.315570203020059</c:v>
              </c:pt>
              <c:pt idx="34">
                <c:v>-21.056956886623396</c:v>
              </c:pt>
              <c:pt idx="35">
                <c:v>-20.806552793852696</c:v>
              </c:pt>
              <c:pt idx="36">
                <c:v>-20.563936663804839</c:v>
              </c:pt>
              <c:pt idx="37">
                <c:v>-20.328722149600722</c:v>
              </c:pt>
              <c:pt idx="38">
                <c:v>-20.10055410411038</c:v>
              </c:pt>
              <c:pt idx="39">
                <c:v>-19.87910534847169</c:v>
              </c:pt>
              <c:pt idx="40">
                <c:v>-19.664073850048293</c:v>
              </c:pt>
              <c:pt idx="41">
                <c:v>-19.45518024915658</c:v>
              </c:pt>
              <c:pt idx="42">
                <c:v>-19.252165684130233</c:v>
              </c:pt>
              <c:pt idx="43">
                <c:v>-19.054789872600683</c:v>
              </c:pt>
              <c:pt idx="44">
                <c:v>-18.862829413653458</c:v>
              </c:pt>
              <c:pt idx="45">
                <c:v>-18.676076281081468</c:v>
              </c:pt>
              <c:pt idx="46">
                <c:v>-18.494336482540351</c:v>
              </c:pt>
              <c:pt idx="47">
                <c:v>-18.317428863204942</c:v>
              </c:pt>
              <c:pt idx="48">
                <c:v>-18.145184035681879</c:v>
              </c:pt>
              <c:pt idx="49">
                <c:v>-17.977443420567397</c:v>
              </c:pt>
              <c:pt idx="50">
                <c:v>-17.814058384248547</c:v>
              </c:pt>
              <c:pt idx="51">
                <c:v>-17.654889462404849</c:v>
              </c:pt>
              <c:pt idx="52">
                <c:v>-17.499805659237005</c:v>
              </c:pt>
              <c:pt idx="53">
                <c:v>-17.348683813780447</c:v>
              </c:pt>
              <c:pt idx="54">
                <c:v>-17.201408025792844</c:v>
              </c:pt>
              <c:pt idx="55">
                <c:v>-17.057869134670554</c:v>
              </c:pt>
              <c:pt idx="56">
                <c:v>-16.917964245675062</c:v>
              </c:pt>
              <c:pt idx="57">
                <c:v>-16.781596298460073</c:v>
              </c:pt>
              <c:pt idx="58">
                <c:v>-16.648673673500671</c:v>
              </c:pt>
              <c:pt idx="59">
                <c:v>-16.519109832552839</c:v>
              </c:pt>
              <c:pt idx="60">
                <c:v>-16.392822989728366</c:v>
              </c:pt>
              <c:pt idx="61">
                <c:v>-16.269735810165912</c:v>
              </c:pt>
              <c:pt idx="62">
                <c:v>-16.149775133623837</c:v>
              </c:pt>
              <c:pt idx="63">
                <c:v>-16.032871720620591</c:v>
              </c:pt>
              <c:pt idx="64">
                <c:v>-15.918960019011319</c:v>
              </c:pt>
              <c:pt idx="65">
                <c:v>-15.80797794911954</c:v>
              </c:pt>
              <c:pt idx="66">
                <c:v>-15.699866705744729</c:v>
              </c:pt>
              <c:pt idx="67">
                <c:v>-15.594570575544424</c:v>
              </c:pt>
              <c:pt idx="68">
                <c:v>-15.492036768446493</c:v>
              </c:pt>
              <c:pt idx="69">
                <c:v>-15.392215261885616</c:v>
              </c:pt>
              <c:pt idx="70">
                <c:v>-15.29505865678072</c:v>
              </c:pt>
              <c:pt idx="71">
                <c:v>-15.200522044278998</c:v>
              </c:pt>
              <c:pt idx="72">
                <c:v>-15.108562882388865</c:v>
              </c:pt>
              <c:pt idx="73">
                <c:v>-15.019140881710351</c:v>
              </c:pt>
              <c:pt idx="74">
                <c:v>-14.932217899548197</c:v>
              </c:pt>
              <c:pt idx="75">
                <c:v>-14.847757841761759</c:v>
              </c:pt>
              <c:pt idx="76">
                <c:v>-14.765726571767171</c:v>
              </c:pt>
              <c:pt idx="77">
                <c:v>-14.686091826162556</c:v>
              </c:pt>
              <c:pt idx="78">
                <c:v>-14.608823136496529</c:v>
              </c:pt>
              <c:pt idx="79">
                <c:v>-14.533891756744918</c:v>
              </c:pt>
              <c:pt idx="80">
                <c:v>-14.461270596101038</c:v>
              </c:pt>
              <c:pt idx="81">
                <c:v>-14.390934156721</c:v>
              </c:pt>
              <c:pt idx="82">
                <c:v>-14.322858476098848</c:v>
              </c:pt>
              <c:pt idx="83">
                <c:v>-14.257021073775844</c:v>
              </c:pt>
              <c:pt idx="84">
                <c:v>-14.193400902115885</c:v>
              </c:pt>
              <c:pt idx="85">
                <c:v>-14.131978300903366</c:v>
              </c:pt>
              <c:pt idx="86">
                <c:v>-14.07273495554287</c:v>
              </c:pt>
              <c:pt idx="87">
                <c:v>-14.015653858660569</c:v>
              </c:pt>
              <c:pt idx="88">
                <c:v>-13.960719274926349</c:v>
              </c:pt>
              <c:pt idx="89">
                <c:v>-13.907916708933286</c:v>
              </c:pt>
              <c:pt idx="90">
                <c:v>-13.857232875987203</c:v>
              </c:pt>
              <c:pt idx="91">
                <c:v>-13.80865567567419</c:v>
              </c:pt>
              <c:pt idx="92">
                <c:v>-13.762174168087862</c:v>
              </c:pt>
              <c:pt idx="93">
                <c:v>-13.7177785526112</c:v>
              </c:pt>
              <c:pt idx="94">
                <c:v>-13.675460149160125</c:v>
              </c:pt>
              <c:pt idx="95">
                <c:v>-13.635211381807462</c:v>
              </c:pt>
              <c:pt idx="96">
                <c:v>-13.59702576471679</c:v>
              </c:pt>
              <c:pt idx="97">
                <c:v>-13.560897890326256</c:v>
              </c:pt>
              <c:pt idx="98">
                <c:v>-13.52682341973223</c:v>
              </c:pt>
              <c:pt idx="99">
                <c:v>-13.494799075232283</c:v>
              </c:pt>
              <c:pt idx="100">
                <c:v>-13.464822634996363</c:v>
              </c:pt>
              <c:pt idx="101">
                <c:v>-13.436892929844003</c:v>
              </c:pt>
              <c:pt idx="102">
                <c:v>-13.411009842114307</c:v>
              </c:pt>
              <c:pt idx="103">
                <c:v>-13.387174306624383</c:v>
              </c:pt>
              <c:pt idx="104">
                <c:v>-13.365388313720455</c:v>
              </c:pt>
              <c:pt idx="105">
                <c:v>-13.345654914434968</c:v>
              </c:pt>
              <c:pt idx="106">
                <c:v>-13.327978227771629</c:v>
              </c:pt>
              <c:pt idx="107">
                <c:v>-13.312363450149608</c:v>
              </c:pt>
              <c:pt idx="108">
                <c:v>-13.298816867047286</c:v>
              </c:pt>
              <c:pt idx="109">
                <c:v>-13.287345866895578</c:v>
              </c:pt>
              <c:pt idx="110">
                <c:v>-13.277958957280793</c:v>
              </c:pt>
              <c:pt idx="111">
                <c:v>-13.270665783527411</c:v>
              </c:pt>
              <c:pt idx="112">
                <c:v>-13.26547714974202</c:v>
              </c:pt>
              <c:pt idx="113">
                <c:v>-13.262405042411347</c:v>
              </c:pt>
              <c:pt idx="114">
                <c:v>-13.261462656659326</c:v>
              </c:pt>
              <c:pt idx="115">
                <c:v>-13.262664425281443</c:v>
              </c:pt>
              <c:pt idx="116">
                <c:v>-13.26602605068844</c:v>
              </c:pt>
              <c:pt idx="117">
                <c:v>-13.271564539906491</c:v>
              </c:pt>
              <c:pt idx="118">
                <c:v>-13.279298242797275</c:v>
              </c:pt>
              <c:pt idx="119">
                <c:v>-13.289246893678833</c:v>
              </c:pt>
              <c:pt idx="120">
                <c:v>-13.301431656547146</c:v>
              </c:pt>
              <c:pt idx="121">
                <c:v>-13.315875174119265</c:v>
              </c:pt>
              <c:pt idx="122">
                <c:v>-13.332601620941261</c:v>
              </c:pt>
              <c:pt idx="123">
                <c:v>-13.35163676082929</c:v>
              </c:pt>
              <c:pt idx="124">
                <c:v>-13.373008008939093</c:v>
              </c:pt>
              <c:pt idx="125">
                <c:v>-13.396744498789326</c:v>
              </c:pt>
              <c:pt idx="126">
                <c:v>-13.422877154596973</c:v>
              </c:pt>
              <c:pt idx="127">
                <c:v>-13.451438769319534</c:v>
              </c:pt>
              <c:pt idx="128">
                <c:v>-13.482464088839032</c:v>
              </c:pt>
              <c:pt idx="129">
                <c:v>-13.515989902767389</c:v>
              </c:pt>
              <c:pt idx="130">
                <c:v>-13.552055142402473</c:v>
              </c:pt>
              <c:pt idx="131">
                <c:v>-13.590700986419149</c:v>
              </c:pt>
              <c:pt idx="132">
                <c:v>-13.631970974941277</c:v>
              </c:pt>
              <c:pt idx="133">
                <c:v>-13.675911132709253</c:v>
              </c:pt>
              <c:pt idx="134">
                <c:v>-13.722570102134497</c:v>
              </c:pt>
              <c:pt idx="135">
                <c:v>-13.771999287118499</c:v>
              </c:pt>
              <c:pt idx="136">
                <c:v>-13.82425300861075</c:v>
              </c:pt>
              <c:pt idx="137">
                <c:v>-13.879388672988659</c:v>
              </c:pt>
              <c:pt idx="138">
                <c:v>-13.937466954465327</c:v>
              </c:pt>
              <c:pt idx="139">
                <c:v>-13.998551992869544</c:v>
              </c:pt>
              <c:pt idx="140">
                <c:v>-14.062711608299265</c:v>
              </c:pt>
              <c:pt idx="141">
                <c:v>-14.130017534327559</c:v>
              </c:pt>
              <c:pt idx="142">
                <c:v>-14.200545671642198</c:v>
              </c:pt>
              <c:pt idx="143">
                <c:v>-14.274376364230157</c:v>
              </c:pt>
              <c:pt idx="144">
                <c:v>-14.351594700481041</c:v>
              </c:pt>
              <c:pt idx="145">
                <c:v>-14.432290841883761</c:v>
              </c:pt>
              <c:pt idx="146">
                <c:v>-14.516560382335641</c:v>
              </c:pt>
              <c:pt idx="147">
                <c:v>-14.604504741478884</c:v>
              </c:pt>
              <c:pt idx="148">
                <c:v>-14.696231595935812</c:v>
              </c:pt>
              <c:pt idx="149">
                <c:v>-14.791855352841539</c:v>
              </c:pt>
              <c:pt idx="150">
                <c:v>-14.891497670683293</c:v>
              </c:pt>
              <c:pt idx="151">
                <c:v>-14.995288033165126</c:v>
              </c:pt>
              <c:pt idx="152">
                <c:v>-15.103364382643058</c:v>
              </c:pt>
              <c:pt idx="153">
                <c:v>-15.215873820641256</c:v>
              </c:pt>
              <c:pt idx="154">
                <c:v>-15.332973384091611</c:v>
              </c:pt>
              <c:pt idx="155">
                <c:v>-15.454830907269656</c:v>
              </c:pt>
              <c:pt idx="156">
                <c:v>-15.581625980969939</c:v>
              </c:pt>
              <c:pt idx="157">
                <c:v>-15.713551022322438</c:v>
              </c:pt>
              <c:pt idx="158">
                <c:v>-15.850812470860715</c:v>
              </c:pt>
              <c:pt idx="159">
                <c:v>-15.993632129086901</c:v>
              </c:pt>
              <c:pt idx="160">
                <c:v>-16.142248668933973</c:v>
              </c:pt>
              <c:pt idx="161">
                <c:v>-16.296919329320566</c:v>
              </c:pt>
              <c:pt idx="162">
                <c:v>-16.457921834576556</c:v>
              </c:pt>
              <c:pt idx="163">
                <c:v>-16.625556569079784</c:v>
              </c:pt>
              <c:pt idx="164">
                <c:v>-16.800149050225048</c:v>
              </c:pt>
              <c:pt idx="165">
                <c:v>-16.982052750157099</c:v>
              </c:pt>
              <c:pt idx="166">
                <c:v>-17.171652326937178</c:v>
              </c:pt>
              <c:pt idx="167">
                <c:v>-17.369367338497753</c:v>
              </c:pt>
              <c:pt idx="168">
                <c:v>-17.575656528548581</c:v>
              </c:pt>
              <c:pt idx="169">
                <c:v>-17.791022793424261</c:v>
              </c:pt>
              <c:pt idx="170">
                <c:v>-18.016018963893977</c:v>
              </c:pt>
              <c:pt idx="171">
                <c:v>-18.251254567777998</c:v>
              </c:pt>
              <c:pt idx="172">
                <c:v>-18.497403779979983</c:v>
              </c:pt>
              <c:pt idx="173">
                <c:v>-18.755214819176814</c:v>
              </c:pt>
              <c:pt idx="174">
                <c:v>-19.025521118945612</c:v>
              </c:pt>
              <c:pt idx="175">
                <c:v>-19.309254691167567</c:v>
              </c:pt>
              <c:pt idx="176">
                <c:v>-19.607462219049076</c:v>
              </c:pt>
              <c:pt idx="177">
                <c:v>-19.921324577328722</c:v>
              </c:pt>
              <c:pt idx="178">
                <c:v>-20.252180694510152</c:v>
              </c:pt>
              <c:pt idx="179">
                <c:v>-20.601556970188739</c:v>
              </c:pt>
              <c:pt idx="180">
                <c:v>-20.971203875324917</c:v>
              </c:pt>
              <c:pt idx="181">
                <c:v>-21.363141948553114</c:v>
              </c:pt>
              <c:pt idx="182">
                <c:v>-21.779720240386567</c:v>
              </c:pt>
              <c:pt idx="183">
                <c:v>-22.22369148016579</c:v>
              </c:pt>
              <c:pt idx="184">
                <c:v>-22.698310057883017</c:v>
              </c:pt>
              <c:pt idx="185">
                <c:v>-23.207461670624419</c:v>
              </c:pt>
              <c:pt idx="186">
                <c:v>-23.755837766757601</c:v>
              </c:pt>
              <c:pt idx="187">
                <c:v>-24.349174750922089</c:v>
              </c:pt>
              <c:pt idx="188">
                <c:v>-24.994589130264586</c:v>
              </c:pt>
              <c:pt idx="189">
                <c:v>-25.701058836935783</c:v>
              </c:pt>
              <c:pt idx="190">
                <c:v>-26.480134608138354</c:v>
              </c:pt>
              <c:pt idx="191">
                <c:v>-27.347027457218758</c:v>
              </c:pt>
              <c:pt idx="192">
                <c:v>-28.322339349921108</c:v>
              </c:pt>
              <c:pt idx="193">
                <c:v>-29.434955619724779</c:v>
              </c:pt>
              <c:pt idx="194">
                <c:v>-30.727182153423787</c:v>
              </c:pt>
              <c:pt idx="195">
                <c:v>-32.264608793582362</c:v>
              </c:pt>
              <c:pt idx="196">
                <c:v>-34.157119360520234</c:v>
              </c:pt>
              <c:pt idx="197">
                <c:v>-36.610710637901398</c:v>
              </c:pt>
              <c:pt idx="198">
                <c:v>-40</c:v>
              </c:pt>
              <c:pt idx="199">
                <c:v>-40</c:v>
              </c:pt>
              <c:pt idx="200">
                <c:v>-40</c:v>
              </c:pt>
              <c:pt idx="201">
                <c:v>-40</c:v>
              </c:pt>
              <c:pt idx="202">
                <c:v>-39.914132710553915</c:v>
              </c:pt>
              <c:pt idx="203">
                <c:v>-36.350114402893418</c:v>
              </c:pt>
              <c:pt idx="204">
                <c:v>-33.809637439150087</c:v>
              </c:pt>
              <c:pt idx="205">
                <c:v>-31.830223799732224</c:v>
              </c:pt>
              <c:pt idx="206">
                <c:v>-30.205872344657312</c:v>
              </c:pt>
              <c:pt idx="207">
                <c:v>-28.826694890752243</c:v>
              </c:pt>
              <c:pt idx="208">
                <c:v>-27.627097224745881</c:v>
              </c:pt>
              <c:pt idx="209">
                <c:v>-26.564769079960232</c:v>
              </c:pt>
              <c:pt idx="210">
                <c:v>-25.610820732523692</c:v>
              </c:pt>
              <c:pt idx="211">
                <c:v>-24.744645814453303</c:v>
              </c:pt>
              <c:pt idx="212">
                <c:v>-23.951028896969081</c:v>
              </c:pt>
              <c:pt idx="213">
                <c:v>-23.218414812882774</c:v>
              </c:pt>
              <c:pt idx="214">
                <c:v>-22.537821184137158</c:v>
              </c:pt>
              <c:pt idx="215">
                <c:v>-21.902127040377263</c:v>
              </c:pt>
              <c:pt idx="216">
                <c:v>-21.305591495059502</c:v>
              </c:pt>
              <c:pt idx="217">
                <c:v>-20.743518597807888</c:v>
              </c:pt>
              <c:pt idx="218">
                <c:v>-20.212018127999833</c:v>
              </c:pt>
              <c:pt idx="219">
                <c:v>-19.707831149138066</c:v>
              </c:pt>
              <c:pt idx="220">
                <c:v>-19.228200360950357</c:v>
              </c:pt>
              <c:pt idx="221">
                <c:v>-18.770772116087645</c:v>
              </c:pt>
              <c:pt idx="222">
                <c:v>-18.33352125167837</c:v>
              </c:pt>
              <c:pt idx="223">
                <c:v>-17.914692643604585</c:v>
              </c:pt>
              <c:pt idx="224">
                <c:v>-17.512755208651633</c:v>
              </c:pt>
              <c:pt idx="225">
                <c:v>-17.126365302668894</c:v>
              </c:pt>
              <c:pt idx="226">
                <c:v>-16.754337301652157</c:v>
              </c:pt>
              <c:pt idx="227">
                <c:v>-16.395619737892737</c:v>
              </c:pt>
              <c:pt idx="228">
                <c:v>-16.04927577812424</c:v>
              </c:pt>
              <c:pt idx="229">
                <c:v>-15.714467128825586</c:v>
              </c:pt>
              <c:pt idx="230">
                <c:v>-15.390440671109779</c:v>
              </c:pt>
              <c:pt idx="231">
                <c:v>-15.076517287856952</c:v>
              </c:pt>
              <c:pt idx="232">
                <c:v>-14.772082465249863</c:v>
              </c:pt>
              <c:pt idx="233">
                <c:v>-14.476578340930988</c:v>
              </c:pt>
              <c:pt idx="234">
                <c:v>-14.189496939537305</c:v>
              </c:pt>
              <c:pt idx="235">
                <c:v>-13.91037438900231</c:v>
              </c:pt>
              <c:pt idx="236">
                <c:v>-13.638785951778623</c:v>
              </c:pt>
              <c:pt idx="237">
                <c:v>-13.374341736958552</c:v>
              </c:pt>
              <c:pt idx="238">
                <c:v>-13.116682984300576</c:v>
              </c:pt>
              <c:pt idx="239">
                <c:v>-12.865478830996395</c:v>
              </c:pt>
              <c:pt idx="240">
                <c:v>-12.620423487821892</c:v>
              </c:pt>
              <c:pt idx="241">
                <c:v>-12.381233764000047</c:v>
              </c:pt>
              <c:pt idx="242">
                <c:v>-12.14764689034199</c:v>
              </c:pt>
              <c:pt idx="243">
                <c:v>-11.91941859854227</c:v>
              </c:pt>
              <c:pt idx="244">
                <c:v>-11.696321421285942</c:v>
              </c:pt>
              <c:pt idx="245">
                <c:v>-11.478143183386155</c:v>
              </c:pt>
              <c:pt idx="246">
                <c:v>-11.264685658754569</c:v>
              </c:pt>
              <c:pt idx="247">
                <c:v>-11.055763371801167</c:v>
              </c:pt>
              <c:pt idx="248">
                <c:v>-10.851202525015395</c:v>
              </c:pt>
              <c:pt idx="249">
                <c:v>-10.650840037114964</c:v>
              </c:pt>
              <c:pt idx="250">
                <c:v>-10.454522678357307</c:v>
              </c:pt>
              <c:pt idx="251">
                <c:v>-10.262106291467369</c:v>
              </c:pt>
              <c:pt idx="252">
                <c:v>-10.073455088205161</c:v>
              </c:pt>
              <c:pt idx="253">
                <c:v>-9.8884410129270996</c:v>
              </c:pt>
              <c:pt idx="254">
                <c:v>-9.7069431656266456</c:v>
              </c:pt>
              <c:pt idx="255">
                <c:v>-9.5288472779051521</c:v>
              </c:pt>
              <c:pt idx="256">
                <c:v>-9.3540452361500144</c:v>
              </c:pt>
              <c:pt idx="257">
                <c:v>-9.1824346469064526</c:v>
              </c:pt>
              <c:pt idx="258">
                <c:v>-9.0139184400396406</c:v>
              </c:pt>
              <c:pt idx="259">
                <c:v>-8.8484045058110166</c:v>
              </c:pt>
              <c:pt idx="260">
                <c:v>-8.6858053624485407</c:v>
              </c:pt>
              <c:pt idx="261">
                <c:v>-8.526037851186679</c:v>
              </c:pt>
              <c:pt idx="262">
                <c:v>-8.3690228560959739</c:v>
              </c:pt>
              <c:pt idx="263">
                <c:v>-8.2146850463224457</c:v>
              </c:pt>
              <c:pt idx="264">
                <c:v>-8.0629526386192669</c:v>
              </c:pt>
              <c:pt idx="265">
                <c:v>-7.9137571782832321</c:v>
              </c:pt>
              <c:pt idx="266">
                <c:v>-7.7670333368100577</c:v>
              </c:pt>
              <c:pt idx="267">
                <c:v>-7.6227187247601922</c:v>
              </c:pt>
              <c:pt idx="268">
                <c:v>-7.4807537184832089</c:v>
              </c:pt>
              <c:pt idx="269">
                <c:v>-7.3410812994869667</c:v>
              </c:pt>
              <c:pt idx="270">
                <c:v>-7.2036469053601406</c:v>
              </c:pt>
              <c:pt idx="271">
                <c:v>-7.068398291264911</c:v>
              </c:pt>
              <c:pt idx="272">
                <c:v>-6.9352854011130649</c:v>
              </c:pt>
              <c:pt idx="273">
                <c:v>-6.8042602476241765</c:v>
              </c:pt>
              <c:pt idx="274">
                <c:v>-6.675276800541079</c:v>
              </c:pt>
              <c:pt idx="275">
                <c:v>-6.5482908823457979</c:v>
              </c:pt>
              <c:pt idx="276">
                <c:v>-6.4232600708800183</c:v>
              </c:pt>
              <c:pt idx="277">
                <c:v>-6.3001436083288436</c:v>
              </c:pt>
              <c:pt idx="278">
                <c:v>-6.1789023160752512</c:v>
              </c:pt>
              <c:pt idx="279">
                <c:v>-6.0594985149768519</c:v>
              </c:pt>
              <c:pt idx="280">
                <c:v>-5.9418959506557805</c:v>
              </c:pt>
              <c:pt idx="281">
                <c:v>-5.826059723428358</c:v>
              </c:pt>
              <c:pt idx="282">
                <c:v>-5.7119562225330567</c:v>
              </c:pt>
              <c:pt idx="283">
                <c:v>-5.599553064344402</c:v>
              </c:pt>
              <c:pt idx="284">
                <c:v>-5.4888190342865286</c:v>
              </c:pt>
              <c:pt idx="285">
                <c:v>-5.3797240321839324</c:v>
              </c:pt>
              <c:pt idx="286">
                <c:v>-5.2722390208083638</c:v>
              </c:pt>
              <c:pt idx="287">
                <c:v>-5.1663359774003306</c:v>
              </c:pt>
              <c:pt idx="288">
                <c:v>-5.0619878479614586</c:v>
              </c:pt>
              <c:pt idx="289">
                <c:v>-4.9591685041300115</c:v>
              </c:pt>
              <c:pt idx="290">
                <c:v>-4.857852702466575</c:v>
              </c:pt>
              <c:pt idx="291">
                <c:v>-4.758016045990292</c:v>
              </c:pt>
              <c:pt idx="292">
                <c:v>-4.6596349478182901</c:v>
              </c:pt>
              <c:pt idx="293">
                <c:v>-4.5626865967719796</c:v>
              </c:pt>
              <c:pt idx="294">
                <c:v>-4.4671489248242455</c:v>
              </c:pt>
              <c:pt idx="295">
                <c:v>-4.3730005762708188</c:v>
              </c:pt>
              <c:pt idx="296">
                <c:v>-4.2802208785176301</c:v>
              </c:pt>
              <c:pt idx="297">
                <c:v>-4.1887898143839077</c:v>
              </c:pt>
              <c:pt idx="298">
                <c:v>-4.0986879958278735</c:v>
              </c:pt>
              <c:pt idx="299">
                <c:v>-4.0098966390085691</c:v>
              </c:pt>
              <c:pt idx="300">
                <c:v>-3.9223975406034146</c:v>
              </c:pt>
              <c:pt idx="301">
                <c:v>-3.8361730553067059</c:v>
              </c:pt>
              <c:pt idx="302">
                <c:v>-3.7512060744393971</c:v>
              </c:pt>
              <c:pt idx="303">
                <c:v>-3.6674800056053281</c:v>
              </c:pt>
              <c:pt idx="304">
                <c:v>-3.5849787533333473</c:v>
              </c:pt>
              <c:pt idx="305">
                <c:v>-3.503686700648958</c:v>
              </c:pt>
              <c:pt idx="306">
                <c:v>-3.4235886915227498</c:v>
              </c:pt>
              <c:pt idx="307">
                <c:v>-3.3446700141464132</c:v>
              </c:pt>
              <c:pt idx="308">
                <c:v>-3.2669163849903153</c:v>
              </c:pt>
              <c:pt idx="309">
                <c:v>-3.1903139335995947</c:v>
              </c:pt>
              <c:pt idx="310">
                <c:v>-3.1148491880884621</c:v>
              </c:pt>
              <c:pt idx="311">
                <c:v>-3.0405090612949994</c:v>
              </c:pt>
              <c:pt idx="312">
                <c:v>-2.9672808375610686</c:v>
              </c:pt>
              <c:pt idx="313">
                <c:v>-2.8951521601041641</c:v>
              </c:pt>
              <c:pt idx="314">
                <c:v>-2.8241110189501129</c:v>
              </c:pt>
              <c:pt idx="315">
                <c:v>-2.754145739397388</c:v>
              </c:pt>
              <c:pt idx="316">
                <c:v>-2.6852449709856137</c:v>
              </c:pt>
              <c:pt idx="317">
                <c:v>-2.6173976769424594</c:v>
              </c:pt>
              <c:pt idx="318">
                <c:v>-2.5505931240846857</c:v>
              </c:pt>
              <c:pt idx="319">
                <c:v>-2.4848208731505292</c:v>
              </c:pt>
              <c:pt idx="320">
                <c:v>-2.4200707695419341</c:v>
              </c:pt>
              <c:pt idx="321">
                <c:v>-2.3563329344564448</c:v>
              </c:pt>
              <c:pt idx="322">
                <c:v>-2.2935977563896497</c:v>
              </c:pt>
              <c:pt idx="323">
                <c:v>-2.2318558829902653</c:v>
              </c:pt>
              <c:pt idx="324">
                <c:v>-2.1710982132508745</c:v>
              </c:pt>
              <c:pt idx="325">
                <c:v>-2.1113158900183873</c:v>
              </c:pt>
              <c:pt idx="326">
                <c:v>-2.0525002928090514</c:v>
              </c:pt>
              <c:pt idx="327">
                <c:v>-1.9946430309138499</c:v>
              </c:pt>
              <c:pt idx="328">
                <c:v>-1.9377359367807478</c:v>
              </c:pt>
              <c:pt idx="329">
                <c:v>-1.8817710596611059</c:v>
              </c:pt>
              <c:pt idx="330">
                <c:v>-1.8267406595081923</c:v>
              </c:pt>
              <c:pt idx="331">
                <c:v>-1.7726372011164275</c:v>
              </c:pt>
              <c:pt idx="332">
                <c:v>-1.7194533484905647</c:v>
              </c:pt>
              <c:pt idx="333">
                <c:v>-1.6671819594346193</c:v>
              </c:pt>
              <c:pt idx="334">
                <c:v>-1.6158160803508759</c:v>
              </c:pt>
              <c:pt idx="335">
                <c:v>-1.5653489412398058</c:v>
              </c:pt>
              <c:pt idx="336">
                <c:v>-1.5157739508922314</c:v>
              </c:pt>
              <c:pt idx="337">
                <c:v>-1.4670846922655012</c:v>
              </c:pt>
              <c:pt idx="338">
                <c:v>-1.4192749180358646</c:v>
              </c:pt>
              <c:pt idx="339">
                <c:v>-1.3723385463196425</c:v>
              </c:pt>
              <c:pt idx="340">
                <c:v>-1.3262696565561636</c:v>
              </c:pt>
              <c:pt idx="341">
                <c:v>-1.2810624855457984</c:v>
              </c:pt>
              <c:pt idx="342">
                <c:v>-1.2367114236367371</c:v>
              </c:pt>
              <c:pt idx="343">
                <c:v>-1.1932110110545053</c:v>
              </c:pt>
              <c:pt idx="344">
                <c:v>-1.1505559343684739</c:v>
              </c:pt>
              <c:pt idx="345">
                <c:v>-1.1087410230899599</c:v>
              </c:pt>
              <c:pt idx="346">
                <c:v>-1.0677612463966866</c:v>
              </c:pt>
              <c:pt idx="347">
                <c:v>-1.027611709978751</c:v>
              </c:pt>
              <c:pt idx="348">
                <c:v>-0.98828765300136823</c:v>
              </c:pt>
              <c:pt idx="349">
                <c:v>-0.94978444517997018</c:v>
              </c:pt>
              <c:pt idx="350">
                <c:v>-0.9120975839633958</c:v>
              </c:pt>
              <c:pt idx="351">
                <c:v>-0.87522269182116452</c:v>
              </c:pt>
              <c:pt idx="352">
                <c:v>-0.83915551363098184</c:v>
              </c:pt>
              <c:pt idx="353">
                <c:v>-0.80389191416281003</c:v>
              </c:pt>
              <c:pt idx="354">
                <c:v>-0.76942787565604076</c:v>
              </c:pt>
              <c:pt idx="355">
                <c:v>-0.73575949548642872</c:v>
              </c:pt>
              <c:pt idx="356">
                <c:v>-0.70288298391966197</c:v>
              </c:pt>
              <c:pt idx="357">
                <c:v>-0.6707946619485049</c:v>
              </c:pt>
              <c:pt idx="358">
                <c:v>-0.63949095921070098</c:v>
              </c:pt>
              <c:pt idx="359">
                <c:v>-0.60896841198485918</c:v>
              </c:pt>
              <c:pt idx="360">
                <c:v>-0.57922366126173952</c:v>
              </c:pt>
              <c:pt idx="361">
                <c:v>-0.55025345088845201</c:v>
              </c:pt>
              <c:pt idx="362">
                <c:v>-0.52205462578320139</c:v>
              </c:pt>
              <c:pt idx="363">
                <c:v>-0.49462413021830681</c:v>
              </c:pt>
              <c:pt idx="364">
                <c:v>-0.46795900616939107</c:v>
              </c:pt>
              <c:pt idx="365">
                <c:v>-0.44205639172863742</c:v>
              </c:pt>
              <c:pt idx="366">
                <c:v>-0.41691351958021033</c:v>
              </c:pt>
              <c:pt idx="367">
                <c:v>-0.39252771553594074</c:v>
              </c:pt>
              <c:pt idx="368">
                <c:v>-0.36889639712955535</c:v>
              </c:pt>
              <c:pt idx="369">
                <c:v>-0.34601707226771533</c:v>
              </c:pt>
              <c:pt idx="370">
                <c:v>-0.32388733793628671</c:v>
              </c:pt>
              <c:pt idx="371">
                <c:v>-0.3025048789603248</c:v>
              </c:pt>
              <c:pt idx="372">
                <c:v>-0.28186746681629227</c:v>
              </c:pt>
              <c:pt idx="373">
                <c:v>-0.26197295849515823</c:v>
              </c:pt>
              <c:pt idx="374">
                <c:v>-0.2428192954150524</c:v>
              </c:pt>
              <c:pt idx="375">
                <c:v>-0.22440450238222781</c:v>
              </c:pt>
              <c:pt idx="376">
                <c:v>-0.20672668659916144</c:v>
              </c:pt>
              <c:pt idx="377">
                <c:v>-0.18978403671864805</c:v>
              </c:pt>
              <c:pt idx="378">
                <c:v>-0.17357482194286233</c:v>
              </c:pt>
              <c:pt idx="379">
                <c:v>-0.15809739116633481</c:v>
              </c:pt>
              <c:pt idx="380">
                <c:v>-0.14335017216193557</c:v>
              </c:pt>
              <c:pt idx="381">
                <c:v>-0.12933167080893432</c:v>
              </c:pt>
              <c:pt idx="382">
                <c:v>-0.11604047036231142</c:v>
              </c:pt>
              <c:pt idx="383">
                <c:v>-0.1034752307625092</c:v>
              </c:pt>
              <c:pt idx="384">
                <c:v>-9.1634687984863905E-2</c:v>
              </c:pt>
              <c:pt idx="385">
                <c:v>-8.0517653428051048E-2</c:v>
              </c:pt>
              <c:pt idx="386">
                <c:v>-7.012301334083744E-2</c:v>
              </c:pt>
              <c:pt idx="387">
                <c:v>-6.0449728286570178E-2</c:v>
              </c:pt>
              <c:pt idx="388">
                <c:v>-5.1496832644784371E-2</c:v>
              </c:pt>
              <c:pt idx="389">
                <c:v>-4.3263434149444766E-2</c:v>
              </c:pt>
              <c:pt idx="390">
                <c:v>-3.5748713463305749E-2</c:v>
              </c:pt>
              <c:pt idx="391">
                <c:v>-2.8951923787932102E-2</c:v>
              </c:pt>
              <c:pt idx="392">
                <c:v>-2.2872390509004682E-2</c:v>
              </c:pt>
              <c:pt idx="393">
                <c:v>-1.7509510876487132E-2</c:v>
              </c:pt>
              <c:pt idx="394">
                <c:v>-1.2862753719374693E-2</c:v>
              </c:pt>
              <c:pt idx="395">
                <c:v>-8.9316591946767745E-3</c:v>
              </c:pt>
              <c:pt idx="396">
                <c:v>-5.7158385704084123E-3</c:v>
              </c:pt>
              <c:pt idx="397">
                <c:v>-3.2149740423352601E-3</c:v>
              </c:pt>
              <c:pt idx="398">
                <c:v>-1.4288185843061593E-3</c:v>
              </c:pt>
              <c:pt idx="399">
                <c:v>-3.5719583200632087E-4</c:v>
              </c:pt>
              <c:pt idx="400">
                <c:v>0</c:v>
              </c:pt>
              <c:pt idx="401">
                <c:v>-3.5719583199957003E-4</c:v>
              </c:pt>
              <c:pt idx="402">
                <c:v>-1.4288185842945837E-3</c:v>
              </c:pt>
              <c:pt idx="403">
                <c:v>-3.2149740423169245E-3</c:v>
              </c:pt>
              <c:pt idx="404">
                <c:v>-5.7158385703833066E-3</c:v>
              </c:pt>
              <c:pt idx="405">
                <c:v>-8.9316591946477838E-3</c:v>
              </c:pt>
              <c:pt idx="406">
                <c:v>-1.2862753719339873E-2</c:v>
              </c:pt>
              <c:pt idx="407">
                <c:v>-1.7509510876445495E-2</c:v>
              </c:pt>
              <c:pt idx="408">
                <c:v>-2.2872390508957667E-2</c:v>
              </c:pt>
              <c:pt idx="409">
                <c:v>-2.8951923787880168E-2</c:v>
              </c:pt>
              <c:pt idx="410">
                <c:v>-3.5748713463246921E-2</c:v>
              </c:pt>
              <c:pt idx="411">
                <c:v>-4.3263434149380969E-2</c:v>
              </c:pt>
              <c:pt idx="412">
                <c:v>-5.1496832644712637E-2</c:v>
              </c:pt>
              <c:pt idx="413">
                <c:v>-6.0449728286494399E-2</c:v>
              </c:pt>
              <c:pt idx="414">
                <c:v>-7.0123013340757073E-2</c:v>
              </c:pt>
              <c:pt idx="415">
                <c:v>-8.0517653427961633E-2</c:v>
              </c:pt>
              <c:pt idx="416">
                <c:v>-9.1634687984769342E-2</c:v>
              </c:pt>
              <c:pt idx="417">
                <c:v>-0.10347523076240996</c:v>
              </c:pt>
              <c:pt idx="418">
                <c:v>-0.11604047036220594</c:v>
              </c:pt>
              <c:pt idx="419">
                <c:v>-0.12933167080882157</c:v>
              </c:pt>
              <c:pt idx="420">
                <c:v>-0.14335017216181695</c:v>
              </c:pt>
              <c:pt idx="421">
                <c:v>-0.1580973911662103</c:v>
              </c:pt>
              <c:pt idx="422">
                <c:v>-0.17357482194273333</c:v>
              </c:pt>
              <c:pt idx="423">
                <c:v>-0.18978403671851304</c:v>
              </c:pt>
              <c:pt idx="424">
                <c:v>-0.20672668659901883</c:v>
              </c:pt>
              <c:pt idx="425">
                <c:v>-0.22440450238207957</c:v>
              </c:pt>
              <c:pt idx="426">
                <c:v>-0.24281929541489891</c:v>
              </c:pt>
              <c:pt idx="427">
                <c:v>-0.26197295849499896</c:v>
              </c:pt>
              <c:pt idx="428">
                <c:v>-0.28186746681612607</c:v>
              </c:pt>
              <c:pt idx="429">
                <c:v>-0.30250487896015416</c:v>
              </c:pt>
              <c:pt idx="430">
                <c:v>-0.32388733793610958</c:v>
              </c:pt>
              <c:pt idx="431">
                <c:v>-0.34601707226753153</c:v>
              </c:pt>
              <c:pt idx="432">
                <c:v>-0.36889639712936528</c:v>
              </c:pt>
              <c:pt idx="433">
                <c:v>-0.39252771553574384</c:v>
              </c:pt>
              <c:pt idx="434">
                <c:v>-0.416913519580006</c:v>
              </c:pt>
              <c:pt idx="435">
                <c:v>-0.44205639172842814</c:v>
              </c:pt>
              <c:pt idx="436">
                <c:v>-0.46795900616917457</c:v>
              </c:pt>
              <c:pt idx="437">
                <c:v>-0.49462413021808421</c:v>
              </c:pt>
              <c:pt idx="438">
                <c:v>-0.52205462578297357</c:v>
              </c:pt>
              <c:pt idx="439">
                <c:v>-0.55025345088821775</c:v>
              </c:pt>
              <c:pt idx="440">
                <c:v>-0.57922366126149827</c:v>
              </c:pt>
              <c:pt idx="441">
                <c:v>-0.6089684119846106</c:v>
              </c:pt>
              <c:pt idx="442">
                <c:v>-0.63949095921044785</c:v>
              </c:pt>
              <c:pt idx="443">
                <c:v>-0.67079466194824433</c:v>
              </c:pt>
              <c:pt idx="444">
                <c:v>-0.70288298391939497</c:v>
              </c:pt>
              <c:pt idx="445">
                <c:v>-0.73575949548615582</c:v>
              </c:pt>
              <c:pt idx="446">
                <c:v>-0.76942787565576098</c:v>
              </c:pt>
              <c:pt idx="447">
                <c:v>-0.8038919141625247</c:v>
              </c:pt>
              <c:pt idx="448">
                <c:v>-0.8391555136306893</c:v>
              </c:pt>
              <c:pt idx="449">
                <c:v>-0.87522269182086543</c:v>
              </c:pt>
              <c:pt idx="450">
                <c:v>-0.91209758396308938</c:v>
              </c:pt>
              <c:pt idx="451">
                <c:v>-0.94978444517965765</c:v>
              </c:pt>
              <c:pt idx="452">
                <c:v>-0.98828765300104915</c:v>
              </c:pt>
              <c:pt idx="453">
                <c:v>-1.0276117099784241</c:v>
              </c:pt>
              <c:pt idx="454">
                <c:v>-1.0677612463963535</c:v>
              </c:pt>
              <c:pt idx="455">
                <c:v>-1.10874102308962</c:v>
              </c:pt>
              <c:pt idx="456">
                <c:v>-1.1505559343681275</c:v>
              </c:pt>
              <c:pt idx="457">
                <c:v>-1.1932110110541512</c:v>
              </c:pt>
              <c:pt idx="458">
                <c:v>-1.2367114236363768</c:v>
              </c:pt>
              <c:pt idx="459">
                <c:v>-1.2810624855454309</c:v>
              </c:pt>
              <c:pt idx="460">
                <c:v>-1.3262696565557879</c:v>
              </c:pt>
              <c:pt idx="461">
                <c:v>-1.3723385463192608</c:v>
              </c:pt>
              <c:pt idx="462">
                <c:v>-1.4192749180354762</c:v>
              </c:pt>
              <c:pt idx="463">
                <c:v>-1.467084692265106</c:v>
              </c:pt>
              <c:pt idx="464">
                <c:v>-1.5157739508918275</c:v>
              </c:pt>
              <c:pt idx="465">
                <c:v>-1.5653489412393955</c:v>
              </c:pt>
              <c:pt idx="466">
                <c:v>-1.6158160803504589</c:v>
              </c:pt>
              <c:pt idx="467">
                <c:v>-1.6671819594341952</c:v>
              </c:pt>
              <c:pt idx="468">
                <c:v>-1.719453348490132</c:v>
              </c:pt>
              <c:pt idx="469">
                <c:v>-1.7726372011159877</c:v>
              </c:pt>
              <c:pt idx="470">
                <c:v>-1.8267406595077442</c:v>
              </c:pt>
              <c:pt idx="471">
                <c:v>-1.8817710596606494</c:v>
              </c:pt>
              <c:pt idx="472">
                <c:v>-1.9377359367802847</c:v>
              </c:pt>
              <c:pt idx="473">
                <c:v>-1.994643030913378</c:v>
              </c:pt>
              <c:pt idx="474">
                <c:v>-2.0525002928085736</c:v>
              </c:pt>
              <c:pt idx="475">
                <c:v>-2.1113158900179005</c:v>
              </c:pt>
              <c:pt idx="476">
                <c:v>-2.1710982132503815</c:v>
              </c:pt>
              <c:pt idx="477">
                <c:v>-2.2318558829897612</c:v>
              </c:pt>
              <c:pt idx="478">
                <c:v>-2.2935977563891399</c:v>
              </c:pt>
              <c:pt idx="479">
                <c:v>-2.3563329344559261</c:v>
              </c:pt>
              <c:pt idx="480">
                <c:v>-2.4200707695414083</c:v>
              </c:pt>
              <c:pt idx="481">
                <c:v>-2.4848208731499937</c:v>
              </c:pt>
              <c:pt idx="482">
                <c:v>-2.5505931240841431</c:v>
              </c:pt>
              <c:pt idx="483">
                <c:v>-2.6173976769419065</c:v>
              </c:pt>
              <c:pt idx="484">
                <c:v>-2.6852449709850523</c:v>
              </c:pt>
              <c:pt idx="485">
                <c:v>-2.7541457393968183</c:v>
              </c:pt>
              <c:pt idx="486">
                <c:v>-2.8241110189495338</c:v>
              </c:pt>
              <c:pt idx="487">
                <c:v>-2.895152160103577</c:v>
              </c:pt>
              <c:pt idx="488">
                <c:v>-2.9672808375604727</c:v>
              </c:pt>
              <c:pt idx="489">
                <c:v>-3.0405090612943946</c:v>
              </c:pt>
              <c:pt idx="490">
                <c:v>-3.1148491880878479</c:v>
              </c:pt>
              <c:pt idx="491">
                <c:v>-3.1903139335989703</c:v>
              </c:pt>
              <c:pt idx="492">
                <c:v>-3.2669163849896816</c:v>
              </c:pt>
              <c:pt idx="493">
                <c:v>-3.3446700141457706</c:v>
              </c:pt>
              <c:pt idx="494">
                <c:v>-3.4235886915220974</c:v>
              </c:pt>
              <c:pt idx="495">
                <c:v>-3.5036867006482968</c:v>
              </c:pt>
              <c:pt idx="496">
                <c:v>-3.5849787533326749</c:v>
              </c:pt>
              <c:pt idx="497">
                <c:v>-3.6674800056046468</c:v>
              </c:pt>
              <c:pt idx="498">
                <c:v>-3.7512060744387057</c:v>
              </c:pt>
              <c:pt idx="499">
                <c:v>-3.8361730553060025</c:v>
              </c:pt>
              <c:pt idx="500">
                <c:v>-3.9223975406027023</c:v>
              </c:pt>
              <c:pt idx="501">
                <c:v>-4.009896639007847</c:v>
              </c:pt>
              <c:pt idx="502">
                <c:v>-4.0986879958271381</c:v>
              </c:pt>
              <c:pt idx="503">
                <c:v>-4.1887898143831617</c:v>
              </c:pt>
              <c:pt idx="504">
                <c:v>-4.2802208785168716</c:v>
              </c:pt>
              <c:pt idx="505">
                <c:v>-4.3730005762700497</c:v>
              </c:pt>
              <c:pt idx="506">
                <c:v>-4.4671489248234675</c:v>
              </c:pt>
              <c:pt idx="507">
                <c:v>-4.5626865967711874</c:v>
              </c:pt>
              <c:pt idx="508">
                <c:v>-4.659634947817489</c:v>
              </c:pt>
              <c:pt idx="509">
                <c:v>-4.7580160459894785</c:v>
              </c:pt>
              <c:pt idx="510">
                <c:v>-4.8578527024657481</c:v>
              </c:pt>
              <c:pt idx="511">
                <c:v>-4.959168504129174</c:v>
              </c:pt>
              <c:pt idx="512">
                <c:v>-5.0619878479606086</c:v>
              </c:pt>
              <c:pt idx="513">
                <c:v>-5.1663359773994655</c:v>
              </c:pt>
              <c:pt idx="514">
                <c:v>-5.2722390208074881</c:v>
              </c:pt>
              <c:pt idx="515">
                <c:v>-5.3797240321830415</c:v>
              </c:pt>
              <c:pt idx="516">
                <c:v>-5.4888190342856245</c:v>
              </c:pt>
              <c:pt idx="517">
                <c:v>-5.5995530643434854</c:v>
              </c:pt>
              <c:pt idx="518">
                <c:v>-5.7119562225321268</c:v>
              </c:pt>
              <c:pt idx="519">
                <c:v>-5.8260597234274147</c:v>
              </c:pt>
              <c:pt idx="520">
                <c:v>-5.9418959506548212</c:v>
              </c:pt>
              <c:pt idx="521">
                <c:v>-6.0594985149758784</c:v>
              </c:pt>
              <c:pt idx="522">
                <c:v>-6.1789023160742644</c:v>
              </c:pt>
              <c:pt idx="523">
                <c:v>-6.3001436083278382</c:v>
              </c:pt>
              <c:pt idx="524">
                <c:v>-6.4232600708789995</c:v>
              </c:pt>
              <c:pt idx="525">
                <c:v>-6.5482908823447623</c:v>
              </c:pt>
              <c:pt idx="526">
                <c:v>-6.67527680054003</c:v>
              </c:pt>
              <c:pt idx="527">
                <c:v>-6.8042602476231089</c:v>
              </c:pt>
              <c:pt idx="528">
                <c:v>-6.9352854011119822</c:v>
              </c:pt>
              <c:pt idx="529">
                <c:v>-7.0683982912638097</c:v>
              </c:pt>
              <c:pt idx="530">
                <c:v>-7.2036469053590171</c:v>
              </c:pt>
              <c:pt idx="531">
                <c:v>-7.3410812994858254</c:v>
              </c:pt>
              <c:pt idx="532">
                <c:v>-7.480753718482049</c:v>
              </c:pt>
              <c:pt idx="533">
                <c:v>-7.6227187247590198</c:v>
              </c:pt>
              <c:pt idx="534">
                <c:v>-7.7670333368088604</c:v>
              </c:pt>
              <c:pt idx="535">
                <c:v>-7.9137571782820135</c:v>
              </c:pt>
              <c:pt idx="536">
                <c:v>-8.0629526386180288</c:v>
              </c:pt>
              <c:pt idx="537">
                <c:v>-8.2146850463211898</c:v>
              </c:pt>
              <c:pt idx="538">
                <c:v>-8.3690228560946984</c:v>
              </c:pt>
              <c:pt idx="539">
                <c:v>-8.5260378511853752</c:v>
              </c:pt>
              <c:pt idx="540">
                <c:v>-8.6858053624472156</c:v>
              </c:pt>
              <c:pt idx="541">
                <c:v>-8.8484045058096719</c:v>
              </c:pt>
              <c:pt idx="542">
                <c:v>-9.013918440038271</c:v>
              </c:pt>
              <c:pt idx="543">
                <c:v>-9.1824346469050528</c:v>
              </c:pt>
              <c:pt idx="544">
                <c:v>-9.3540452361485897</c:v>
              </c:pt>
              <c:pt idx="545">
                <c:v>-9.5288472779037008</c:v>
              </c:pt>
              <c:pt idx="546">
                <c:v>-9.7069431656251712</c:v>
              </c:pt>
              <c:pt idx="547">
                <c:v>-9.8884410129255933</c:v>
              </c:pt>
              <c:pt idx="548">
                <c:v>-10.073455088203625</c:v>
              </c:pt>
              <c:pt idx="549">
                <c:v>-10.2621062914658</c:v>
              </c:pt>
              <c:pt idx="550">
                <c:v>-10.454522678355715</c:v>
              </c:pt>
              <c:pt idx="551">
                <c:v>-10.650840037113339</c:v>
              </c:pt>
              <c:pt idx="552">
                <c:v>-10.851202525013729</c:v>
              </c:pt>
              <c:pt idx="553">
                <c:v>-11.055763371799465</c:v>
              </c:pt>
              <c:pt idx="554">
                <c:v>-11.264685658752837</c:v>
              </c:pt>
              <c:pt idx="555">
                <c:v>-11.478143183384386</c:v>
              </c:pt>
              <c:pt idx="556">
                <c:v>-11.696321421284129</c:v>
              </c:pt>
              <c:pt idx="557">
                <c:v>-11.919418598540414</c:v>
              </c:pt>
              <c:pt idx="558">
                <c:v>-12.147646890340091</c:v>
              </c:pt>
              <c:pt idx="559">
                <c:v>-12.381233763998111</c:v>
              </c:pt>
              <c:pt idx="560">
                <c:v>-12.620423487819899</c:v>
              </c:pt>
              <c:pt idx="561">
                <c:v>-12.865478830994352</c:v>
              </c:pt>
              <c:pt idx="562">
                <c:v>-13.116682984298485</c:v>
              </c:pt>
              <c:pt idx="563">
                <c:v>-13.374341736956413</c:v>
              </c:pt>
              <c:pt idx="564">
                <c:v>-13.638785951776427</c:v>
              </c:pt>
              <c:pt idx="565">
                <c:v>-13.910374389000047</c:v>
              </c:pt>
              <c:pt idx="566">
                <c:v>-14.189496939534973</c:v>
              </c:pt>
              <c:pt idx="567">
                <c:v>-14.476578340928601</c:v>
              </c:pt>
              <c:pt idx="568">
                <c:v>-14.772082465247404</c:v>
              </c:pt>
              <c:pt idx="569">
                <c:v>-15.076517287854408</c:v>
              </c:pt>
              <c:pt idx="570">
                <c:v>-15.390440671107154</c:v>
              </c:pt>
              <c:pt idx="571">
                <c:v>-15.714467128822879</c:v>
              </c:pt>
              <c:pt idx="572">
                <c:v>-16.049275778121448</c:v>
              </c:pt>
              <c:pt idx="573">
                <c:v>-16.395619737889838</c:v>
              </c:pt>
              <c:pt idx="574">
                <c:v>-16.754337301649155</c:v>
              </c:pt>
              <c:pt idx="575">
                <c:v>-17.126365302665775</c:v>
              </c:pt>
              <c:pt idx="576">
                <c:v>-17.5127552086484</c:v>
              </c:pt>
              <c:pt idx="577">
                <c:v>-17.914692643601224</c:v>
              </c:pt>
              <c:pt idx="578">
                <c:v>-18.333521251674849</c:v>
              </c:pt>
              <c:pt idx="579">
                <c:v>-18.770772116083968</c:v>
              </c:pt>
              <c:pt idx="580">
                <c:v>-19.228200360946516</c:v>
              </c:pt>
              <c:pt idx="581">
                <c:v>-19.707831149134037</c:v>
              </c:pt>
              <c:pt idx="582">
                <c:v>-20.212018127995574</c:v>
              </c:pt>
              <c:pt idx="583">
                <c:v>-20.743518597803394</c:v>
              </c:pt>
              <c:pt idx="584">
                <c:v>-21.305591495054742</c:v>
              </c:pt>
              <c:pt idx="585">
                <c:v>-21.902127040372218</c:v>
              </c:pt>
              <c:pt idx="586">
                <c:v>-22.537821184131754</c:v>
              </c:pt>
              <c:pt idx="587">
                <c:v>-23.218414812876972</c:v>
              </c:pt>
              <c:pt idx="588">
                <c:v>-23.951028896962818</c:v>
              </c:pt>
              <c:pt idx="589">
                <c:v>-24.744645814446518</c:v>
              </c:pt>
              <c:pt idx="590">
                <c:v>-25.610820732516256</c:v>
              </c:pt>
              <c:pt idx="591">
                <c:v>-26.564769079951972</c:v>
              </c:pt>
              <c:pt idx="592">
                <c:v>-27.627097224736627</c:v>
              </c:pt>
              <c:pt idx="593">
                <c:v>-28.826694890741742</c:v>
              </c:pt>
              <c:pt idx="594">
                <c:v>-30.205872344645112</c:v>
              </c:pt>
              <c:pt idx="595">
                <c:v>-31.830223799717597</c:v>
              </c:pt>
              <c:pt idx="596">
                <c:v>-33.809637439131883</c:v>
              </c:pt>
              <c:pt idx="597">
                <c:v>-36.350114402869337</c:v>
              </c:pt>
              <c:pt idx="598">
                <c:v>-39.914132710517961</c:v>
              </c:pt>
              <c:pt idx="599">
                <c:v>-40</c:v>
              </c:pt>
              <c:pt idx="600">
                <c:v>-40</c:v>
              </c:pt>
              <c:pt idx="601">
                <c:v>-40</c:v>
              </c:pt>
              <c:pt idx="602">
                <c:v>-40</c:v>
              </c:pt>
              <c:pt idx="603">
                <c:v>-36.610710637924768</c:v>
              </c:pt>
              <c:pt idx="604">
                <c:v>-34.15711936053772</c:v>
              </c:pt>
              <c:pt idx="605">
                <c:v>-32.264608793596274</c:v>
              </c:pt>
              <c:pt idx="606">
                <c:v>-30.727182153435276</c:v>
              </c:pt>
              <c:pt idx="607">
                <c:v>-29.434955619734602</c:v>
              </c:pt>
              <c:pt idx="608">
                <c:v>-28.322339349929621</c:v>
              </c:pt>
              <c:pt idx="609">
                <c:v>-27.347027457226304</c:v>
              </c:pt>
              <c:pt idx="610">
                <c:v>-26.480134608145075</c:v>
              </c:pt>
              <c:pt idx="611">
                <c:v>-25.701058836941876</c:v>
              </c:pt>
              <c:pt idx="612">
                <c:v>-24.994589130270114</c:v>
              </c:pt>
              <c:pt idx="613">
                <c:v>-24.349174750927173</c:v>
              </c:pt>
              <c:pt idx="614">
                <c:v>-23.755837766762291</c:v>
              </c:pt>
              <c:pt idx="615">
                <c:v>-23.207461670628746</c:v>
              </c:pt>
              <c:pt idx="616">
                <c:v>-22.698310057887056</c:v>
              </c:pt>
              <c:pt idx="617">
                <c:v>-22.223691480169553</c:v>
              </c:pt>
              <c:pt idx="618">
                <c:v>-21.779720240390105</c:v>
              </c:pt>
              <c:pt idx="619">
                <c:v>-21.363141948556425</c:v>
              </c:pt>
              <c:pt idx="620">
                <c:v>-20.971203875328047</c:v>
              </c:pt>
              <c:pt idx="621">
                <c:v>-20.60155697019168</c:v>
              </c:pt>
              <c:pt idx="622">
                <c:v>-20.252180694512951</c:v>
              </c:pt>
              <c:pt idx="623">
                <c:v>-19.921324577331376</c:v>
              </c:pt>
              <c:pt idx="624">
                <c:v>-19.607462219051591</c:v>
              </c:pt>
              <c:pt idx="625">
                <c:v>-19.309254691169961</c:v>
              </c:pt>
              <c:pt idx="626">
                <c:v>-19.025521118947882</c:v>
              </c:pt>
              <c:pt idx="627">
                <c:v>-18.755214819178988</c:v>
              </c:pt>
              <c:pt idx="628">
                <c:v>-18.497403779982047</c:v>
              </c:pt>
              <c:pt idx="629">
                <c:v>-18.251254567779981</c:v>
              </c:pt>
              <c:pt idx="630">
                <c:v>-18.016018963895863</c:v>
              </c:pt>
              <c:pt idx="631">
                <c:v>-17.791022793426073</c:v>
              </c:pt>
              <c:pt idx="632">
                <c:v>-17.575656528550315</c:v>
              </c:pt>
              <c:pt idx="633">
                <c:v>-17.369367338499412</c:v>
              </c:pt>
              <c:pt idx="634">
                <c:v>-17.171652326938769</c:v>
              </c:pt>
              <c:pt idx="635">
                <c:v>-16.982052750158619</c:v>
              </c:pt>
              <c:pt idx="636">
                <c:v>-16.800149050226516</c:v>
              </c:pt>
              <c:pt idx="637">
                <c:v>-16.625556569081184</c:v>
              </c:pt>
              <c:pt idx="638">
                <c:v>-16.457921834577906</c:v>
              </c:pt>
              <c:pt idx="639">
                <c:v>-16.296919329321859</c:v>
              </c:pt>
              <c:pt idx="640">
                <c:v>-16.14224866893522</c:v>
              </c:pt>
              <c:pt idx="641">
                <c:v>-15.993632129088098</c:v>
              </c:pt>
              <c:pt idx="642">
                <c:v>-15.85081247086187</c:v>
              </c:pt>
              <c:pt idx="643">
                <c:v>-15.713551022323545</c:v>
              </c:pt>
              <c:pt idx="644">
                <c:v>-15.581625980971001</c:v>
              </c:pt>
              <c:pt idx="645">
                <c:v>-15.454830907270679</c:v>
              </c:pt>
              <c:pt idx="646">
                <c:v>-15.33297338409259</c:v>
              </c:pt>
              <c:pt idx="647">
                <c:v>-15.215873820642203</c:v>
              </c:pt>
              <c:pt idx="648">
                <c:v>-15.103364382643964</c:v>
              </c:pt>
              <c:pt idx="649">
                <c:v>-14.995288033165997</c:v>
              </c:pt>
              <c:pt idx="650">
                <c:v>-14.891497670684126</c:v>
              </c:pt>
              <c:pt idx="651">
                <c:v>-14.79185535284234</c:v>
              </c:pt>
              <c:pt idx="652">
                <c:v>-14.696231595936581</c:v>
              </c:pt>
              <c:pt idx="653">
                <c:v>-14.604504741479619</c:v>
              </c:pt>
              <c:pt idx="654">
                <c:v>-14.516560382336351</c:v>
              </c:pt>
              <c:pt idx="655">
                <c:v>-14.432290841884438</c:v>
              </c:pt>
              <c:pt idx="656">
                <c:v>-14.351594700481689</c:v>
              </c:pt>
              <c:pt idx="657">
                <c:v>-14.274376364230781</c:v>
              </c:pt>
              <c:pt idx="658">
                <c:v>-14.200545671642788</c:v>
              </c:pt>
              <c:pt idx="659">
                <c:v>-14.130017534328125</c:v>
              </c:pt>
              <c:pt idx="660">
                <c:v>-14.062711608299807</c:v>
              </c:pt>
              <c:pt idx="661">
                <c:v>-13.998551992870059</c:v>
              </c:pt>
              <c:pt idx="662">
                <c:v>-13.937466954465815</c:v>
              </c:pt>
              <c:pt idx="663">
                <c:v>-13.879388672989123</c:v>
              </c:pt>
              <c:pt idx="664">
                <c:v>-13.824253008611191</c:v>
              </c:pt>
              <c:pt idx="665">
                <c:v>-13.771999287118915</c:v>
              </c:pt>
              <c:pt idx="666">
                <c:v>-13.72257010213489</c:v>
              </c:pt>
              <c:pt idx="667">
                <c:v>-13.675911132709626</c:v>
              </c:pt>
              <c:pt idx="668">
                <c:v>-13.631970974941627</c:v>
              </c:pt>
              <c:pt idx="669">
                <c:v>-13.590700986419474</c:v>
              </c:pt>
              <c:pt idx="670">
                <c:v>-13.552055142402782</c:v>
              </c:pt>
              <c:pt idx="671">
                <c:v>-13.515989902767675</c:v>
              </c:pt>
              <c:pt idx="672">
                <c:v>-13.482464088839297</c:v>
              </c:pt>
              <c:pt idx="673">
                <c:v>-13.451438769319779</c:v>
              </c:pt>
              <c:pt idx="674">
                <c:v>-13.422877154597195</c:v>
              </c:pt>
              <c:pt idx="675">
                <c:v>-13.396744498789532</c:v>
              </c:pt>
              <c:pt idx="676">
                <c:v>-13.373008008939278</c:v>
              </c:pt>
              <c:pt idx="677">
                <c:v>-13.351636760829457</c:v>
              </c:pt>
              <c:pt idx="678">
                <c:v>-13.332601620941411</c:v>
              </c:pt>
              <c:pt idx="679">
                <c:v>-13.315875174119395</c:v>
              </c:pt>
              <c:pt idx="680">
                <c:v>-13.301431656547255</c:v>
              </c:pt>
              <c:pt idx="681">
                <c:v>-13.289246893678921</c:v>
              </c:pt>
              <c:pt idx="682">
                <c:v>-13.279298242797349</c:v>
              </c:pt>
              <c:pt idx="683">
                <c:v>-13.271564539906544</c:v>
              </c:pt>
              <c:pt idx="684">
                <c:v>-13.266026050688478</c:v>
              </c:pt>
              <c:pt idx="685">
                <c:v>-13.262664425281462</c:v>
              </c:pt>
              <c:pt idx="686">
                <c:v>-13.261462656659326</c:v>
              </c:pt>
              <c:pt idx="687">
                <c:v>-13.262405042411331</c:v>
              </c:pt>
              <c:pt idx="688">
                <c:v>-13.265477149741988</c:v>
              </c:pt>
              <c:pt idx="689">
                <c:v>-13.270665783527358</c:v>
              </c:pt>
              <c:pt idx="690">
                <c:v>-13.277958957280728</c:v>
              </c:pt>
              <c:pt idx="691">
                <c:v>-13.287345866895491</c:v>
              </c:pt>
              <c:pt idx="692">
                <c:v>-13.298816867047181</c:v>
              </c:pt>
              <c:pt idx="693">
                <c:v>-13.312363450149487</c:v>
              </c:pt>
              <c:pt idx="694">
                <c:v>-13.32797822777149</c:v>
              </c:pt>
              <c:pt idx="695">
                <c:v>-13.345654914434814</c:v>
              </c:pt>
              <c:pt idx="696">
                <c:v>-13.365388313720285</c:v>
              </c:pt>
              <c:pt idx="697">
                <c:v>-13.387174306624194</c:v>
              </c:pt>
              <c:pt idx="698">
                <c:v>-13.411009842114103</c:v>
              </c:pt>
              <c:pt idx="699">
                <c:v>-13.436892929843779</c:v>
              </c:pt>
              <c:pt idx="700">
                <c:v>-13.464822634996125</c:v>
              </c:pt>
              <c:pt idx="701">
                <c:v>-13.494799075232027</c:v>
              </c:pt>
              <c:pt idx="702">
                <c:v>-13.52682341973196</c:v>
              </c:pt>
              <c:pt idx="703">
                <c:v>-13.560897890325968</c:v>
              </c:pt>
              <c:pt idx="704">
                <c:v>-13.597025764716481</c:v>
              </c:pt>
              <c:pt idx="705">
                <c:v>-13.635211381807139</c:v>
              </c:pt>
              <c:pt idx="706">
                <c:v>-13.675460149159788</c:v>
              </c:pt>
              <c:pt idx="707">
                <c:v>-13.717778552610842</c:v>
              </c:pt>
              <c:pt idx="708">
                <c:v>-13.762174168087489</c:v>
              </c:pt>
              <c:pt idx="709">
                <c:v>-13.808655675673799</c:v>
              </c:pt>
              <c:pt idx="710">
                <c:v>-13.857232875986796</c:v>
              </c:pt>
              <c:pt idx="711">
                <c:v>-13.907916708932859</c:v>
              </c:pt>
              <c:pt idx="712">
                <c:v>-13.960719274925907</c:v>
              </c:pt>
              <c:pt idx="713">
                <c:v>-14.015653858660109</c:v>
              </c:pt>
              <c:pt idx="714">
                <c:v>-14.072734955542394</c:v>
              </c:pt>
              <c:pt idx="715">
                <c:v>-14.131978300902867</c:v>
              </c:pt>
              <c:pt idx="716">
                <c:v>-14.193400902115371</c:v>
              </c:pt>
              <c:pt idx="717">
                <c:v>-14.257021073775316</c:v>
              </c:pt>
              <c:pt idx="718">
                <c:v>-14.322858476098295</c:v>
              </c:pt>
              <c:pt idx="719">
                <c:v>-14.390934156720434</c:v>
              </c:pt>
              <c:pt idx="720">
                <c:v>-14.461270596100448</c:v>
              </c:pt>
              <c:pt idx="721">
                <c:v>-14.533891756744314</c:v>
              </c:pt>
              <c:pt idx="722">
                <c:v>-14.6088231364959</c:v>
              </c:pt>
              <c:pt idx="723">
                <c:v>-14.686091826161913</c:v>
              </c:pt>
              <c:pt idx="724">
                <c:v>-14.765726571766507</c:v>
              </c:pt>
              <c:pt idx="725">
                <c:v>-14.847757841761073</c:v>
              </c:pt>
              <c:pt idx="726">
                <c:v>-14.932217899547496</c:v>
              </c:pt>
              <c:pt idx="727">
                <c:v>-15.019140881709628</c:v>
              </c:pt>
              <c:pt idx="728">
                <c:v>-15.108562882388121</c:v>
              </c:pt>
              <c:pt idx="729">
                <c:v>-15.200522044278227</c:v>
              </c:pt>
              <c:pt idx="730">
                <c:v>-15.295058656779933</c:v>
              </c:pt>
              <c:pt idx="731">
                <c:v>-15.392215261884809</c:v>
              </c:pt>
              <c:pt idx="732">
                <c:v>-15.492036768445663</c:v>
              </c:pt>
              <c:pt idx="733">
                <c:v>-15.594570575543564</c:v>
              </c:pt>
              <c:pt idx="734">
                <c:v>-15.699866705743855</c:v>
              </c:pt>
              <c:pt idx="735">
                <c:v>-15.807977949118644</c:v>
              </c:pt>
              <c:pt idx="736">
                <c:v>-15.918960019010392</c:v>
              </c:pt>
              <c:pt idx="737">
                <c:v>-16.032871720619646</c:v>
              </c:pt>
              <c:pt idx="738">
                <c:v>-16.149775133622867</c:v>
              </c:pt>
              <c:pt idx="739">
                <c:v>-16.269735810164914</c:v>
              </c:pt>
              <c:pt idx="740">
                <c:v>-16.392822989727339</c:v>
              </c:pt>
              <c:pt idx="741">
                <c:v>-16.519109832551791</c:v>
              </c:pt>
              <c:pt idx="742">
                <c:v>-16.648673673499594</c:v>
              </c:pt>
              <c:pt idx="743">
                <c:v>-16.781596298458961</c:v>
              </c:pt>
              <c:pt idx="744">
                <c:v>-16.917964245673922</c:v>
              </c:pt>
              <c:pt idx="745">
                <c:v>-17.057869134669396</c:v>
              </c:pt>
              <c:pt idx="746">
                <c:v>-17.201408025791654</c:v>
              </c:pt>
              <c:pt idx="747">
                <c:v>-17.348683813779218</c:v>
              </c:pt>
              <c:pt idx="748">
                <c:v>-17.499805659235751</c:v>
              </c:pt>
              <c:pt idx="749">
                <c:v>-17.654889462403563</c:v>
              </c:pt>
              <c:pt idx="750">
                <c:v>-17.814058384247225</c:v>
              </c:pt>
              <c:pt idx="751">
                <c:v>-17.977443420566029</c:v>
              </c:pt>
              <c:pt idx="752">
                <c:v>-18.145184035680487</c:v>
              </c:pt>
              <c:pt idx="753">
                <c:v>-18.31742886320351</c:v>
              </c:pt>
              <c:pt idx="754">
                <c:v>-18.49433648253887</c:v>
              </c:pt>
              <c:pt idx="755">
                <c:v>-18.676076281079958</c:v>
              </c:pt>
              <c:pt idx="756">
                <c:v>-18.862829413651902</c:v>
              </c:pt>
              <c:pt idx="757">
                <c:v>-19.054789872599088</c:v>
              </c:pt>
              <c:pt idx="758">
                <c:v>-19.252165684128578</c:v>
              </c:pt>
              <c:pt idx="759">
                <c:v>-19.455180249154893</c:v>
              </c:pt>
              <c:pt idx="760">
                <c:v>-19.664073850046556</c:v>
              </c:pt>
              <c:pt idx="761">
                <c:v>-19.879105348469899</c:v>
              </c:pt>
              <c:pt idx="762">
                <c:v>-20.100554104108529</c:v>
              </c:pt>
              <c:pt idx="763">
                <c:v>-20.328722149598821</c:v>
              </c:pt>
              <c:pt idx="764">
                <c:v>-20.563936663802878</c:v>
              </c:pt>
              <c:pt idx="765">
                <c:v>-20.806552793850663</c:v>
              </c:pt>
              <c:pt idx="766">
                <c:v>-21.056956886621307</c:v>
              </c:pt>
              <c:pt idx="767">
                <c:v>-21.315570203017906</c:v>
              </c:pt>
              <c:pt idx="768">
                <c:v>-21.582853204199651</c:v>
              </c:pt>
              <c:pt idx="769">
                <c:v>-21.859310518761244</c:v>
              </c:pt>
              <c:pt idx="770">
                <c:v>-22.145496724880637</c:v>
              </c:pt>
              <c:pt idx="771">
                <c:v>-22.442023113279742</c:v>
              </c:pt>
              <c:pt idx="772">
                <c:v>-22.749565637607375</c:v>
              </c:pt>
              <c:pt idx="773">
                <c:v>-23.068874311486589</c:v>
              </c:pt>
              <c:pt idx="774">
                <c:v>-23.400784380005621</c:v>
              </c:pt>
              <c:pt idx="775">
                <c:v>-23.746229683493073</c:v>
              </c:pt>
              <c:pt idx="776">
                <c:v>-24.106258750917348</c:v>
              </c:pt>
              <c:pt idx="777">
                <c:v>-24.482054320479605</c:v>
              </c:pt>
              <c:pt idx="778">
                <c:v>-24.874957202240061</c:v>
              </c:pt>
              <c:pt idx="779">
                <c:v>-25.286495695846064</c:v>
              </c:pt>
              <c:pt idx="780">
                <c:v>-25.718422191214994</c:v>
              </c:pt>
              <c:pt idx="781">
                <c:v>-26.172759165261038</c:v>
              </c:pt>
              <c:pt idx="782">
                <c:v>-26.651857626526457</c:v>
              </c:pt>
              <c:pt idx="783">
                <c:v>-27.15847228256532</c:v>
              </c:pt>
              <c:pt idx="784">
                <c:v>-27.695859522212562</c:v>
              </c:pt>
              <c:pt idx="785">
                <c:v>-28.267907062479726</c:v>
              </c:pt>
              <c:pt idx="786">
                <c:v>-28.879308393206131</c:v>
              </c:pt>
              <c:pt idx="787">
                <c:v>-29.535801982522596</c:v>
              </c:pt>
              <c:pt idx="788">
                <c:v>-30.244506423570513</c:v>
              </c:pt>
              <c:pt idx="789">
                <c:v>-31.014401757492646</c:v>
              </c:pt>
              <c:pt idx="790">
                <c:v>-31.857040853986152</c:v>
              </c:pt>
              <c:pt idx="791">
                <c:v>-32.787636882910853</c:v>
              </c:pt>
              <c:pt idx="792">
                <c:v>-33.826793991070375</c:v>
              </c:pt>
              <c:pt idx="793">
                <c:v>-35.003399718089725</c:v>
              </c:pt>
              <c:pt idx="794">
                <c:v>-36.359762182546064</c:v>
              </c:pt>
              <c:pt idx="795">
                <c:v>-37.96147348498922</c:v>
              </c:pt>
              <c:pt idx="796">
                <c:v>-39.918419730503572</c:v>
              </c:pt>
              <c:pt idx="797">
                <c:v>-40</c:v>
              </c:pt>
              <c:pt idx="798">
                <c:v>-40</c:v>
              </c:pt>
              <c:pt idx="799">
                <c:v>-40</c:v>
              </c:pt>
              <c:pt idx="800">
                <c:v>-40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2042-44C3-BCA9-0C35B3C62268}"/>
            </c:ext>
          </c:extLst>
        </c:ser>
        <c:ser>
          <c:idx val="1"/>
          <c:order val="1"/>
          <c:tx>
            <c:v>RRC shaping, α = 0.35</c:v>
          </c:tx>
          <c:spPr>
            <a:ln w="23813">
              <a:solidFill>
                <a:srgbClr val="167D9A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-2</c:v>
              </c:pt>
              <c:pt idx="1">
                <c:v>-1.9950000000000001</c:v>
              </c:pt>
              <c:pt idx="2">
                <c:v>-1.9900000000000002</c:v>
              </c:pt>
              <c:pt idx="3">
                <c:v>-1.9850000000000003</c:v>
              </c:pt>
              <c:pt idx="4">
                <c:v>-1.9800000000000004</c:v>
              </c:pt>
              <c:pt idx="5">
                <c:v>-1.9750000000000005</c:v>
              </c:pt>
              <c:pt idx="6">
                <c:v>-1.9700000000000006</c:v>
              </c:pt>
              <c:pt idx="7">
                <c:v>-1.9650000000000007</c:v>
              </c:pt>
              <c:pt idx="8">
                <c:v>-1.9600000000000009</c:v>
              </c:pt>
              <c:pt idx="9">
                <c:v>-1.955000000000001</c:v>
              </c:pt>
              <c:pt idx="10">
                <c:v>-1.9500000000000011</c:v>
              </c:pt>
              <c:pt idx="11">
                <c:v>-1.9450000000000012</c:v>
              </c:pt>
              <c:pt idx="12">
                <c:v>-1.9400000000000013</c:v>
              </c:pt>
              <c:pt idx="13">
                <c:v>-1.9350000000000014</c:v>
              </c:pt>
              <c:pt idx="14">
                <c:v>-1.9300000000000015</c:v>
              </c:pt>
              <c:pt idx="15">
                <c:v>-1.9250000000000016</c:v>
              </c:pt>
              <c:pt idx="16">
                <c:v>-1.9200000000000017</c:v>
              </c:pt>
              <c:pt idx="17">
                <c:v>-1.9150000000000018</c:v>
              </c:pt>
              <c:pt idx="18">
                <c:v>-1.9100000000000019</c:v>
              </c:pt>
              <c:pt idx="19">
                <c:v>-1.905000000000002</c:v>
              </c:pt>
              <c:pt idx="20">
                <c:v>-1.9000000000000021</c:v>
              </c:pt>
              <c:pt idx="21">
                <c:v>-1.8950000000000022</c:v>
              </c:pt>
              <c:pt idx="22">
                <c:v>-1.8900000000000023</c:v>
              </c:pt>
              <c:pt idx="23">
                <c:v>-1.8850000000000025</c:v>
              </c:pt>
              <c:pt idx="24">
                <c:v>-1.8800000000000026</c:v>
              </c:pt>
              <c:pt idx="25">
                <c:v>-1.8750000000000027</c:v>
              </c:pt>
              <c:pt idx="26">
                <c:v>-1.8700000000000028</c:v>
              </c:pt>
              <c:pt idx="27">
                <c:v>-1.8650000000000029</c:v>
              </c:pt>
              <c:pt idx="28">
                <c:v>-1.860000000000003</c:v>
              </c:pt>
              <c:pt idx="29">
                <c:v>-1.8550000000000031</c:v>
              </c:pt>
              <c:pt idx="30">
                <c:v>-1.8500000000000032</c:v>
              </c:pt>
              <c:pt idx="31">
                <c:v>-1.8450000000000033</c:v>
              </c:pt>
              <c:pt idx="32">
                <c:v>-1.8400000000000034</c:v>
              </c:pt>
              <c:pt idx="33">
                <c:v>-1.8350000000000035</c:v>
              </c:pt>
              <c:pt idx="34">
                <c:v>-1.8300000000000036</c:v>
              </c:pt>
              <c:pt idx="35">
                <c:v>-1.8250000000000037</c:v>
              </c:pt>
              <c:pt idx="36">
                <c:v>-1.8200000000000038</c:v>
              </c:pt>
              <c:pt idx="37">
                <c:v>-1.8150000000000039</c:v>
              </c:pt>
              <c:pt idx="38">
                <c:v>-1.8100000000000041</c:v>
              </c:pt>
              <c:pt idx="39">
                <c:v>-1.8050000000000042</c:v>
              </c:pt>
              <c:pt idx="40">
                <c:v>-1.8000000000000043</c:v>
              </c:pt>
              <c:pt idx="41">
                <c:v>-1.7950000000000044</c:v>
              </c:pt>
              <c:pt idx="42">
                <c:v>-1.7900000000000045</c:v>
              </c:pt>
              <c:pt idx="43">
                <c:v>-1.7850000000000046</c:v>
              </c:pt>
              <c:pt idx="44">
                <c:v>-1.7800000000000047</c:v>
              </c:pt>
              <c:pt idx="45">
                <c:v>-1.7750000000000048</c:v>
              </c:pt>
              <c:pt idx="46">
                <c:v>-1.7700000000000049</c:v>
              </c:pt>
              <c:pt idx="47">
                <c:v>-1.765000000000005</c:v>
              </c:pt>
              <c:pt idx="48">
                <c:v>-1.7600000000000051</c:v>
              </c:pt>
              <c:pt idx="49">
                <c:v>-1.7550000000000052</c:v>
              </c:pt>
              <c:pt idx="50">
                <c:v>-1.7500000000000053</c:v>
              </c:pt>
              <c:pt idx="51">
                <c:v>-1.7450000000000054</c:v>
              </c:pt>
              <c:pt idx="52">
                <c:v>-1.7400000000000055</c:v>
              </c:pt>
              <c:pt idx="53">
                <c:v>-1.7350000000000056</c:v>
              </c:pt>
              <c:pt idx="54">
                <c:v>-1.7300000000000058</c:v>
              </c:pt>
              <c:pt idx="55">
                <c:v>-1.7250000000000059</c:v>
              </c:pt>
              <c:pt idx="56">
                <c:v>-1.720000000000006</c:v>
              </c:pt>
              <c:pt idx="57">
                <c:v>-1.7150000000000061</c:v>
              </c:pt>
              <c:pt idx="58">
                <c:v>-1.7100000000000062</c:v>
              </c:pt>
              <c:pt idx="59">
                <c:v>-1.7050000000000063</c:v>
              </c:pt>
              <c:pt idx="60">
                <c:v>-1.7000000000000064</c:v>
              </c:pt>
              <c:pt idx="61">
                <c:v>-1.6950000000000065</c:v>
              </c:pt>
              <c:pt idx="62">
                <c:v>-1.6900000000000066</c:v>
              </c:pt>
              <c:pt idx="63">
                <c:v>-1.6850000000000067</c:v>
              </c:pt>
              <c:pt idx="64">
                <c:v>-1.6800000000000068</c:v>
              </c:pt>
              <c:pt idx="65">
                <c:v>-1.6750000000000069</c:v>
              </c:pt>
              <c:pt idx="66">
                <c:v>-1.670000000000007</c:v>
              </c:pt>
              <c:pt idx="67">
                <c:v>-1.6650000000000071</c:v>
              </c:pt>
              <c:pt idx="68">
                <c:v>-1.6600000000000072</c:v>
              </c:pt>
              <c:pt idx="69">
                <c:v>-1.6550000000000074</c:v>
              </c:pt>
              <c:pt idx="70">
                <c:v>-1.6500000000000075</c:v>
              </c:pt>
              <c:pt idx="71">
                <c:v>-1.6450000000000076</c:v>
              </c:pt>
              <c:pt idx="72">
                <c:v>-1.6400000000000077</c:v>
              </c:pt>
              <c:pt idx="73">
                <c:v>-1.6350000000000078</c:v>
              </c:pt>
              <c:pt idx="74">
                <c:v>-1.6300000000000079</c:v>
              </c:pt>
              <c:pt idx="75">
                <c:v>-1.625000000000008</c:v>
              </c:pt>
              <c:pt idx="76">
                <c:v>-1.6200000000000081</c:v>
              </c:pt>
              <c:pt idx="77">
                <c:v>-1.6150000000000082</c:v>
              </c:pt>
              <c:pt idx="78">
                <c:v>-1.6100000000000083</c:v>
              </c:pt>
              <c:pt idx="79">
                <c:v>-1.6050000000000084</c:v>
              </c:pt>
              <c:pt idx="80">
                <c:v>-1.6000000000000085</c:v>
              </c:pt>
              <c:pt idx="81">
                <c:v>-1.5950000000000086</c:v>
              </c:pt>
              <c:pt idx="82">
                <c:v>-1.5900000000000087</c:v>
              </c:pt>
              <c:pt idx="83">
                <c:v>-1.5850000000000088</c:v>
              </c:pt>
              <c:pt idx="84">
                <c:v>-1.580000000000009</c:v>
              </c:pt>
              <c:pt idx="85">
                <c:v>-1.5750000000000091</c:v>
              </c:pt>
              <c:pt idx="86">
                <c:v>-1.5700000000000092</c:v>
              </c:pt>
              <c:pt idx="87">
                <c:v>-1.5650000000000093</c:v>
              </c:pt>
              <c:pt idx="88">
                <c:v>-1.5600000000000094</c:v>
              </c:pt>
              <c:pt idx="89">
                <c:v>-1.5550000000000095</c:v>
              </c:pt>
              <c:pt idx="90">
                <c:v>-1.5500000000000096</c:v>
              </c:pt>
              <c:pt idx="91">
                <c:v>-1.5450000000000097</c:v>
              </c:pt>
              <c:pt idx="92">
                <c:v>-1.5400000000000098</c:v>
              </c:pt>
              <c:pt idx="93">
                <c:v>-1.5350000000000099</c:v>
              </c:pt>
              <c:pt idx="94">
                <c:v>-1.53000000000001</c:v>
              </c:pt>
              <c:pt idx="95">
                <c:v>-1.5250000000000101</c:v>
              </c:pt>
              <c:pt idx="96">
                <c:v>-1.5200000000000102</c:v>
              </c:pt>
              <c:pt idx="97">
                <c:v>-1.5150000000000103</c:v>
              </c:pt>
              <c:pt idx="98">
                <c:v>-1.5100000000000104</c:v>
              </c:pt>
              <c:pt idx="99">
                <c:v>-1.5050000000000106</c:v>
              </c:pt>
              <c:pt idx="100">
                <c:v>-1.5000000000000107</c:v>
              </c:pt>
              <c:pt idx="101">
                <c:v>-1.4950000000000108</c:v>
              </c:pt>
              <c:pt idx="102">
                <c:v>-1.4900000000000109</c:v>
              </c:pt>
              <c:pt idx="103">
                <c:v>-1.485000000000011</c:v>
              </c:pt>
              <c:pt idx="104">
                <c:v>-1.4800000000000111</c:v>
              </c:pt>
              <c:pt idx="105">
                <c:v>-1.4750000000000112</c:v>
              </c:pt>
              <c:pt idx="106">
                <c:v>-1.4700000000000113</c:v>
              </c:pt>
              <c:pt idx="107">
                <c:v>-1.4650000000000114</c:v>
              </c:pt>
              <c:pt idx="108">
                <c:v>-1.4600000000000115</c:v>
              </c:pt>
              <c:pt idx="109">
                <c:v>-1.4550000000000116</c:v>
              </c:pt>
              <c:pt idx="110">
                <c:v>-1.4500000000000117</c:v>
              </c:pt>
              <c:pt idx="111">
                <c:v>-1.4450000000000118</c:v>
              </c:pt>
              <c:pt idx="112">
                <c:v>-1.4400000000000119</c:v>
              </c:pt>
              <c:pt idx="113">
                <c:v>-1.435000000000012</c:v>
              </c:pt>
              <c:pt idx="114">
                <c:v>-1.4300000000000122</c:v>
              </c:pt>
              <c:pt idx="115">
                <c:v>-1.4250000000000123</c:v>
              </c:pt>
              <c:pt idx="116">
                <c:v>-1.4200000000000124</c:v>
              </c:pt>
              <c:pt idx="117">
                <c:v>-1.4150000000000125</c:v>
              </c:pt>
              <c:pt idx="118">
                <c:v>-1.4100000000000126</c:v>
              </c:pt>
              <c:pt idx="119">
                <c:v>-1.4050000000000127</c:v>
              </c:pt>
              <c:pt idx="120">
                <c:v>-1.4000000000000128</c:v>
              </c:pt>
              <c:pt idx="121">
                <c:v>-1.3950000000000129</c:v>
              </c:pt>
              <c:pt idx="122">
                <c:v>-1.390000000000013</c:v>
              </c:pt>
              <c:pt idx="123">
                <c:v>-1.3850000000000131</c:v>
              </c:pt>
              <c:pt idx="124">
                <c:v>-1.3800000000000132</c:v>
              </c:pt>
              <c:pt idx="125">
                <c:v>-1.3750000000000133</c:v>
              </c:pt>
              <c:pt idx="126">
                <c:v>-1.3700000000000134</c:v>
              </c:pt>
              <c:pt idx="127">
                <c:v>-1.3650000000000135</c:v>
              </c:pt>
              <c:pt idx="128">
                <c:v>-1.3600000000000136</c:v>
              </c:pt>
              <c:pt idx="129">
                <c:v>-1.3550000000000137</c:v>
              </c:pt>
              <c:pt idx="130">
                <c:v>-1.3500000000000139</c:v>
              </c:pt>
              <c:pt idx="131">
                <c:v>-1.345000000000014</c:v>
              </c:pt>
              <c:pt idx="132">
                <c:v>-1.3400000000000141</c:v>
              </c:pt>
              <c:pt idx="133">
                <c:v>-1.3350000000000142</c:v>
              </c:pt>
              <c:pt idx="134">
                <c:v>-1.3300000000000143</c:v>
              </c:pt>
              <c:pt idx="135">
                <c:v>-1.3250000000000144</c:v>
              </c:pt>
              <c:pt idx="136">
                <c:v>-1.3200000000000145</c:v>
              </c:pt>
              <c:pt idx="137">
                <c:v>-1.3150000000000146</c:v>
              </c:pt>
              <c:pt idx="138">
                <c:v>-1.3100000000000147</c:v>
              </c:pt>
              <c:pt idx="139">
                <c:v>-1.3050000000000148</c:v>
              </c:pt>
              <c:pt idx="140">
                <c:v>-1.3000000000000149</c:v>
              </c:pt>
              <c:pt idx="141">
                <c:v>-1.295000000000015</c:v>
              </c:pt>
              <c:pt idx="142">
                <c:v>-1.2900000000000151</c:v>
              </c:pt>
              <c:pt idx="143">
                <c:v>-1.2850000000000152</c:v>
              </c:pt>
              <c:pt idx="144">
                <c:v>-1.2800000000000153</c:v>
              </c:pt>
              <c:pt idx="145">
                <c:v>-1.2750000000000155</c:v>
              </c:pt>
              <c:pt idx="146">
                <c:v>-1.2700000000000156</c:v>
              </c:pt>
              <c:pt idx="147">
                <c:v>-1.2650000000000157</c:v>
              </c:pt>
              <c:pt idx="148">
                <c:v>-1.2600000000000158</c:v>
              </c:pt>
              <c:pt idx="149">
                <c:v>-1.2550000000000159</c:v>
              </c:pt>
              <c:pt idx="150">
                <c:v>-1.250000000000016</c:v>
              </c:pt>
              <c:pt idx="151">
                <c:v>-1.2450000000000161</c:v>
              </c:pt>
              <c:pt idx="152">
                <c:v>-1.2400000000000162</c:v>
              </c:pt>
              <c:pt idx="153">
                <c:v>-1.2350000000000163</c:v>
              </c:pt>
              <c:pt idx="154">
                <c:v>-1.2300000000000164</c:v>
              </c:pt>
              <c:pt idx="155">
                <c:v>-1.2250000000000165</c:v>
              </c:pt>
              <c:pt idx="156">
                <c:v>-1.2200000000000166</c:v>
              </c:pt>
              <c:pt idx="157">
                <c:v>-1.2150000000000167</c:v>
              </c:pt>
              <c:pt idx="158">
                <c:v>-1.2100000000000168</c:v>
              </c:pt>
              <c:pt idx="159">
                <c:v>-1.2050000000000169</c:v>
              </c:pt>
              <c:pt idx="160">
                <c:v>-1.2000000000000171</c:v>
              </c:pt>
              <c:pt idx="161">
                <c:v>-1.1950000000000172</c:v>
              </c:pt>
              <c:pt idx="162">
                <c:v>-1.1900000000000173</c:v>
              </c:pt>
              <c:pt idx="163">
                <c:v>-1.1850000000000174</c:v>
              </c:pt>
              <c:pt idx="164">
                <c:v>-1.1800000000000175</c:v>
              </c:pt>
              <c:pt idx="165">
                <c:v>-1.1750000000000176</c:v>
              </c:pt>
              <c:pt idx="166">
                <c:v>-1.1700000000000177</c:v>
              </c:pt>
              <c:pt idx="167">
                <c:v>-1.1650000000000178</c:v>
              </c:pt>
              <c:pt idx="168">
                <c:v>-1.1600000000000179</c:v>
              </c:pt>
              <c:pt idx="169">
                <c:v>-1.155000000000018</c:v>
              </c:pt>
              <c:pt idx="170">
                <c:v>-1.1500000000000181</c:v>
              </c:pt>
              <c:pt idx="171">
                <c:v>-1.1450000000000182</c:v>
              </c:pt>
              <c:pt idx="172">
                <c:v>-1.1400000000000183</c:v>
              </c:pt>
              <c:pt idx="173">
                <c:v>-1.1350000000000184</c:v>
              </c:pt>
              <c:pt idx="174">
                <c:v>-1.1300000000000185</c:v>
              </c:pt>
              <c:pt idx="175">
                <c:v>-1.1250000000000187</c:v>
              </c:pt>
              <c:pt idx="176">
                <c:v>-1.1200000000000188</c:v>
              </c:pt>
              <c:pt idx="177">
                <c:v>-1.1150000000000189</c:v>
              </c:pt>
              <c:pt idx="178">
                <c:v>-1.110000000000019</c:v>
              </c:pt>
              <c:pt idx="179">
                <c:v>-1.1050000000000191</c:v>
              </c:pt>
              <c:pt idx="180">
                <c:v>-1.1000000000000192</c:v>
              </c:pt>
              <c:pt idx="181">
                <c:v>-1.0950000000000193</c:v>
              </c:pt>
              <c:pt idx="182">
                <c:v>-1.0900000000000194</c:v>
              </c:pt>
              <c:pt idx="183">
                <c:v>-1.0850000000000195</c:v>
              </c:pt>
              <c:pt idx="184">
                <c:v>-1.0800000000000196</c:v>
              </c:pt>
              <c:pt idx="185">
                <c:v>-1.0750000000000197</c:v>
              </c:pt>
              <c:pt idx="186">
                <c:v>-1.0700000000000198</c:v>
              </c:pt>
              <c:pt idx="187">
                <c:v>-1.0650000000000199</c:v>
              </c:pt>
              <c:pt idx="188">
                <c:v>-1.06000000000002</c:v>
              </c:pt>
              <c:pt idx="189">
                <c:v>-1.0550000000000201</c:v>
              </c:pt>
              <c:pt idx="190">
                <c:v>-1.0500000000000203</c:v>
              </c:pt>
              <c:pt idx="191">
                <c:v>-1.0450000000000204</c:v>
              </c:pt>
              <c:pt idx="192">
                <c:v>-1.0400000000000205</c:v>
              </c:pt>
              <c:pt idx="193">
                <c:v>-1.0350000000000206</c:v>
              </c:pt>
              <c:pt idx="194">
                <c:v>-1.0300000000000207</c:v>
              </c:pt>
              <c:pt idx="195">
                <c:v>-1.0250000000000208</c:v>
              </c:pt>
              <c:pt idx="196">
                <c:v>-1.0200000000000209</c:v>
              </c:pt>
              <c:pt idx="197">
                <c:v>-1.015000000000021</c:v>
              </c:pt>
              <c:pt idx="198">
                <c:v>-1.0100000000000211</c:v>
              </c:pt>
              <c:pt idx="199">
                <c:v>-1.0050000000000212</c:v>
              </c:pt>
              <c:pt idx="200">
                <c:v>-1.0000000000000213</c:v>
              </c:pt>
              <c:pt idx="201">
                <c:v>-0.99500000000002131</c:v>
              </c:pt>
              <c:pt idx="202">
                <c:v>-0.99000000000002131</c:v>
              </c:pt>
              <c:pt idx="203">
                <c:v>-0.9850000000000213</c:v>
              </c:pt>
              <c:pt idx="204">
                <c:v>-0.9800000000000213</c:v>
              </c:pt>
              <c:pt idx="205">
                <c:v>-0.97500000000002129</c:v>
              </c:pt>
              <c:pt idx="206">
                <c:v>-0.97000000000002129</c:v>
              </c:pt>
              <c:pt idx="207">
                <c:v>-0.96500000000002129</c:v>
              </c:pt>
              <c:pt idx="208">
                <c:v>-0.96000000000002128</c:v>
              </c:pt>
              <c:pt idx="209">
                <c:v>-0.95500000000002128</c:v>
              </c:pt>
              <c:pt idx="210">
                <c:v>-0.95000000000002127</c:v>
              </c:pt>
              <c:pt idx="211">
                <c:v>-0.94500000000002127</c:v>
              </c:pt>
              <c:pt idx="212">
                <c:v>-0.94000000000002126</c:v>
              </c:pt>
              <c:pt idx="213">
                <c:v>-0.93500000000002126</c:v>
              </c:pt>
              <c:pt idx="214">
                <c:v>-0.93000000000002125</c:v>
              </c:pt>
              <c:pt idx="215">
                <c:v>-0.92500000000002125</c:v>
              </c:pt>
              <c:pt idx="216">
                <c:v>-0.92000000000002125</c:v>
              </c:pt>
              <c:pt idx="217">
                <c:v>-0.91500000000002124</c:v>
              </c:pt>
              <c:pt idx="218">
                <c:v>-0.91000000000002124</c:v>
              </c:pt>
              <c:pt idx="219">
                <c:v>-0.90500000000002123</c:v>
              </c:pt>
              <c:pt idx="220">
                <c:v>-0.90000000000002123</c:v>
              </c:pt>
              <c:pt idx="221">
                <c:v>-0.89500000000002122</c:v>
              </c:pt>
              <c:pt idx="222">
                <c:v>-0.89000000000002122</c:v>
              </c:pt>
              <c:pt idx="223">
                <c:v>-0.88500000000002121</c:v>
              </c:pt>
              <c:pt idx="224">
                <c:v>-0.88000000000002121</c:v>
              </c:pt>
              <c:pt idx="225">
                <c:v>-0.87500000000002121</c:v>
              </c:pt>
              <c:pt idx="226">
                <c:v>-0.8700000000000212</c:v>
              </c:pt>
              <c:pt idx="227">
                <c:v>-0.8650000000000212</c:v>
              </c:pt>
              <c:pt idx="228">
                <c:v>-0.86000000000002119</c:v>
              </c:pt>
              <c:pt idx="229">
                <c:v>-0.85500000000002119</c:v>
              </c:pt>
              <c:pt idx="230">
                <c:v>-0.85000000000002118</c:v>
              </c:pt>
              <c:pt idx="231">
                <c:v>-0.84500000000002118</c:v>
              </c:pt>
              <c:pt idx="232">
                <c:v>-0.84000000000002117</c:v>
              </c:pt>
              <c:pt idx="233">
                <c:v>-0.83500000000002117</c:v>
              </c:pt>
              <c:pt idx="234">
                <c:v>-0.83000000000002117</c:v>
              </c:pt>
              <c:pt idx="235">
                <c:v>-0.82500000000002116</c:v>
              </c:pt>
              <c:pt idx="236">
                <c:v>-0.82000000000002116</c:v>
              </c:pt>
              <c:pt idx="237">
                <c:v>-0.81500000000002115</c:v>
              </c:pt>
              <c:pt idx="238">
                <c:v>-0.81000000000002115</c:v>
              </c:pt>
              <c:pt idx="239">
                <c:v>-0.80500000000002114</c:v>
              </c:pt>
              <c:pt idx="240">
                <c:v>-0.80000000000002114</c:v>
              </c:pt>
              <c:pt idx="241">
                <c:v>-0.79500000000002113</c:v>
              </c:pt>
              <c:pt idx="242">
                <c:v>-0.79000000000002113</c:v>
              </c:pt>
              <c:pt idx="243">
                <c:v>-0.78500000000002113</c:v>
              </c:pt>
              <c:pt idx="244">
                <c:v>-0.78000000000002112</c:v>
              </c:pt>
              <c:pt idx="245">
                <c:v>-0.77500000000002112</c:v>
              </c:pt>
              <c:pt idx="246">
                <c:v>-0.77000000000002111</c:v>
              </c:pt>
              <c:pt idx="247">
                <c:v>-0.76500000000002111</c:v>
              </c:pt>
              <c:pt idx="248">
                <c:v>-0.7600000000000211</c:v>
              </c:pt>
              <c:pt idx="249">
                <c:v>-0.7550000000000211</c:v>
              </c:pt>
              <c:pt idx="250">
                <c:v>-0.75000000000002109</c:v>
              </c:pt>
              <c:pt idx="251">
                <c:v>-0.74500000000002109</c:v>
              </c:pt>
              <c:pt idx="252">
                <c:v>-0.74000000000002109</c:v>
              </c:pt>
              <c:pt idx="253">
                <c:v>-0.73500000000002108</c:v>
              </c:pt>
              <c:pt idx="254">
                <c:v>-0.73000000000002108</c:v>
              </c:pt>
              <c:pt idx="255">
                <c:v>-0.72500000000002107</c:v>
              </c:pt>
              <c:pt idx="256">
                <c:v>-0.72000000000002107</c:v>
              </c:pt>
              <c:pt idx="257">
                <c:v>-0.71500000000002106</c:v>
              </c:pt>
              <c:pt idx="258">
                <c:v>-0.71000000000002106</c:v>
              </c:pt>
              <c:pt idx="259">
                <c:v>-0.70500000000002105</c:v>
              </c:pt>
              <c:pt idx="260">
                <c:v>-0.70000000000002105</c:v>
              </c:pt>
              <c:pt idx="261">
                <c:v>-0.69500000000002105</c:v>
              </c:pt>
              <c:pt idx="262">
                <c:v>-0.69000000000002104</c:v>
              </c:pt>
              <c:pt idx="263">
                <c:v>-0.68500000000002104</c:v>
              </c:pt>
              <c:pt idx="264">
                <c:v>-0.68000000000002103</c:v>
              </c:pt>
              <c:pt idx="265">
                <c:v>-0.67500000000002103</c:v>
              </c:pt>
              <c:pt idx="266">
                <c:v>-0.67000000000002102</c:v>
              </c:pt>
              <c:pt idx="267">
                <c:v>-0.66500000000002102</c:v>
              </c:pt>
              <c:pt idx="268">
                <c:v>-0.66000000000002101</c:v>
              </c:pt>
              <c:pt idx="269">
                <c:v>-0.65500000000002101</c:v>
              </c:pt>
              <c:pt idx="270">
                <c:v>-0.65000000000002101</c:v>
              </c:pt>
              <c:pt idx="271">
                <c:v>-0.645000000000021</c:v>
              </c:pt>
              <c:pt idx="272">
                <c:v>-0.640000000000021</c:v>
              </c:pt>
              <c:pt idx="273">
                <c:v>-0.63500000000002099</c:v>
              </c:pt>
              <c:pt idx="274">
                <c:v>-0.63000000000002099</c:v>
              </c:pt>
              <c:pt idx="275">
                <c:v>-0.62500000000002098</c:v>
              </c:pt>
              <c:pt idx="276">
                <c:v>-0.62000000000002098</c:v>
              </c:pt>
              <c:pt idx="277">
                <c:v>-0.61500000000002097</c:v>
              </c:pt>
              <c:pt idx="278">
                <c:v>-0.61000000000002097</c:v>
              </c:pt>
              <c:pt idx="279">
                <c:v>-0.60500000000002097</c:v>
              </c:pt>
              <c:pt idx="280">
                <c:v>-0.60000000000002096</c:v>
              </c:pt>
              <c:pt idx="281">
                <c:v>-0.59500000000002096</c:v>
              </c:pt>
              <c:pt idx="282">
                <c:v>-0.59000000000002095</c:v>
              </c:pt>
              <c:pt idx="283">
                <c:v>-0.58500000000002095</c:v>
              </c:pt>
              <c:pt idx="284">
                <c:v>-0.58000000000002094</c:v>
              </c:pt>
              <c:pt idx="285">
                <c:v>-0.57500000000002094</c:v>
              </c:pt>
              <c:pt idx="286">
                <c:v>-0.57000000000002093</c:v>
              </c:pt>
              <c:pt idx="287">
                <c:v>-0.56500000000002093</c:v>
              </c:pt>
              <c:pt idx="288">
                <c:v>-0.56000000000002093</c:v>
              </c:pt>
              <c:pt idx="289">
                <c:v>-0.55500000000002092</c:v>
              </c:pt>
              <c:pt idx="290">
                <c:v>-0.55000000000002092</c:v>
              </c:pt>
              <c:pt idx="291">
                <c:v>-0.54500000000002091</c:v>
              </c:pt>
              <c:pt idx="292">
                <c:v>-0.54000000000002091</c:v>
              </c:pt>
              <c:pt idx="293">
                <c:v>-0.5350000000000209</c:v>
              </c:pt>
              <c:pt idx="294">
                <c:v>-0.5300000000000209</c:v>
              </c:pt>
              <c:pt idx="295">
                <c:v>-0.52500000000002089</c:v>
              </c:pt>
              <c:pt idx="296">
                <c:v>-0.52000000000002089</c:v>
              </c:pt>
              <c:pt idx="297">
                <c:v>-0.51500000000002089</c:v>
              </c:pt>
              <c:pt idx="298">
                <c:v>-0.51000000000002088</c:v>
              </c:pt>
              <c:pt idx="299">
                <c:v>-0.50500000000002088</c:v>
              </c:pt>
              <c:pt idx="300">
                <c:v>-0.50000000000002087</c:v>
              </c:pt>
              <c:pt idx="301">
                <c:v>-0.49500000000002087</c:v>
              </c:pt>
              <c:pt idx="302">
                <c:v>-0.49000000000002086</c:v>
              </c:pt>
              <c:pt idx="303">
                <c:v>-0.48500000000002086</c:v>
              </c:pt>
              <c:pt idx="304">
                <c:v>-0.48000000000002085</c:v>
              </c:pt>
              <c:pt idx="305">
                <c:v>-0.47500000000002085</c:v>
              </c:pt>
              <c:pt idx="306">
                <c:v>-0.47000000000002085</c:v>
              </c:pt>
              <c:pt idx="307">
                <c:v>-0.46500000000002084</c:v>
              </c:pt>
              <c:pt idx="308">
                <c:v>-0.46000000000002084</c:v>
              </c:pt>
              <c:pt idx="309">
                <c:v>-0.45500000000002083</c:v>
              </c:pt>
              <c:pt idx="310">
                <c:v>-0.45000000000002083</c:v>
              </c:pt>
              <c:pt idx="311">
                <c:v>-0.44500000000002082</c:v>
              </c:pt>
              <c:pt idx="312">
                <c:v>-0.44000000000002082</c:v>
              </c:pt>
              <c:pt idx="313">
                <c:v>-0.43500000000002081</c:v>
              </c:pt>
              <c:pt idx="314">
                <c:v>-0.43000000000002081</c:v>
              </c:pt>
              <c:pt idx="315">
                <c:v>-0.42500000000002081</c:v>
              </c:pt>
              <c:pt idx="316">
                <c:v>-0.4200000000000208</c:v>
              </c:pt>
              <c:pt idx="317">
                <c:v>-0.4150000000000208</c:v>
              </c:pt>
              <c:pt idx="318">
                <c:v>-0.41000000000002079</c:v>
              </c:pt>
              <c:pt idx="319">
                <c:v>-0.40500000000002079</c:v>
              </c:pt>
              <c:pt idx="320">
                <c:v>-0.40000000000002078</c:v>
              </c:pt>
              <c:pt idx="321">
                <c:v>-0.39500000000002078</c:v>
              </c:pt>
              <c:pt idx="322">
                <c:v>-0.39000000000002077</c:v>
              </c:pt>
              <c:pt idx="323">
                <c:v>-0.38500000000002077</c:v>
              </c:pt>
              <c:pt idx="324">
                <c:v>-0.38000000000002077</c:v>
              </c:pt>
              <c:pt idx="325">
                <c:v>-0.37500000000002076</c:v>
              </c:pt>
              <c:pt idx="326">
                <c:v>-0.37000000000002076</c:v>
              </c:pt>
              <c:pt idx="327">
                <c:v>-0.36500000000002075</c:v>
              </c:pt>
              <c:pt idx="328">
                <c:v>-0.36000000000002075</c:v>
              </c:pt>
              <c:pt idx="329">
                <c:v>-0.35500000000002074</c:v>
              </c:pt>
              <c:pt idx="330">
                <c:v>-0.35000000000002074</c:v>
              </c:pt>
              <c:pt idx="331">
                <c:v>-0.34500000000002073</c:v>
              </c:pt>
              <c:pt idx="332">
                <c:v>-0.34000000000002073</c:v>
              </c:pt>
              <c:pt idx="333">
                <c:v>-0.33500000000002073</c:v>
              </c:pt>
              <c:pt idx="334">
                <c:v>-0.33000000000002072</c:v>
              </c:pt>
              <c:pt idx="335">
                <c:v>-0.32500000000002072</c:v>
              </c:pt>
              <c:pt idx="336">
                <c:v>-0.32000000000002071</c:v>
              </c:pt>
              <c:pt idx="337">
                <c:v>-0.31500000000002071</c:v>
              </c:pt>
              <c:pt idx="338">
                <c:v>-0.3100000000000207</c:v>
              </c:pt>
              <c:pt idx="339">
                <c:v>-0.3050000000000207</c:v>
              </c:pt>
              <c:pt idx="340">
                <c:v>-0.30000000000002069</c:v>
              </c:pt>
              <c:pt idx="341">
                <c:v>-0.29500000000002069</c:v>
              </c:pt>
              <c:pt idx="342">
                <c:v>-0.29000000000002069</c:v>
              </c:pt>
              <c:pt idx="343">
                <c:v>-0.28500000000002068</c:v>
              </c:pt>
              <c:pt idx="344">
                <c:v>-0.28000000000002068</c:v>
              </c:pt>
              <c:pt idx="345">
                <c:v>-0.27500000000002067</c:v>
              </c:pt>
              <c:pt idx="346">
                <c:v>-0.27000000000002067</c:v>
              </c:pt>
              <c:pt idx="347">
                <c:v>-0.26500000000002066</c:v>
              </c:pt>
              <c:pt idx="348">
                <c:v>-0.26000000000002066</c:v>
              </c:pt>
              <c:pt idx="349">
                <c:v>-0.25500000000002065</c:v>
              </c:pt>
              <c:pt idx="350">
                <c:v>-0.25000000000002065</c:v>
              </c:pt>
              <c:pt idx="351">
                <c:v>-0.24500000000002065</c:v>
              </c:pt>
              <c:pt idx="352">
                <c:v>-0.24000000000002064</c:v>
              </c:pt>
              <c:pt idx="353">
                <c:v>-0.23500000000002064</c:v>
              </c:pt>
              <c:pt idx="354">
                <c:v>-0.23000000000002063</c:v>
              </c:pt>
              <c:pt idx="355">
                <c:v>-0.22500000000002063</c:v>
              </c:pt>
              <c:pt idx="356">
                <c:v>-0.22000000000002062</c:v>
              </c:pt>
              <c:pt idx="357">
                <c:v>-0.21500000000002062</c:v>
              </c:pt>
              <c:pt idx="358">
                <c:v>-0.21000000000002061</c:v>
              </c:pt>
              <c:pt idx="359">
                <c:v>-0.20500000000002061</c:v>
              </c:pt>
              <c:pt idx="360">
                <c:v>-0.20000000000002061</c:v>
              </c:pt>
              <c:pt idx="361">
                <c:v>-0.1950000000000206</c:v>
              </c:pt>
              <c:pt idx="362">
                <c:v>-0.1900000000000206</c:v>
              </c:pt>
              <c:pt idx="363">
                <c:v>-0.18500000000002059</c:v>
              </c:pt>
              <c:pt idx="364">
                <c:v>-0.18000000000002059</c:v>
              </c:pt>
              <c:pt idx="365">
                <c:v>-0.17500000000002058</c:v>
              </c:pt>
              <c:pt idx="366">
                <c:v>-0.17000000000002058</c:v>
              </c:pt>
              <c:pt idx="367">
                <c:v>-0.16500000000002057</c:v>
              </c:pt>
              <c:pt idx="368">
                <c:v>-0.16000000000002057</c:v>
              </c:pt>
              <c:pt idx="369">
                <c:v>-0.15500000000002057</c:v>
              </c:pt>
              <c:pt idx="370">
                <c:v>-0.15000000000002056</c:v>
              </c:pt>
              <c:pt idx="371">
                <c:v>-0.14500000000002056</c:v>
              </c:pt>
              <c:pt idx="372">
                <c:v>-0.14000000000002055</c:v>
              </c:pt>
              <c:pt idx="373">
                <c:v>-0.13500000000002055</c:v>
              </c:pt>
              <c:pt idx="374">
                <c:v>-0.13000000000002054</c:v>
              </c:pt>
              <c:pt idx="375">
                <c:v>-0.12500000000002054</c:v>
              </c:pt>
              <c:pt idx="376">
                <c:v>-0.12000000000002053</c:v>
              </c:pt>
              <c:pt idx="377">
                <c:v>-0.11500000000002053</c:v>
              </c:pt>
              <c:pt idx="378">
                <c:v>-0.11000000000002053</c:v>
              </c:pt>
              <c:pt idx="379">
                <c:v>-0.10500000000002052</c:v>
              </c:pt>
              <c:pt idx="380">
                <c:v>-0.10000000000002052</c:v>
              </c:pt>
              <c:pt idx="381">
                <c:v>-9.5000000000020512E-2</c:v>
              </c:pt>
              <c:pt idx="382">
                <c:v>-9.0000000000020508E-2</c:v>
              </c:pt>
              <c:pt idx="383">
                <c:v>-8.5000000000020504E-2</c:v>
              </c:pt>
              <c:pt idx="384">
                <c:v>-8.0000000000020499E-2</c:v>
              </c:pt>
              <c:pt idx="385">
                <c:v>-7.5000000000020495E-2</c:v>
              </c:pt>
              <c:pt idx="386">
                <c:v>-7.000000000002049E-2</c:v>
              </c:pt>
              <c:pt idx="387">
                <c:v>-6.5000000000020486E-2</c:v>
              </c:pt>
              <c:pt idx="388">
                <c:v>-6.0000000000020488E-2</c:v>
              </c:pt>
              <c:pt idx="389">
                <c:v>-5.5000000000020491E-2</c:v>
              </c:pt>
              <c:pt idx="390">
                <c:v>-5.0000000000020493E-2</c:v>
              </c:pt>
              <c:pt idx="391">
                <c:v>-4.5000000000020496E-2</c:v>
              </c:pt>
              <c:pt idx="392">
                <c:v>-4.0000000000020498E-2</c:v>
              </c:pt>
              <c:pt idx="393">
                <c:v>-3.5000000000020501E-2</c:v>
              </c:pt>
              <c:pt idx="394">
                <c:v>-3.00000000000205E-2</c:v>
              </c:pt>
              <c:pt idx="395">
                <c:v>-2.5000000000020499E-2</c:v>
              </c:pt>
              <c:pt idx="396">
                <c:v>-2.0000000000020498E-2</c:v>
              </c:pt>
              <c:pt idx="397">
                <c:v>-1.5000000000020497E-2</c:v>
              </c:pt>
              <c:pt idx="398">
                <c:v>-1.0000000000020496E-2</c:v>
              </c:pt>
              <c:pt idx="399">
                <c:v>-5.0000000000204959E-3</c:v>
              </c:pt>
              <c:pt idx="400">
                <c:v>-2.0495757868665976E-14</c:v>
              </c:pt>
              <c:pt idx="401">
                <c:v>4.9999999999795043E-3</c:v>
              </c:pt>
              <c:pt idx="402">
                <c:v>9.9999999999795045E-3</c:v>
              </c:pt>
              <c:pt idx="403">
                <c:v>1.4999999999979505E-2</c:v>
              </c:pt>
              <c:pt idx="404">
                <c:v>1.9999999999979506E-2</c:v>
              </c:pt>
              <c:pt idx="405">
                <c:v>2.4999999999979507E-2</c:v>
              </c:pt>
              <c:pt idx="406">
                <c:v>2.9999999999979508E-2</c:v>
              </c:pt>
              <c:pt idx="407">
                <c:v>3.4999999999979506E-2</c:v>
              </c:pt>
              <c:pt idx="408">
                <c:v>3.9999999999979503E-2</c:v>
              </c:pt>
              <c:pt idx="409">
                <c:v>4.4999999999979501E-2</c:v>
              </c:pt>
              <c:pt idx="410">
                <c:v>4.9999999999979498E-2</c:v>
              </c:pt>
              <c:pt idx="411">
                <c:v>5.4999999999979496E-2</c:v>
              </c:pt>
              <c:pt idx="412">
                <c:v>5.9999999999979493E-2</c:v>
              </c:pt>
              <c:pt idx="413">
                <c:v>6.4999999999979491E-2</c:v>
              </c:pt>
              <c:pt idx="414">
                <c:v>6.9999999999979495E-2</c:v>
              </c:pt>
              <c:pt idx="415">
                <c:v>7.49999999999795E-2</c:v>
              </c:pt>
              <c:pt idx="416">
                <c:v>7.9999999999979504E-2</c:v>
              </c:pt>
              <c:pt idx="417">
                <c:v>8.4999999999979509E-2</c:v>
              </c:pt>
              <c:pt idx="418">
                <c:v>8.9999999999979513E-2</c:v>
              </c:pt>
              <c:pt idx="419">
                <c:v>9.4999999999979517E-2</c:v>
              </c:pt>
              <c:pt idx="420">
                <c:v>9.9999999999979522E-2</c:v>
              </c:pt>
              <c:pt idx="421">
                <c:v>0.10499999999997953</c:v>
              </c:pt>
              <c:pt idx="422">
                <c:v>0.10999999999997953</c:v>
              </c:pt>
              <c:pt idx="423">
                <c:v>0.11499999999997954</c:v>
              </c:pt>
              <c:pt idx="424">
                <c:v>0.11999999999997954</c:v>
              </c:pt>
              <c:pt idx="425">
                <c:v>0.12499999999997954</c:v>
              </c:pt>
              <c:pt idx="426">
                <c:v>0.12999999999997955</c:v>
              </c:pt>
              <c:pt idx="427">
                <c:v>0.13499999999997955</c:v>
              </c:pt>
              <c:pt idx="428">
                <c:v>0.13999999999997956</c:v>
              </c:pt>
              <c:pt idx="429">
                <c:v>0.14499999999997956</c:v>
              </c:pt>
              <c:pt idx="430">
                <c:v>0.14999999999997957</c:v>
              </c:pt>
              <c:pt idx="431">
                <c:v>0.15499999999997957</c:v>
              </c:pt>
              <c:pt idx="432">
                <c:v>0.15999999999997958</c:v>
              </c:pt>
              <c:pt idx="433">
                <c:v>0.16499999999997958</c:v>
              </c:pt>
              <c:pt idx="434">
                <c:v>0.16999999999997958</c:v>
              </c:pt>
              <c:pt idx="435">
                <c:v>0.17499999999997959</c:v>
              </c:pt>
              <c:pt idx="436">
                <c:v>0.17999999999997959</c:v>
              </c:pt>
              <c:pt idx="437">
                <c:v>0.1849999999999796</c:v>
              </c:pt>
              <c:pt idx="438">
                <c:v>0.1899999999999796</c:v>
              </c:pt>
              <c:pt idx="439">
                <c:v>0.19499999999997961</c:v>
              </c:pt>
              <c:pt idx="440">
                <c:v>0.19999999999997961</c:v>
              </c:pt>
              <c:pt idx="441">
                <c:v>0.20499999999997962</c:v>
              </c:pt>
              <c:pt idx="442">
                <c:v>0.20999999999997962</c:v>
              </c:pt>
              <c:pt idx="443">
                <c:v>0.21499999999997962</c:v>
              </c:pt>
              <c:pt idx="444">
                <c:v>0.21999999999997963</c:v>
              </c:pt>
              <c:pt idx="445">
                <c:v>0.22499999999997963</c:v>
              </c:pt>
              <c:pt idx="446">
                <c:v>0.22999999999997964</c:v>
              </c:pt>
              <c:pt idx="447">
                <c:v>0.23499999999997964</c:v>
              </c:pt>
              <c:pt idx="448">
                <c:v>0.23999999999997965</c:v>
              </c:pt>
              <c:pt idx="449">
                <c:v>0.24499999999997965</c:v>
              </c:pt>
              <c:pt idx="450">
                <c:v>0.24999999999997966</c:v>
              </c:pt>
              <c:pt idx="451">
                <c:v>0.25499999999997963</c:v>
              </c:pt>
              <c:pt idx="452">
                <c:v>0.25999999999997964</c:v>
              </c:pt>
              <c:pt idx="453">
                <c:v>0.26499999999997964</c:v>
              </c:pt>
              <c:pt idx="454">
                <c:v>0.26999999999997965</c:v>
              </c:pt>
              <c:pt idx="455">
                <c:v>0.27499999999997965</c:v>
              </c:pt>
              <c:pt idx="456">
                <c:v>0.27999999999997965</c:v>
              </c:pt>
              <c:pt idx="457">
                <c:v>0.28499999999997966</c:v>
              </c:pt>
              <c:pt idx="458">
                <c:v>0.28999999999997966</c:v>
              </c:pt>
              <c:pt idx="459">
                <c:v>0.29499999999997967</c:v>
              </c:pt>
              <c:pt idx="460">
                <c:v>0.29999999999997967</c:v>
              </c:pt>
              <c:pt idx="461">
                <c:v>0.30499999999997968</c:v>
              </c:pt>
              <c:pt idx="462">
                <c:v>0.30999999999997968</c:v>
              </c:pt>
              <c:pt idx="463">
                <c:v>0.31499999999997969</c:v>
              </c:pt>
              <c:pt idx="464">
                <c:v>0.31999999999997969</c:v>
              </c:pt>
              <c:pt idx="465">
                <c:v>0.32499999999997969</c:v>
              </c:pt>
              <c:pt idx="466">
                <c:v>0.3299999999999797</c:v>
              </c:pt>
              <c:pt idx="467">
                <c:v>0.3349999999999797</c:v>
              </c:pt>
              <c:pt idx="468">
                <c:v>0.33999999999997971</c:v>
              </c:pt>
              <c:pt idx="469">
                <c:v>0.34499999999997971</c:v>
              </c:pt>
              <c:pt idx="470">
                <c:v>0.34999999999997972</c:v>
              </c:pt>
              <c:pt idx="471">
                <c:v>0.35499999999997972</c:v>
              </c:pt>
              <c:pt idx="472">
                <c:v>0.35999999999997973</c:v>
              </c:pt>
              <c:pt idx="473">
                <c:v>0.36499999999997973</c:v>
              </c:pt>
              <c:pt idx="474">
                <c:v>0.36999999999997973</c:v>
              </c:pt>
              <c:pt idx="475">
                <c:v>0.37499999999997974</c:v>
              </c:pt>
              <c:pt idx="476">
                <c:v>0.37999999999997974</c:v>
              </c:pt>
              <c:pt idx="477">
                <c:v>0.38499999999997975</c:v>
              </c:pt>
              <c:pt idx="478">
                <c:v>0.38999999999997975</c:v>
              </c:pt>
              <c:pt idx="479">
                <c:v>0.39499999999997976</c:v>
              </c:pt>
              <c:pt idx="480">
                <c:v>0.39999999999997976</c:v>
              </c:pt>
              <c:pt idx="481">
                <c:v>0.40499999999997977</c:v>
              </c:pt>
              <c:pt idx="482">
                <c:v>0.40999999999997977</c:v>
              </c:pt>
              <c:pt idx="483">
                <c:v>0.41499999999997977</c:v>
              </c:pt>
              <c:pt idx="484">
                <c:v>0.41999999999997978</c:v>
              </c:pt>
              <c:pt idx="485">
                <c:v>0.42499999999997978</c:v>
              </c:pt>
              <c:pt idx="486">
                <c:v>0.42999999999997979</c:v>
              </c:pt>
              <c:pt idx="487">
                <c:v>0.43499999999997979</c:v>
              </c:pt>
              <c:pt idx="488">
                <c:v>0.4399999999999798</c:v>
              </c:pt>
              <c:pt idx="489">
                <c:v>0.4449999999999798</c:v>
              </c:pt>
              <c:pt idx="490">
                <c:v>0.44999999999997981</c:v>
              </c:pt>
              <c:pt idx="491">
                <c:v>0.45499999999997981</c:v>
              </c:pt>
              <c:pt idx="492">
                <c:v>0.45999999999997981</c:v>
              </c:pt>
              <c:pt idx="493">
                <c:v>0.46499999999997982</c:v>
              </c:pt>
              <c:pt idx="494">
                <c:v>0.46999999999997982</c:v>
              </c:pt>
              <c:pt idx="495">
                <c:v>0.47499999999997983</c:v>
              </c:pt>
              <c:pt idx="496">
                <c:v>0.47999999999997983</c:v>
              </c:pt>
              <c:pt idx="497">
                <c:v>0.48499999999997984</c:v>
              </c:pt>
              <c:pt idx="498">
                <c:v>0.48999999999997984</c:v>
              </c:pt>
              <c:pt idx="499">
                <c:v>0.49499999999997985</c:v>
              </c:pt>
              <c:pt idx="500">
                <c:v>0.49999999999997985</c:v>
              </c:pt>
              <c:pt idx="501">
                <c:v>0.5049999999999798</c:v>
              </c:pt>
              <c:pt idx="502">
                <c:v>0.5099999999999798</c:v>
              </c:pt>
              <c:pt idx="503">
                <c:v>0.51499999999997981</c:v>
              </c:pt>
              <c:pt idx="504">
                <c:v>0.51999999999997981</c:v>
              </c:pt>
              <c:pt idx="505">
                <c:v>0.52499999999997982</c:v>
              </c:pt>
              <c:pt idx="506">
                <c:v>0.52999999999997982</c:v>
              </c:pt>
              <c:pt idx="507">
                <c:v>0.53499999999997983</c:v>
              </c:pt>
              <c:pt idx="508">
                <c:v>0.53999999999997983</c:v>
              </c:pt>
              <c:pt idx="509">
                <c:v>0.54499999999997983</c:v>
              </c:pt>
              <c:pt idx="510">
                <c:v>0.54999999999997984</c:v>
              </c:pt>
              <c:pt idx="511">
                <c:v>0.55499999999997984</c:v>
              </c:pt>
              <c:pt idx="512">
                <c:v>0.55999999999997985</c:v>
              </c:pt>
              <c:pt idx="513">
                <c:v>0.56499999999997985</c:v>
              </c:pt>
              <c:pt idx="514">
                <c:v>0.56999999999997986</c:v>
              </c:pt>
              <c:pt idx="515">
                <c:v>0.57499999999997986</c:v>
              </c:pt>
              <c:pt idx="516">
                <c:v>0.57999999999997986</c:v>
              </c:pt>
              <c:pt idx="517">
                <c:v>0.58499999999997987</c:v>
              </c:pt>
              <c:pt idx="518">
                <c:v>0.58999999999997987</c:v>
              </c:pt>
              <c:pt idx="519">
                <c:v>0.59499999999997988</c:v>
              </c:pt>
              <c:pt idx="520">
                <c:v>0.59999999999997988</c:v>
              </c:pt>
              <c:pt idx="521">
                <c:v>0.60499999999997989</c:v>
              </c:pt>
              <c:pt idx="522">
                <c:v>0.60999999999997989</c:v>
              </c:pt>
              <c:pt idx="523">
                <c:v>0.6149999999999799</c:v>
              </c:pt>
              <c:pt idx="524">
                <c:v>0.6199999999999799</c:v>
              </c:pt>
              <c:pt idx="525">
                <c:v>0.6249999999999799</c:v>
              </c:pt>
              <c:pt idx="526">
                <c:v>0.62999999999997991</c:v>
              </c:pt>
              <c:pt idx="527">
                <c:v>0.63499999999997991</c:v>
              </c:pt>
              <c:pt idx="528">
                <c:v>0.63999999999997992</c:v>
              </c:pt>
              <c:pt idx="529">
                <c:v>0.64499999999997992</c:v>
              </c:pt>
              <c:pt idx="530">
                <c:v>0.64999999999997993</c:v>
              </c:pt>
              <c:pt idx="531">
                <c:v>0.65499999999997993</c:v>
              </c:pt>
              <c:pt idx="532">
                <c:v>0.65999999999997994</c:v>
              </c:pt>
              <c:pt idx="533">
                <c:v>0.66499999999997994</c:v>
              </c:pt>
              <c:pt idx="534">
                <c:v>0.66999999999997994</c:v>
              </c:pt>
              <c:pt idx="535">
                <c:v>0.67499999999997995</c:v>
              </c:pt>
              <c:pt idx="536">
                <c:v>0.67999999999997995</c:v>
              </c:pt>
              <c:pt idx="537">
                <c:v>0.68499999999997996</c:v>
              </c:pt>
              <c:pt idx="538">
                <c:v>0.68999999999997996</c:v>
              </c:pt>
              <c:pt idx="539">
                <c:v>0.69499999999997997</c:v>
              </c:pt>
              <c:pt idx="540">
                <c:v>0.69999999999997997</c:v>
              </c:pt>
              <c:pt idx="541">
                <c:v>0.70499999999997998</c:v>
              </c:pt>
              <c:pt idx="542">
                <c:v>0.70999999999997998</c:v>
              </c:pt>
              <c:pt idx="543">
                <c:v>0.71499999999997998</c:v>
              </c:pt>
              <c:pt idx="544">
                <c:v>0.71999999999997999</c:v>
              </c:pt>
              <c:pt idx="545">
                <c:v>0.72499999999997999</c:v>
              </c:pt>
              <c:pt idx="546">
                <c:v>0.72999999999998</c:v>
              </c:pt>
              <c:pt idx="547">
                <c:v>0.73499999999998</c:v>
              </c:pt>
              <c:pt idx="548">
                <c:v>0.73999999999998001</c:v>
              </c:pt>
              <c:pt idx="549">
                <c:v>0.74499999999998001</c:v>
              </c:pt>
              <c:pt idx="550">
                <c:v>0.74999999999998002</c:v>
              </c:pt>
              <c:pt idx="551">
                <c:v>0.75499999999998002</c:v>
              </c:pt>
              <c:pt idx="552">
                <c:v>0.75999999999998002</c:v>
              </c:pt>
              <c:pt idx="553">
                <c:v>0.76499999999998003</c:v>
              </c:pt>
              <c:pt idx="554">
                <c:v>0.76999999999998003</c:v>
              </c:pt>
              <c:pt idx="555">
                <c:v>0.77499999999998004</c:v>
              </c:pt>
              <c:pt idx="556">
                <c:v>0.77999999999998004</c:v>
              </c:pt>
              <c:pt idx="557">
                <c:v>0.78499999999998005</c:v>
              </c:pt>
              <c:pt idx="558">
                <c:v>0.78999999999998005</c:v>
              </c:pt>
              <c:pt idx="559">
                <c:v>0.79499999999998006</c:v>
              </c:pt>
              <c:pt idx="560">
                <c:v>0.79999999999998006</c:v>
              </c:pt>
              <c:pt idx="561">
                <c:v>0.80499999999998006</c:v>
              </c:pt>
              <c:pt idx="562">
                <c:v>0.80999999999998007</c:v>
              </c:pt>
              <c:pt idx="563">
                <c:v>0.81499999999998007</c:v>
              </c:pt>
              <c:pt idx="564">
                <c:v>0.81999999999998008</c:v>
              </c:pt>
              <c:pt idx="565">
                <c:v>0.82499999999998008</c:v>
              </c:pt>
              <c:pt idx="566">
                <c:v>0.82999999999998009</c:v>
              </c:pt>
              <c:pt idx="567">
                <c:v>0.83499999999998009</c:v>
              </c:pt>
              <c:pt idx="568">
                <c:v>0.8399999999999801</c:v>
              </c:pt>
              <c:pt idx="569">
                <c:v>0.8449999999999801</c:v>
              </c:pt>
              <c:pt idx="570">
                <c:v>0.8499999999999801</c:v>
              </c:pt>
              <c:pt idx="571">
                <c:v>0.85499999999998011</c:v>
              </c:pt>
              <c:pt idx="572">
                <c:v>0.85999999999998011</c:v>
              </c:pt>
              <c:pt idx="573">
                <c:v>0.86499999999998012</c:v>
              </c:pt>
              <c:pt idx="574">
                <c:v>0.86999999999998012</c:v>
              </c:pt>
              <c:pt idx="575">
                <c:v>0.87499999999998013</c:v>
              </c:pt>
              <c:pt idx="576">
                <c:v>0.87999999999998013</c:v>
              </c:pt>
              <c:pt idx="577">
                <c:v>0.88499999999998014</c:v>
              </c:pt>
              <c:pt idx="578">
                <c:v>0.88999999999998014</c:v>
              </c:pt>
              <c:pt idx="579">
                <c:v>0.89499999999998014</c:v>
              </c:pt>
              <c:pt idx="580">
                <c:v>0.89999999999998015</c:v>
              </c:pt>
              <c:pt idx="581">
                <c:v>0.90499999999998015</c:v>
              </c:pt>
              <c:pt idx="582">
                <c:v>0.90999999999998016</c:v>
              </c:pt>
              <c:pt idx="583">
                <c:v>0.91499999999998016</c:v>
              </c:pt>
              <c:pt idx="584">
                <c:v>0.91999999999998017</c:v>
              </c:pt>
              <c:pt idx="585">
                <c:v>0.92499999999998017</c:v>
              </c:pt>
              <c:pt idx="586">
                <c:v>0.92999999999998018</c:v>
              </c:pt>
              <c:pt idx="587">
                <c:v>0.93499999999998018</c:v>
              </c:pt>
              <c:pt idx="588">
                <c:v>0.93999999999998018</c:v>
              </c:pt>
              <c:pt idx="589">
                <c:v>0.94499999999998019</c:v>
              </c:pt>
              <c:pt idx="590">
                <c:v>0.94999999999998019</c:v>
              </c:pt>
              <c:pt idx="591">
                <c:v>0.9549999999999802</c:v>
              </c:pt>
              <c:pt idx="592">
                <c:v>0.9599999999999802</c:v>
              </c:pt>
              <c:pt idx="593">
                <c:v>0.96499999999998021</c:v>
              </c:pt>
              <c:pt idx="594">
                <c:v>0.96999999999998021</c:v>
              </c:pt>
              <c:pt idx="595">
                <c:v>0.97499999999998022</c:v>
              </c:pt>
              <c:pt idx="596">
                <c:v>0.97999999999998022</c:v>
              </c:pt>
              <c:pt idx="597">
                <c:v>0.98499999999998022</c:v>
              </c:pt>
              <c:pt idx="598">
                <c:v>0.98999999999998023</c:v>
              </c:pt>
              <c:pt idx="599">
                <c:v>0.99499999999998023</c:v>
              </c:pt>
              <c:pt idx="600">
                <c:v>0.99999999999998024</c:v>
              </c:pt>
              <c:pt idx="601">
                <c:v>1.0049999999999801</c:v>
              </c:pt>
              <c:pt idx="602">
                <c:v>1.00999999999998</c:v>
              </c:pt>
              <c:pt idx="603">
                <c:v>1.0149999999999799</c:v>
              </c:pt>
              <c:pt idx="604">
                <c:v>1.0199999999999798</c:v>
              </c:pt>
              <c:pt idx="605">
                <c:v>1.0249999999999797</c:v>
              </c:pt>
              <c:pt idx="606">
                <c:v>1.0299999999999796</c:v>
              </c:pt>
              <c:pt idx="607">
                <c:v>1.0349999999999795</c:v>
              </c:pt>
              <c:pt idx="608">
                <c:v>1.0399999999999794</c:v>
              </c:pt>
              <c:pt idx="609">
                <c:v>1.0449999999999793</c:v>
              </c:pt>
              <c:pt idx="610">
                <c:v>1.0499999999999792</c:v>
              </c:pt>
              <c:pt idx="611">
                <c:v>1.0549999999999791</c:v>
              </c:pt>
              <c:pt idx="612">
                <c:v>1.059999999999979</c:v>
              </c:pt>
              <c:pt idx="613">
                <c:v>1.0649999999999789</c:v>
              </c:pt>
              <c:pt idx="614">
                <c:v>1.0699999999999787</c:v>
              </c:pt>
              <c:pt idx="615">
                <c:v>1.0749999999999786</c:v>
              </c:pt>
              <c:pt idx="616">
                <c:v>1.0799999999999785</c:v>
              </c:pt>
              <c:pt idx="617">
                <c:v>1.0849999999999784</c:v>
              </c:pt>
              <c:pt idx="618">
                <c:v>1.0899999999999783</c:v>
              </c:pt>
              <c:pt idx="619">
                <c:v>1.0949999999999782</c:v>
              </c:pt>
              <c:pt idx="620">
                <c:v>1.0999999999999781</c:v>
              </c:pt>
              <c:pt idx="621">
                <c:v>1.104999999999978</c:v>
              </c:pt>
              <c:pt idx="622">
                <c:v>1.1099999999999779</c:v>
              </c:pt>
              <c:pt idx="623">
                <c:v>1.1149999999999778</c:v>
              </c:pt>
              <c:pt idx="624">
                <c:v>1.1199999999999777</c:v>
              </c:pt>
              <c:pt idx="625">
                <c:v>1.1249999999999776</c:v>
              </c:pt>
              <c:pt idx="626">
                <c:v>1.1299999999999775</c:v>
              </c:pt>
              <c:pt idx="627">
                <c:v>1.1349999999999774</c:v>
              </c:pt>
              <c:pt idx="628">
                <c:v>1.1399999999999773</c:v>
              </c:pt>
              <c:pt idx="629">
                <c:v>1.1449999999999771</c:v>
              </c:pt>
              <c:pt idx="630">
                <c:v>1.149999999999977</c:v>
              </c:pt>
              <c:pt idx="631">
                <c:v>1.1549999999999769</c:v>
              </c:pt>
              <c:pt idx="632">
                <c:v>1.1599999999999768</c:v>
              </c:pt>
              <c:pt idx="633">
                <c:v>1.1649999999999767</c:v>
              </c:pt>
              <c:pt idx="634">
                <c:v>1.1699999999999766</c:v>
              </c:pt>
              <c:pt idx="635">
                <c:v>1.1749999999999765</c:v>
              </c:pt>
              <c:pt idx="636">
                <c:v>1.1799999999999764</c:v>
              </c:pt>
              <c:pt idx="637">
                <c:v>1.1849999999999763</c:v>
              </c:pt>
              <c:pt idx="638">
                <c:v>1.1899999999999762</c:v>
              </c:pt>
              <c:pt idx="639">
                <c:v>1.1949999999999761</c:v>
              </c:pt>
              <c:pt idx="640">
                <c:v>1.199999999999976</c:v>
              </c:pt>
              <c:pt idx="641">
                <c:v>1.2049999999999759</c:v>
              </c:pt>
              <c:pt idx="642">
                <c:v>1.2099999999999758</c:v>
              </c:pt>
              <c:pt idx="643">
                <c:v>1.2149999999999757</c:v>
              </c:pt>
              <c:pt idx="644">
                <c:v>1.2199999999999755</c:v>
              </c:pt>
              <c:pt idx="645">
                <c:v>1.2249999999999754</c:v>
              </c:pt>
              <c:pt idx="646">
                <c:v>1.2299999999999753</c:v>
              </c:pt>
              <c:pt idx="647">
                <c:v>1.2349999999999752</c:v>
              </c:pt>
              <c:pt idx="648">
                <c:v>1.2399999999999751</c:v>
              </c:pt>
              <c:pt idx="649">
                <c:v>1.244999999999975</c:v>
              </c:pt>
              <c:pt idx="650">
                <c:v>1.2499999999999749</c:v>
              </c:pt>
              <c:pt idx="651">
                <c:v>1.2549999999999748</c:v>
              </c:pt>
              <c:pt idx="652">
                <c:v>1.2599999999999747</c:v>
              </c:pt>
              <c:pt idx="653">
                <c:v>1.2649999999999746</c:v>
              </c:pt>
              <c:pt idx="654">
                <c:v>1.2699999999999745</c:v>
              </c:pt>
              <c:pt idx="655">
                <c:v>1.2749999999999744</c:v>
              </c:pt>
              <c:pt idx="656">
                <c:v>1.2799999999999743</c:v>
              </c:pt>
              <c:pt idx="657">
                <c:v>1.2849999999999742</c:v>
              </c:pt>
              <c:pt idx="658">
                <c:v>1.2899999999999741</c:v>
              </c:pt>
              <c:pt idx="659">
                <c:v>1.2949999999999739</c:v>
              </c:pt>
              <c:pt idx="660">
                <c:v>1.2999999999999738</c:v>
              </c:pt>
              <c:pt idx="661">
                <c:v>1.3049999999999737</c:v>
              </c:pt>
              <c:pt idx="662">
                <c:v>1.3099999999999736</c:v>
              </c:pt>
              <c:pt idx="663">
                <c:v>1.3149999999999735</c:v>
              </c:pt>
              <c:pt idx="664">
                <c:v>1.3199999999999734</c:v>
              </c:pt>
              <c:pt idx="665">
                <c:v>1.3249999999999733</c:v>
              </c:pt>
              <c:pt idx="666">
                <c:v>1.3299999999999732</c:v>
              </c:pt>
              <c:pt idx="667">
                <c:v>1.3349999999999731</c:v>
              </c:pt>
              <c:pt idx="668">
                <c:v>1.339999999999973</c:v>
              </c:pt>
              <c:pt idx="669">
                <c:v>1.3449999999999729</c:v>
              </c:pt>
              <c:pt idx="670">
                <c:v>1.3499999999999728</c:v>
              </c:pt>
              <c:pt idx="671">
                <c:v>1.3549999999999727</c:v>
              </c:pt>
              <c:pt idx="672">
                <c:v>1.3599999999999726</c:v>
              </c:pt>
              <c:pt idx="673">
                <c:v>1.3649999999999725</c:v>
              </c:pt>
              <c:pt idx="674">
                <c:v>1.3699999999999724</c:v>
              </c:pt>
              <c:pt idx="675">
                <c:v>1.3749999999999722</c:v>
              </c:pt>
              <c:pt idx="676">
                <c:v>1.3799999999999721</c:v>
              </c:pt>
              <c:pt idx="677">
                <c:v>1.384999999999972</c:v>
              </c:pt>
              <c:pt idx="678">
                <c:v>1.3899999999999719</c:v>
              </c:pt>
              <c:pt idx="679">
                <c:v>1.3949999999999718</c:v>
              </c:pt>
              <c:pt idx="680">
                <c:v>1.3999999999999717</c:v>
              </c:pt>
              <c:pt idx="681">
                <c:v>1.4049999999999716</c:v>
              </c:pt>
              <c:pt idx="682">
                <c:v>1.4099999999999715</c:v>
              </c:pt>
              <c:pt idx="683">
                <c:v>1.4149999999999714</c:v>
              </c:pt>
              <c:pt idx="684">
                <c:v>1.4199999999999713</c:v>
              </c:pt>
              <c:pt idx="685">
                <c:v>1.4249999999999712</c:v>
              </c:pt>
              <c:pt idx="686">
                <c:v>1.4299999999999711</c:v>
              </c:pt>
              <c:pt idx="687">
                <c:v>1.434999999999971</c:v>
              </c:pt>
              <c:pt idx="688">
                <c:v>1.4399999999999709</c:v>
              </c:pt>
              <c:pt idx="689">
                <c:v>1.4449999999999708</c:v>
              </c:pt>
              <c:pt idx="690">
                <c:v>1.4499999999999706</c:v>
              </c:pt>
              <c:pt idx="691">
                <c:v>1.4549999999999705</c:v>
              </c:pt>
              <c:pt idx="692">
                <c:v>1.4599999999999704</c:v>
              </c:pt>
              <c:pt idx="693">
                <c:v>1.4649999999999703</c:v>
              </c:pt>
              <c:pt idx="694">
                <c:v>1.4699999999999702</c:v>
              </c:pt>
              <c:pt idx="695">
                <c:v>1.4749999999999701</c:v>
              </c:pt>
              <c:pt idx="696">
                <c:v>1.47999999999997</c:v>
              </c:pt>
              <c:pt idx="697">
                <c:v>1.4849999999999699</c:v>
              </c:pt>
              <c:pt idx="698">
                <c:v>1.4899999999999698</c:v>
              </c:pt>
              <c:pt idx="699">
                <c:v>1.4949999999999697</c:v>
              </c:pt>
              <c:pt idx="700">
                <c:v>1.4999999999999696</c:v>
              </c:pt>
              <c:pt idx="701">
                <c:v>1.5049999999999695</c:v>
              </c:pt>
              <c:pt idx="702">
                <c:v>1.5099999999999694</c:v>
              </c:pt>
              <c:pt idx="703">
                <c:v>1.5149999999999693</c:v>
              </c:pt>
              <c:pt idx="704">
                <c:v>1.5199999999999692</c:v>
              </c:pt>
              <c:pt idx="705">
                <c:v>1.524999999999969</c:v>
              </c:pt>
              <c:pt idx="706">
                <c:v>1.5299999999999689</c:v>
              </c:pt>
              <c:pt idx="707">
                <c:v>1.5349999999999688</c:v>
              </c:pt>
              <c:pt idx="708">
                <c:v>1.5399999999999687</c:v>
              </c:pt>
              <c:pt idx="709">
                <c:v>1.5449999999999686</c:v>
              </c:pt>
              <c:pt idx="710">
                <c:v>1.5499999999999685</c:v>
              </c:pt>
              <c:pt idx="711">
                <c:v>1.5549999999999684</c:v>
              </c:pt>
              <c:pt idx="712">
                <c:v>1.5599999999999683</c:v>
              </c:pt>
              <c:pt idx="713">
                <c:v>1.5649999999999682</c:v>
              </c:pt>
              <c:pt idx="714">
                <c:v>1.5699999999999681</c:v>
              </c:pt>
              <c:pt idx="715">
                <c:v>1.574999999999968</c:v>
              </c:pt>
              <c:pt idx="716">
                <c:v>1.5799999999999679</c:v>
              </c:pt>
              <c:pt idx="717">
                <c:v>1.5849999999999678</c:v>
              </c:pt>
              <c:pt idx="718">
                <c:v>1.5899999999999677</c:v>
              </c:pt>
              <c:pt idx="719">
                <c:v>1.5949999999999676</c:v>
              </c:pt>
              <c:pt idx="720">
                <c:v>1.5999999999999674</c:v>
              </c:pt>
              <c:pt idx="721">
                <c:v>1.6049999999999673</c:v>
              </c:pt>
              <c:pt idx="722">
                <c:v>1.6099999999999672</c:v>
              </c:pt>
              <c:pt idx="723">
                <c:v>1.6149999999999671</c:v>
              </c:pt>
              <c:pt idx="724">
                <c:v>1.619999999999967</c:v>
              </c:pt>
              <c:pt idx="725">
                <c:v>1.6249999999999669</c:v>
              </c:pt>
              <c:pt idx="726">
                <c:v>1.6299999999999668</c:v>
              </c:pt>
              <c:pt idx="727">
                <c:v>1.6349999999999667</c:v>
              </c:pt>
              <c:pt idx="728">
                <c:v>1.6399999999999666</c:v>
              </c:pt>
              <c:pt idx="729">
                <c:v>1.6449999999999665</c:v>
              </c:pt>
              <c:pt idx="730">
                <c:v>1.6499999999999664</c:v>
              </c:pt>
              <c:pt idx="731">
                <c:v>1.6549999999999663</c:v>
              </c:pt>
              <c:pt idx="732">
                <c:v>1.6599999999999662</c:v>
              </c:pt>
              <c:pt idx="733">
                <c:v>1.6649999999999661</c:v>
              </c:pt>
              <c:pt idx="734">
                <c:v>1.669999999999966</c:v>
              </c:pt>
              <c:pt idx="735">
                <c:v>1.6749999999999658</c:v>
              </c:pt>
              <c:pt idx="736">
                <c:v>1.6799999999999657</c:v>
              </c:pt>
              <c:pt idx="737">
                <c:v>1.6849999999999656</c:v>
              </c:pt>
              <c:pt idx="738">
                <c:v>1.6899999999999655</c:v>
              </c:pt>
              <c:pt idx="739">
                <c:v>1.6949999999999654</c:v>
              </c:pt>
              <c:pt idx="740">
                <c:v>1.6999999999999653</c:v>
              </c:pt>
              <c:pt idx="741">
                <c:v>1.7049999999999652</c:v>
              </c:pt>
              <c:pt idx="742">
                <c:v>1.7099999999999651</c:v>
              </c:pt>
              <c:pt idx="743">
                <c:v>1.714999999999965</c:v>
              </c:pt>
              <c:pt idx="744">
                <c:v>1.7199999999999649</c:v>
              </c:pt>
              <c:pt idx="745">
                <c:v>1.7249999999999648</c:v>
              </c:pt>
              <c:pt idx="746">
                <c:v>1.7299999999999647</c:v>
              </c:pt>
              <c:pt idx="747">
                <c:v>1.7349999999999646</c:v>
              </c:pt>
              <c:pt idx="748">
                <c:v>1.7399999999999645</c:v>
              </c:pt>
              <c:pt idx="749">
                <c:v>1.7449999999999644</c:v>
              </c:pt>
              <c:pt idx="750">
                <c:v>1.7499999999999643</c:v>
              </c:pt>
              <c:pt idx="751">
                <c:v>1.7549999999999641</c:v>
              </c:pt>
              <c:pt idx="752">
                <c:v>1.759999999999964</c:v>
              </c:pt>
              <c:pt idx="753">
                <c:v>1.7649999999999639</c:v>
              </c:pt>
              <c:pt idx="754">
                <c:v>1.7699999999999638</c:v>
              </c:pt>
              <c:pt idx="755">
                <c:v>1.7749999999999637</c:v>
              </c:pt>
              <c:pt idx="756">
                <c:v>1.7799999999999636</c:v>
              </c:pt>
              <c:pt idx="757">
                <c:v>1.7849999999999635</c:v>
              </c:pt>
              <c:pt idx="758">
                <c:v>1.7899999999999634</c:v>
              </c:pt>
              <c:pt idx="759">
                <c:v>1.7949999999999633</c:v>
              </c:pt>
              <c:pt idx="760">
                <c:v>1.7999999999999632</c:v>
              </c:pt>
              <c:pt idx="761">
                <c:v>1.8049999999999631</c:v>
              </c:pt>
              <c:pt idx="762">
                <c:v>1.809999999999963</c:v>
              </c:pt>
              <c:pt idx="763">
                <c:v>1.8149999999999629</c:v>
              </c:pt>
              <c:pt idx="764">
                <c:v>1.8199999999999628</c:v>
              </c:pt>
              <c:pt idx="765">
                <c:v>1.8249999999999627</c:v>
              </c:pt>
              <c:pt idx="766">
                <c:v>1.8299999999999625</c:v>
              </c:pt>
              <c:pt idx="767">
                <c:v>1.8349999999999624</c:v>
              </c:pt>
              <c:pt idx="768">
                <c:v>1.8399999999999623</c:v>
              </c:pt>
              <c:pt idx="769">
                <c:v>1.8449999999999622</c:v>
              </c:pt>
              <c:pt idx="770">
                <c:v>1.8499999999999621</c:v>
              </c:pt>
              <c:pt idx="771">
                <c:v>1.854999999999962</c:v>
              </c:pt>
              <c:pt idx="772">
                <c:v>1.8599999999999619</c:v>
              </c:pt>
              <c:pt idx="773">
                <c:v>1.8649999999999618</c:v>
              </c:pt>
              <c:pt idx="774">
                <c:v>1.8699999999999617</c:v>
              </c:pt>
              <c:pt idx="775">
                <c:v>1.8749999999999616</c:v>
              </c:pt>
              <c:pt idx="776">
                <c:v>1.8799999999999615</c:v>
              </c:pt>
              <c:pt idx="777">
                <c:v>1.8849999999999614</c:v>
              </c:pt>
              <c:pt idx="778">
                <c:v>1.8899999999999613</c:v>
              </c:pt>
              <c:pt idx="779">
                <c:v>1.8949999999999612</c:v>
              </c:pt>
              <c:pt idx="780">
                <c:v>1.8999999999999611</c:v>
              </c:pt>
              <c:pt idx="781">
                <c:v>1.9049999999999609</c:v>
              </c:pt>
              <c:pt idx="782">
                <c:v>1.9099999999999608</c:v>
              </c:pt>
              <c:pt idx="783">
                <c:v>1.9149999999999607</c:v>
              </c:pt>
              <c:pt idx="784">
                <c:v>1.9199999999999606</c:v>
              </c:pt>
              <c:pt idx="785">
                <c:v>1.9249999999999605</c:v>
              </c:pt>
              <c:pt idx="786">
                <c:v>1.9299999999999604</c:v>
              </c:pt>
              <c:pt idx="787">
                <c:v>1.9349999999999603</c:v>
              </c:pt>
              <c:pt idx="788">
                <c:v>1.9399999999999602</c:v>
              </c:pt>
              <c:pt idx="789">
                <c:v>1.9449999999999601</c:v>
              </c:pt>
              <c:pt idx="790">
                <c:v>1.94999999999996</c:v>
              </c:pt>
              <c:pt idx="791">
                <c:v>1.9549999999999599</c:v>
              </c:pt>
              <c:pt idx="792">
                <c:v>1.9599999999999598</c:v>
              </c:pt>
              <c:pt idx="793">
                <c:v>1.9649999999999597</c:v>
              </c:pt>
              <c:pt idx="794">
                <c:v>1.9699999999999596</c:v>
              </c:pt>
              <c:pt idx="795">
                <c:v>1.9749999999999595</c:v>
              </c:pt>
              <c:pt idx="796">
                <c:v>1.9799999999999593</c:v>
              </c:pt>
              <c:pt idx="797">
                <c:v>1.9849999999999592</c:v>
              </c:pt>
              <c:pt idx="798">
                <c:v>1.9899999999999591</c:v>
              </c:pt>
              <c:pt idx="799">
                <c:v>1.994999999999959</c:v>
              </c:pt>
              <c:pt idx="800">
                <c:v>1.9999999999999589</c:v>
              </c:pt>
            </c:numLit>
          </c:xVal>
          <c:yVal>
            <c:numLit>
              <c:formatCode>0</c:formatCode>
              <c:ptCount val="801"/>
              <c:pt idx="0">
                <c:v>-40</c:v>
              </c:pt>
              <c:pt idx="1">
                <c:v>-40</c:v>
              </c:pt>
              <c:pt idx="2">
                <c:v>-40</c:v>
              </c:pt>
              <c:pt idx="3">
                <c:v>-40</c:v>
              </c:pt>
              <c:pt idx="4">
                <c:v>-40</c:v>
              </c:pt>
              <c:pt idx="5">
                <c:v>-40</c:v>
              </c:pt>
              <c:pt idx="6">
                <c:v>-40</c:v>
              </c:pt>
              <c:pt idx="7">
                <c:v>-40</c:v>
              </c:pt>
              <c:pt idx="8">
                <c:v>-40</c:v>
              </c:pt>
              <c:pt idx="9">
                <c:v>-40</c:v>
              </c:pt>
              <c:pt idx="10">
                <c:v>-40</c:v>
              </c:pt>
              <c:pt idx="11">
                <c:v>-40</c:v>
              </c:pt>
              <c:pt idx="12">
                <c:v>-40</c:v>
              </c:pt>
              <c:pt idx="13">
                <c:v>-40</c:v>
              </c:pt>
              <c:pt idx="14">
                <c:v>-40</c:v>
              </c:pt>
              <c:pt idx="15">
                <c:v>-40</c:v>
              </c:pt>
              <c:pt idx="16">
                <c:v>-40</c:v>
              </c:pt>
              <c:pt idx="17">
                <c:v>-40</c:v>
              </c:pt>
              <c:pt idx="18">
                <c:v>-40</c:v>
              </c:pt>
              <c:pt idx="19">
                <c:v>-40</c:v>
              </c:pt>
              <c:pt idx="20">
                <c:v>-40</c:v>
              </c:pt>
              <c:pt idx="21">
                <c:v>-40</c:v>
              </c:pt>
              <c:pt idx="22">
                <c:v>-40</c:v>
              </c:pt>
              <c:pt idx="23">
                <c:v>-40</c:v>
              </c:pt>
              <c:pt idx="24">
                <c:v>-40</c:v>
              </c:pt>
              <c:pt idx="25">
                <c:v>-40</c:v>
              </c:pt>
              <c:pt idx="26">
                <c:v>-40</c:v>
              </c:pt>
              <c:pt idx="27">
                <c:v>-40</c:v>
              </c:pt>
              <c:pt idx="28">
                <c:v>-40</c:v>
              </c:pt>
              <c:pt idx="29">
                <c:v>-40</c:v>
              </c:pt>
              <c:pt idx="30">
                <c:v>-40</c:v>
              </c:pt>
              <c:pt idx="31">
                <c:v>-40</c:v>
              </c:pt>
              <c:pt idx="32">
                <c:v>-40</c:v>
              </c:pt>
              <c:pt idx="33">
                <c:v>-40</c:v>
              </c:pt>
              <c:pt idx="34">
                <c:v>-40</c:v>
              </c:pt>
              <c:pt idx="35">
                <c:v>-40</c:v>
              </c:pt>
              <c:pt idx="36">
                <c:v>-40</c:v>
              </c:pt>
              <c:pt idx="37">
                <c:v>-40</c:v>
              </c:pt>
              <c:pt idx="38">
                <c:v>-40</c:v>
              </c:pt>
              <c:pt idx="39">
                <c:v>-40</c:v>
              </c:pt>
              <c:pt idx="40">
                <c:v>-40</c:v>
              </c:pt>
              <c:pt idx="41">
                <c:v>-40</c:v>
              </c:pt>
              <c:pt idx="42">
                <c:v>-40</c:v>
              </c:pt>
              <c:pt idx="43">
                <c:v>-40</c:v>
              </c:pt>
              <c:pt idx="44">
                <c:v>-40</c:v>
              </c:pt>
              <c:pt idx="45">
                <c:v>-40</c:v>
              </c:pt>
              <c:pt idx="46">
                <c:v>-40</c:v>
              </c:pt>
              <c:pt idx="47">
                <c:v>-40</c:v>
              </c:pt>
              <c:pt idx="48">
                <c:v>-40</c:v>
              </c:pt>
              <c:pt idx="49">
                <c:v>-40</c:v>
              </c:pt>
              <c:pt idx="50">
                <c:v>-40</c:v>
              </c:pt>
              <c:pt idx="51">
                <c:v>-40</c:v>
              </c:pt>
              <c:pt idx="52">
                <c:v>-40</c:v>
              </c:pt>
              <c:pt idx="53">
                <c:v>-40</c:v>
              </c:pt>
              <c:pt idx="54">
                <c:v>-40</c:v>
              </c:pt>
              <c:pt idx="55">
                <c:v>-40</c:v>
              </c:pt>
              <c:pt idx="56">
                <c:v>-40</c:v>
              </c:pt>
              <c:pt idx="57">
                <c:v>-40</c:v>
              </c:pt>
              <c:pt idx="58">
                <c:v>-40</c:v>
              </c:pt>
              <c:pt idx="59">
                <c:v>-40</c:v>
              </c:pt>
              <c:pt idx="60">
                <c:v>-40</c:v>
              </c:pt>
              <c:pt idx="61">
                <c:v>-40</c:v>
              </c:pt>
              <c:pt idx="62">
                <c:v>-40</c:v>
              </c:pt>
              <c:pt idx="63">
                <c:v>-40</c:v>
              </c:pt>
              <c:pt idx="64">
                <c:v>-40</c:v>
              </c:pt>
              <c:pt idx="65">
                <c:v>-40</c:v>
              </c:pt>
              <c:pt idx="66">
                <c:v>-40</c:v>
              </c:pt>
              <c:pt idx="67">
                <c:v>-40</c:v>
              </c:pt>
              <c:pt idx="68">
                <c:v>-40</c:v>
              </c:pt>
              <c:pt idx="69">
                <c:v>-40</c:v>
              </c:pt>
              <c:pt idx="70">
                <c:v>-40</c:v>
              </c:pt>
              <c:pt idx="71">
                <c:v>-40</c:v>
              </c:pt>
              <c:pt idx="72">
                <c:v>-40</c:v>
              </c:pt>
              <c:pt idx="73">
                <c:v>-40</c:v>
              </c:pt>
              <c:pt idx="74">
                <c:v>-40</c:v>
              </c:pt>
              <c:pt idx="75">
                <c:v>-40</c:v>
              </c:pt>
              <c:pt idx="76">
                <c:v>-40</c:v>
              </c:pt>
              <c:pt idx="77">
                <c:v>-40</c:v>
              </c:pt>
              <c:pt idx="78">
                <c:v>-40</c:v>
              </c:pt>
              <c:pt idx="79">
                <c:v>-40</c:v>
              </c:pt>
              <c:pt idx="80">
                <c:v>-40</c:v>
              </c:pt>
              <c:pt idx="81">
                <c:v>-40</c:v>
              </c:pt>
              <c:pt idx="82">
                <c:v>-40</c:v>
              </c:pt>
              <c:pt idx="83">
                <c:v>-40</c:v>
              </c:pt>
              <c:pt idx="84">
                <c:v>-40</c:v>
              </c:pt>
              <c:pt idx="85">
                <c:v>-40</c:v>
              </c:pt>
              <c:pt idx="86">
                <c:v>-40</c:v>
              </c:pt>
              <c:pt idx="87">
                <c:v>-40</c:v>
              </c:pt>
              <c:pt idx="88">
                <c:v>-40</c:v>
              </c:pt>
              <c:pt idx="89">
                <c:v>-40</c:v>
              </c:pt>
              <c:pt idx="90">
                <c:v>-40</c:v>
              </c:pt>
              <c:pt idx="91">
                <c:v>-40</c:v>
              </c:pt>
              <c:pt idx="92">
                <c:v>-40</c:v>
              </c:pt>
              <c:pt idx="93">
                <c:v>-40</c:v>
              </c:pt>
              <c:pt idx="94">
                <c:v>-40</c:v>
              </c:pt>
              <c:pt idx="95">
                <c:v>-40</c:v>
              </c:pt>
              <c:pt idx="96">
                <c:v>-40</c:v>
              </c:pt>
              <c:pt idx="97">
                <c:v>-40</c:v>
              </c:pt>
              <c:pt idx="98">
                <c:v>-40</c:v>
              </c:pt>
              <c:pt idx="99">
                <c:v>-40</c:v>
              </c:pt>
              <c:pt idx="100">
                <c:v>-40</c:v>
              </c:pt>
              <c:pt idx="101">
                <c:v>-40</c:v>
              </c:pt>
              <c:pt idx="102">
                <c:v>-40</c:v>
              </c:pt>
              <c:pt idx="103">
                <c:v>-40</c:v>
              </c:pt>
              <c:pt idx="104">
                <c:v>-40</c:v>
              </c:pt>
              <c:pt idx="105">
                <c:v>-40</c:v>
              </c:pt>
              <c:pt idx="106">
                <c:v>-40</c:v>
              </c:pt>
              <c:pt idx="107">
                <c:v>-40</c:v>
              </c:pt>
              <c:pt idx="108">
                <c:v>-40</c:v>
              </c:pt>
              <c:pt idx="109">
                <c:v>-40</c:v>
              </c:pt>
              <c:pt idx="110">
                <c:v>-40</c:v>
              </c:pt>
              <c:pt idx="111">
                <c:v>-40</c:v>
              </c:pt>
              <c:pt idx="112">
                <c:v>-40</c:v>
              </c:pt>
              <c:pt idx="113">
                <c:v>-40</c:v>
              </c:pt>
              <c:pt idx="114">
                <c:v>-40</c:v>
              </c:pt>
              <c:pt idx="115">
                <c:v>-40</c:v>
              </c:pt>
              <c:pt idx="116">
                <c:v>-40</c:v>
              </c:pt>
              <c:pt idx="117">
                <c:v>-40</c:v>
              </c:pt>
              <c:pt idx="118">
                <c:v>-40</c:v>
              </c:pt>
              <c:pt idx="119">
                <c:v>-40</c:v>
              </c:pt>
              <c:pt idx="120">
                <c:v>-40</c:v>
              </c:pt>
              <c:pt idx="121">
                <c:v>-40</c:v>
              </c:pt>
              <c:pt idx="122">
                <c:v>-40</c:v>
              </c:pt>
              <c:pt idx="123">
                <c:v>-40</c:v>
              </c:pt>
              <c:pt idx="124">
                <c:v>-40</c:v>
              </c:pt>
              <c:pt idx="125">
                <c:v>-40</c:v>
              </c:pt>
              <c:pt idx="126">
                <c:v>-40</c:v>
              </c:pt>
              <c:pt idx="127">
                <c:v>-40</c:v>
              </c:pt>
              <c:pt idx="128">
                <c:v>-40</c:v>
              </c:pt>
              <c:pt idx="129">
                <c:v>-40</c:v>
              </c:pt>
              <c:pt idx="130">
                <c:v>-40</c:v>
              </c:pt>
              <c:pt idx="131">
                <c:v>-40</c:v>
              </c:pt>
              <c:pt idx="132">
                <c:v>-40</c:v>
              </c:pt>
              <c:pt idx="133">
                <c:v>-40</c:v>
              </c:pt>
              <c:pt idx="134">
                <c:v>-40</c:v>
              </c:pt>
              <c:pt idx="135">
                <c:v>-40</c:v>
              </c:pt>
              <c:pt idx="136">
                <c:v>-40</c:v>
              </c:pt>
              <c:pt idx="137">
                <c:v>-40</c:v>
              </c:pt>
              <c:pt idx="138">
                <c:v>-40</c:v>
              </c:pt>
              <c:pt idx="139">
                <c:v>-40</c:v>
              </c:pt>
              <c:pt idx="140">
                <c:v>-40</c:v>
              </c:pt>
              <c:pt idx="141">
                <c:v>-40</c:v>
              </c:pt>
              <c:pt idx="142">
                <c:v>-40</c:v>
              </c:pt>
              <c:pt idx="143">
                <c:v>-40</c:v>
              </c:pt>
              <c:pt idx="144">
                <c:v>-40</c:v>
              </c:pt>
              <c:pt idx="145">
                <c:v>-40</c:v>
              </c:pt>
              <c:pt idx="146">
                <c:v>-40</c:v>
              </c:pt>
              <c:pt idx="147">
                <c:v>-40</c:v>
              </c:pt>
              <c:pt idx="148">
                <c:v>-40</c:v>
              </c:pt>
              <c:pt idx="149">
                <c:v>-40</c:v>
              </c:pt>
              <c:pt idx="150">
                <c:v>-40</c:v>
              </c:pt>
              <c:pt idx="151">
                <c:v>-40</c:v>
              </c:pt>
              <c:pt idx="152">
                <c:v>-40</c:v>
              </c:pt>
              <c:pt idx="153">
                <c:v>-40</c:v>
              </c:pt>
              <c:pt idx="154">
                <c:v>-40</c:v>
              </c:pt>
              <c:pt idx="155">
                <c:v>-40</c:v>
              </c:pt>
              <c:pt idx="156">
                <c:v>-40</c:v>
              </c:pt>
              <c:pt idx="157">
                <c:v>-40</c:v>
              </c:pt>
              <c:pt idx="158">
                <c:v>-40</c:v>
              </c:pt>
              <c:pt idx="159">
                <c:v>-40</c:v>
              </c:pt>
              <c:pt idx="160">
                <c:v>-40</c:v>
              </c:pt>
              <c:pt idx="161">
                <c:v>-40</c:v>
              </c:pt>
              <c:pt idx="162">
                <c:v>-40</c:v>
              </c:pt>
              <c:pt idx="163">
                <c:v>-40</c:v>
              </c:pt>
              <c:pt idx="164">
                <c:v>-40</c:v>
              </c:pt>
              <c:pt idx="165">
                <c:v>-40</c:v>
              </c:pt>
              <c:pt idx="166">
                <c:v>-40</c:v>
              </c:pt>
              <c:pt idx="167">
                <c:v>-40</c:v>
              </c:pt>
              <c:pt idx="168">
                <c:v>-40</c:v>
              </c:pt>
              <c:pt idx="169">
                <c:v>-40</c:v>
              </c:pt>
              <c:pt idx="170">
                <c:v>-40</c:v>
              </c:pt>
              <c:pt idx="171">
                <c:v>-40</c:v>
              </c:pt>
              <c:pt idx="172">
                <c:v>-40</c:v>
              </c:pt>
              <c:pt idx="173">
                <c:v>-40</c:v>
              </c:pt>
              <c:pt idx="174">
                <c:v>-40</c:v>
              </c:pt>
              <c:pt idx="175">
                <c:v>-40</c:v>
              </c:pt>
              <c:pt idx="176">
                <c:v>-40</c:v>
              </c:pt>
              <c:pt idx="177">
                <c:v>-40</c:v>
              </c:pt>
              <c:pt idx="178">
                <c:v>-40</c:v>
              </c:pt>
              <c:pt idx="179">
                <c:v>-40</c:v>
              </c:pt>
              <c:pt idx="180">
                <c:v>-40</c:v>
              </c:pt>
              <c:pt idx="181">
                <c:v>-40</c:v>
              </c:pt>
              <c:pt idx="182">
                <c:v>-40</c:v>
              </c:pt>
              <c:pt idx="183">
                <c:v>-40</c:v>
              </c:pt>
              <c:pt idx="184">
                <c:v>-40</c:v>
              </c:pt>
              <c:pt idx="185">
                <c:v>-40</c:v>
              </c:pt>
              <c:pt idx="186">
                <c:v>-40</c:v>
              </c:pt>
              <c:pt idx="187">
                <c:v>-40</c:v>
              </c:pt>
              <c:pt idx="188">
                <c:v>-40</c:v>
              </c:pt>
              <c:pt idx="189">
                <c:v>-40</c:v>
              </c:pt>
              <c:pt idx="190">
                <c:v>-40</c:v>
              </c:pt>
              <c:pt idx="191">
                <c:v>-40</c:v>
              </c:pt>
              <c:pt idx="192">
                <c:v>-40</c:v>
              </c:pt>
              <c:pt idx="193">
                <c:v>-40</c:v>
              </c:pt>
              <c:pt idx="194">
                <c:v>-40</c:v>
              </c:pt>
              <c:pt idx="195">
                <c:v>-40</c:v>
              </c:pt>
              <c:pt idx="196">
                <c:v>-40</c:v>
              </c:pt>
              <c:pt idx="197">
                <c:v>-40</c:v>
              </c:pt>
              <c:pt idx="198">
                <c:v>-40</c:v>
              </c:pt>
              <c:pt idx="199">
                <c:v>-40</c:v>
              </c:pt>
              <c:pt idx="200">
                <c:v>-40</c:v>
              </c:pt>
              <c:pt idx="201">
                <c:v>-40</c:v>
              </c:pt>
              <c:pt idx="202">
                <c:v>-40</c:v>
              </c:pt>
              <c:pt idx="203">
                <c:v>-40</c:v>
              </c:pt>
              <c:pt idx="204">
                <c:v>-40</c:v>
              </c:pt>
              <c:pt idx="205">
                <c:v>-40</c:v>
              </c:pt>
              <c:pt idx="206">
                <c:v>-40</c:v>
              </c:pt>
              <c:pt idx="207">
                <c:v>-40</c:v>
              </c:pt>
              <c:pt idx="208">
                <c:v>-40</c:v>
              </c:pt>
              <c:pt idx="209">
                <c:v>-40</c:v>
              </c:pt>
              <c:pt idx="210">
                <c:v>-40</c:v>
              </c:pt>
              <c:pt idx="211">
                <c:v>-40</c:v>
              </c:pt>
              <c:pt idx="212">
                <c:v>-40</c:v>
              </c:pt>
              <c:pt idx="213">
                <c:v>-40</c:v>
              </c:pt>
              <c:pt idx="214">
                <c:v>-40</c:v>
              </c:pt>
              <c:pt idx="215">
                <c:v>-40</c:v>
              </c:pt>
              <c:pt idx="216">
                <c:v>-40</c:v>
              </c:pt>
              <c:pt idx="217">
                <c:v>-40</c:v>
              </c:pt>
              <c:pt idx="218">
                <c:v>-40</c:v>
              </c:pt>
              <c:pt idx="219">
                <c:v>-40</c:v>
              </c:pt>
              <c:pt idx="220">
                <c:v>-40</c:v>
              </c:pt>
              <c:pt idx="221">
                <c:v>-40</c:v>
              </c:pt>
              <c:pt idx="222">
                <c:v>-40</c:v>
              </c:pt>
              <c:pt idx="223">
                <c:v>-40</c:v>
              </c:pt>
              <c:pt idx="224">
                <c:v>-40</c:v>
              </c:pt>
              <c:pt idx="225">
                <c:v>-40</c:v>
              </c:pt>
              <c:pt idx="226">
                <c:v>-40</c:v>
              </c:pt>
              <c:pt idx="227">
                <c:v>-40</c:v>
              </c:pt>
              <c:pt idx="228">
                <c:v>-40</c:v>
              </c:pt>
              <c:pt idx="229">
                <c:v>-40</c:v>
              </c:pt>
              <c:pt idx="230">
                <c:v>-40</c:v>
              </c:pt>
              <c:pt idx="231">
                <c:v>-40</c:v>
              </c:pt>
              <c:pt idx="232">
                <c:v>-40</c:v>
              </c:pt>
              <c:pt idx="233">
                <c:v>-40</c:v>
              </c:pt>
              <c:pt idx="234">
                <c:v>-40</c:v>
              </c:pt>
              <c:pt idx="235">
                <c:v>-40</c:v>
              </c:pt>
              <c:pt idx="236">
                <c:v>-40</c:v>
              </c:pt>
              <c:pt idx="237">
                <c:v>-40</c:v>
              </c:pt>
              <c:pt idx="238">
                <c:v>-40</c:v>
              </c:pt>
              <c:pt idx="239">
                <c:v>-40</c:v>
              </c:pt>
              <c:pt idx="240">
                <c:v>-40</c:v>
              </c:pt>
              <c:pt idx="241">
                <c:v>-40</c:v>
              </c:pt>
              <c:pt idx="242">
                <c:v>-40</c:v>
              </c:pt>
              <c:pt idx="243">
                <c:v>-40</c:v>
              </c:pt>
              <c:pt idx="244">
                <c:v>-40</c:v>
              </c:pt>
              <c:pt idx="245">
                <c:v>-40</c:v>
              </c:pt>
              <c:pt idx="246">
                <c:v>-40</c:v>
              </c:pt>
              <c:pt idx="247">
                <c:v>-40</c:v>
              </c:pt>
              <c:pt idx="248">
                <c:v>-40</c:v>
              </c:pt>
              <c:pt idx="249">
                <c:v>-40</c:v>
              </c:pt>
              <c:pt idx="250">
                <c:v>-40</c:v>
              </c:pt>
              <c:pt idx="251">
                <c:v>-40</c:v>
              </c:pt>
              <c:pt idx="252">
                <c:v>-40</c:v>
              </c:pt>
              <c:pt idx="253">
                <c:v>-40</c:v>
              </c:pt>
              <c:pt idx="254">
                <c:v>-40</c:v>
              </c:pt>
              <c:pt idx="255">
                <c:v>-40</c:v>
              </c:pt>
              <c:pt idx="256">
                <c:v>-40</c:v>
              </c:pt>
              <c:pt idx="257">
                <c:v>-40</c:v>
              </c:pt>
              <c:pt idx="258">
                <c:v>-40</c:v>
              </c:pt>
              <c:pt idx="259">
                <c:v>-40</c:v>
              </c:pt>
              <c:pt idx="260">
                <c:v>-40</c:v>
              </c:pt>
              <c:pt idx="261">
                <c:v>-40</c:v>
              </c:pt>
              <c:pt idx="262">
                <c:v>-40</c:v>
              </c:pt>
              <c:pt idx="263">
                <c:v>-40</c:v>
              </c:pt>
              <c:pt idx="264">
                <c:v>-40</c:v>
              </c:pt>
              <c:pt idx="265">
                <c:v>-40</c:v>
              </c:pt>
              <c:pt idx="266">
                <c:v>-32.980292237044935</c:v>
              </c:pt>
              <c:pt idx="267">
                <c:v>-26.961879402577615</c:v>
              </c:pt>
              <c:pt idx="268">
                <c:v>-23.443699842489902</c:v>
              </c:pt>
              <c:pt idx="269">
                <c:v>-20.950030008518876</c:v>
              </c:pt>
              <c:pt idx="270">
                <c:v>-19.018394953658685</c:v>
              </c:pt>
              <c:pt idx="271">
                <c:v>-17.442796871015538</c:v>
              </c:pt>
              <c:pt idx="272">
                <c:v>-16.113351172865382</c:v>
              </c:pt>
              <c:pt idx="273">
                <c:v>-14.964467505878943</c:v>
              </c:pt>
              <c:pt idx="274">
                <c:v>-13.953839730223352</c:v>
              </c:pt>
              <c:pt idx="275">
                <c:v>-13.052582518469002</c:v>
              </c:pt>
              <c:pt idx="276">
                <c:v>-12.240094171652952</c:v>
              </c:pt>
              <c:pt idx="277">
                <c:v>-11.501164205868232</c:v>
              </c:pt>
              <c:pt idx="278">
                <c:v>-10.824242678227069</c:v>
              </c:pt>
              <c:pt idx="279">
                <c:v>-10.200352718281714</c:v>
              </c:pt>
              <c:pt idx="280">
                <c:v>-9.6223791507917227</c:v>
              </c:pt>
              <c:pt idx="281">
                <c:v>-9.0845871763522794</c:v>
              </c:pt>
              <c:pt idx="282">
                <c:v>-8.5822872286021266</c:v>
              </c:pt>
              <c:pt idx="283">
                <c:v>-8.1115957730035184</c:v>
              </c:pt>
              <c:pt idx="284">
                <c:v>-7.6692608667619231</c:v>
              </c:pt>
              <c:pt idx="285">
                <c:v>-7.2525325168388441</c:v>
              </c:pt>
              <c:pt idx="286">
                <c:v>-6.8590647029414962</c:v>
              </c:pt>
              <c:pt idx="287">
                <c:v>-6.4868402157605685</c:v>
              </c:pt>
              <c:pt idx="288">
                <c:v>-6.1341122183369183</c:v>
              </c:pt>
              <c:pt idx="289">
                <c:v>-5.7993582557246519</c:v>
              </c:pt>
              <c:pt idx="290">
                <c:v>-5.4812436611056947</c:v>
              </c:pt>
              <c:pt idx="291">
                <c:v>-5.1785921452843713</c:v>
              </c:pt>
              <c:pt idx="292">
                <c:v>-4.8903619417272921</c:v>
              </c:pt>
              <c:pt idx="293">
                <c:v>-4.615626294100438</c:v>
              </c:pt>
              <c:pt idx="294">
                <c:v>-4.3535573714847455</c:v>
              </c:pt>
              <c:pt idx="295">
                <c:v>-4.1034129137241955</c:v>
              </c:pt>
              <c:pt idx="296">
                <c:v>-3.864525069590699</c:v>
              </c:pt>
              <c:pt idx="297">
                <c:v>-3.6362910099520134</c:v>
              </c:pt>
              <c:pt idx="298">
                <c:v>-3.4181649881915712</c:v>
              </c:pt>
              <c:pt idx="299">
                <c:v>-3.2096515886683874</c:v>
              </c:pt>
              <c:pt idx="300">
                <c:v>-3.0102999566406248</c:v>
              </c:pt>
              <c:pt idx="301">
                <c:v>-2.8196988438429056</c:v>
              </c:pt>
              <c:pt idx="302">
                <c:v>-2.6374723357339604</c:v>
              </c:pt>
              <c:pt idx="303">
                <c:v>-2.4632761514646342</c:v>
              </c:pt>
              <c:pt idx="304">
                <c:v>-2.2967944274458736</c:v>
              </c:pt>
              <c:pt idx="305">
                <c:v>-2.1377369112084472</c:v>
              </c:pt>
              <c:pt idx="306">
                <c:v>-1.9858365049342062</c:v>
              </c:pt>
              <c:pt idx="307">
                <c:v>-1.840847108280639</c:v>
              </c:pt>
              <c:pt idx="308">
                <c:v>-1.7025417184346681</c:v>
              </c:pt>
              <c:pt idx="309">
                <c:v>-1.5707107521171639</c:v>
              </c:pt>
              <c:pt idx="310">
                <c:v>-1.4451605598260095</c:v>
              </c:pt>
              <c:pt idx="311">
                <c:v>-1.3257121071940201</c:v>
              </c:pt>
              <c:pt idx="312">
                <c:v>-1.2121998021381388</c:v>
              </c:pt>
              <c:pt idx="313">
                <c:v>-1.1044704496376347</c:v>
              </c:pt>
              <c:pt idx="314">
                <c:v>-1.0023823186201901</c:v>
              </c:pt>
              <c:pt idx="315">
                <c:v>-0.90580430765066333</c:v>
              </c:pt>
              <c:pt idx="316">
                <c:v>-0.81461519798378834</c:v>
              </c:pt>
              <c:pt idx="317">
                <c:v>-0.72870298412048784</c:v>
              </c:pt>
              <c:pt idx="318">
                <c:v>-0.64796427334739248</c:v>
              </c:pt>
              <c:pt idx="319">
                <c:v>-0.57230374688090213</c:v>
              </c:pt>
              <c:pt idx="320">
                <c:v>-0.50163367621369248</c:v>
              </c:pt>
              <c:pt idx="321">
                <c:v>-0.43587348910000578</c:v>
              </c:pt>
              <c:pt idx="322">
                <c:v>-0.37494938033865621</c:v>
              </c:pt>
              <c:pt idx="323">
                <c:v>-0.31879396313786418</c:v>
              </c:pt>
              <c:pt idx="324">
                <c:v>-0.26734595738917138</c:v>
              </c:pt>
              <c:pt idx="325">
                <c:v>-0.22054991165153698</c:v>
              </c:pt>
              <c:pt idx="326">
                <c:v>-0.17835595606204246</c:v>
              </c:pt>
              <c:pt idx="327">
                <c:v>-0.14071958375544302</c:v>
              </c:pt>
              <c:pt idx="328">
                <c:v>-0.10760145869872813</c:v>
              </c:pt>
              <c:pt idx="329">
                <c:v>-7.8967248135491538E-2</c:v>
              </c:pt>
              <c:pt idx="330">
                <c:v>-5.4787478093704323E-2</c:v>
              </c:pt>
              <c:pt idx="331">
                <c:v>-3.5037410644347754E-2</c:v>
              </c:pt>
              <c:pt idx="332">
                <c:v>-1.9696941811459756E-2</c:v>
              </c:pt>
              <c:pt idx="333">
                <c:v>-8.7505192300786488E-3</c:v>
              </c:pt>
              <c:pt idx="334">
                <c:v>-2.1870788306948873E-3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  <c:pt idx="412">
                <c:v>0</c:v>
              </c:pt>
              <c:pt idx="413">
                <c:v>0</c:v>
              </c:pt>
              <c:pt idx="414">
                <c:v>0</c:v>
              </c:pt>
              <c:pt idx="415">
                <c:v>0</c:v>
              </c:pt>
              <c:pt idx="416">
                <c:v>0</c:v>
              </c:pt>
              <c:pt idx="417">
                <c:v>0</c:v>
              </c:pt>
              <c:pt idx="418">
                <c:v>0</c:v>
              </c:pt>
              <c:pt idx="419">
                <c:v>0</c:v>
              </c:pt>
              <c:pt idx="420">
                <c:v>0</c:v>
              </c:pt>
              <c:pt idx="421">
                <c:v>0</c:v>
              </c:pt>
              <c:pt idx="422">
                <c:v>0</c:v>
              </c:pt>
              <c:pt idx="423">
                <c:v>0</c:v>
              </c:pt>
              <c:pt idx="424">
                <c:v>0</c:v>
              </c:pt>
              <c:pt idx="425">
                <c:v>0</c:v>
              </c:pt>
              <c:pt idx="426">
                <c:v>0</c:v>
              </c:pt>
              <c:pt idx="427">
                <c:v>0</c:v>
              </c:pt>
              <c:pt idx="428">
                <c:v>0</c:v>
              </c:pt>
              <c:pt idx="429">
                <c:v>0</c:v>
              </c:pt>
              <c:pt idx="430">
                <c:v>0</c:v>
              </c:pt>
              <c:pt idx="431">
                <c:v>0</c:v>
              </c:pt>
              <c:pt idx="432">
                <c:v>0</c:v>
              </c:pt>
              <c:pt idx="433">
                <c:v>0</c:v>
              </c:pt>
              <c:pt idx="434">
                <c:v>0</c:v>
              </c:pt>
              <c:pt idx="435">
                <c:v>0</c:v>
              </c:pt>
              <c:pt idx="436">
                <c:v>0</c:v>
              </c:pt>
              <c:pt idx="437">
                <c:v>0</c:v>
              </c:pt>
              <c:pt idx="438">
                <c:v>0</c:v>
              </c:pt>
              <c:pt idx="439">
                <c:v>0</c:v>
              </c:pt>
              <c:pt idx="440">
                <c:v>0</c:v>
              </c:pt>
              <c:pt idx="441">
                <c:v>0</c:v>
              </c:pt>
              <c:pt idx="442">
                <c:v>0</c:v>
              </c:pt>
              <c:pt idx="443">
                <c:v>0</c:v>
              </c:pt>
              <c:pt idx="444">
                <c:v>0</c:v>
              </c:pt>
              <c:pt idx="445">
                <c:v>0</c:v>
              </c:pt>
              <c:pt idx="446">
                <c:v>0</c:v>
              </c:pt>
              <c:pt idx="447">
                <c:v>0</c:v>
              </c:pt>
              <c:pt idx="448">
                <c:v>0</c:v>
              </c:pt>
              <c:pt idx="449">
                <c:v>0</c:v>
              </c:pt>
              <c:pt idx="450">
                <c:v>0</c:v>
              </c:pt>
              <c:pt idx="451">
                <c:v>0</c:v>
              </c:pt>
              <c:pt idx="452">
                <c:v>0</c:v>
              </c:pt>
              <c:pt idx="453">
                <c:v>0</c:v>
              </c:pt>
              <c:pt idx="454">
                <c:v>0</c:v>
              </c:pt>
              <c:pt idx="455">
                <c:v>0</c:v>
              </c:pt>
              <c:pt idx="456">
                <c:v>0</c:v>
              </c:pt>
              <c:pt idx="457">
                <c:v>0</c:v>
              </c:pt>
              <c:pt idx="458">
                <c:v>0</c:v>
              </c:pt>
              <c:pt idx="459">
                <c:v>0</c:v>
              </c:pt>
              <c:pt idx="460">
                <c:v>0</c:v>
              </c:pt>
              <c:pt idx="461">
                <c:v>0</c:v>
              </c:pt>
              <c:pt idx="462">
                <c:v>0</c:v>
              </c:pt>
              <c:pt idx="463">
                <c:v>0</c:v>
              </c:pt>
              <c:pt idx="464">
                <c:v>0</c:v>
              </c:pt>
              <c:pt idx="465">
                <c:v>0</c:v>
              </c:pt>
              <c:pt idx="466">
                <c:v>-2.1870788306591893E-3</c:v>
              </c:pt>
              <c:pt idx="467">
                <c:v>-8.7505192300066613E-3</c:v>
              </c:pt>
              <c:pt idx="468">
                <c:v>-1.9696941811351745E-2</c:v>
              </c:pt>
              <c:pt idx="469">
                <c:v>-3.5037410644203869E-2</c:v>
              </c:pt>
              <c:pt idx="470">
                <c:v>-5.478747809352414E-2</c:v>
              </c:pt>
              <c:pt idx="471">
                <c:v>-7.8967248135275503E-2</c:v>
              </c:pt>
              <c:pt idx="472">
                <c:v>-0.10760145869847458</c:v>
              </c:pt>
              <c:pt idx="473">
                <c:v>-0.14071958375515267</c:v>
              </c:pt>
              <c:pt idx="474">
                <c:v>-0.17835595606171495</c:v>
              </c:pt>
              <c:pt idx="475">
                <c:v>-0.22054991165117172</c:v>
              </c:pt>
              <c:pt idx="476">
                <c:v>-0.26734595738876887</c:v>
              </c:pt>
              <c:pt idx="477">
                <c:v>-0.31879396313742314</c:v>
              </c:pt>
              <c:pt idx="478">
                <c:v>-0.37494938033817582</c:v>
              </c:pt>
              <c:pt idx="479">
                <c:v>-0.43587348909948559</c:v>
              </c:pt>
              <c:pt idx="480">
                <c:v>-0.50163367621313293</c:v>
              </c:pt>
              <c:pt idx="481">
                <c:v>-0.57230374688030217</c:v>
              </c:pt>
              <c:pt idx="482">
                <c:v>-0.64796427334675111</c:v>
              </c:pt>
              <c:pt idx="483">
                <c:v>-0.72870298411980405</c:v>
              </c:pt>
              <c:pt idx="484">
                <c:v>-0.81461519798306192</c:v>
              </c:pt>
              <c:pt idx="485">
                <c:v>-0.90580430764989339</c:v>
              </c:pt>
              <c:pt idx="486">
                <c:v>-1.0023823186193752</c:v>
              </c:pt>
              <c:pt idx="487">
                <c:v>-1.1044704496367741</c:v>
              </c:pt>
              <c:pt idx="488">
                <c:v>-1.2121998021372318</c:v>
              </c:pt>
              <c:pt idx="489">
                <c:v>-1.3257121071930646</c:v>
              </c:pt>
              <c:pt idx="490">
                <c:v>-1.4451605598250055</c:v>
              </c:pt>
              <c:pt idx="491">
                <c:v>-1.5707107521161081</c:v>
              </c:pt>
              <c:pt idx="492">
                <c:v>-1.7025417184335598</c:v>
              </c:pt>
              <c:pt idx="493">
                <c:v>-1.8408471082794775</c:v>
              </c:pt>
              <c:pt idx="494">
                <c:v>-1.9858365049329891</c:v>
              </c:pt>
              <c:pt idx="495">
                <c:v>-2.1377369112071727</c:v>
              </c:pt>
              <c:pt idx="496">
                <c:v>-2.2967944274445387</c:v>
              </c:pt>
              <c:pt idx="497">
                <c:v>-2.4632761514632362</c:v>
              </c:pt>
              <c:pt idx="498">
                <c:v>-2.6374723357324994</c:v>
              </c:pt>
              <c:pt idx="499">
                <c:v>-2.8196988438413766</c:v>
              </c:pt>
              <c:pt idx="500">
                <c:v>-3.0102999566390261</c:v>
              </c:pt>
              <c:pt idx="501">
                <c:v>-3.2096515886667132</c:v>
              </c:pt>
              <c:pt idx="502">
                <c:v>-3.4181649881898184</c:v>
              </c:pt>
              <c:pt idx="503">
                <c:v>-3.6362910099501802</c:v>
              </c:pt>
              <c:pt idx="504">
                <c:v>-3.8645250695887805</c:v>
              </c:pt>
              <c:pt idx="505">
                <c:v>-4.1034129137221882</c:v>
              </c:pt>
              <c:pt idx="506">
                <c:v>-4.3535573714826423</c:v>
              </c:pt>
              <c:pt idx="507">
                <c:v>-4.6156262940982344</c:v>
              </c:pt>
              <c:pt idx="508">
                <c:v>-4.8903619417249802</c:v>
              </c:pt>
              <c:pt idx="509">
                <c:v>-5.1785921452819439</c:v>
              </c:pt>
              <c:pt idx="510">
                <c:v>-5.4812436611031448</c:v>
              </c:pt>
              <c:pt idx="511">
                <c:v>-5.7993582557219696</c:v>
              </c:pt>
              <c:pt idx="512">
                <c:v>-6.1341122183340939</c:v>
              </c:pt>
              <c:pt idx="513">
                <c:v>-6.486840215757594</c:v>
              </c:pt>
              <c:pt idx="514">
                <c:v>-6.8590647029383547</c:v>
              </c:pt>
              <c:pt idx="515">
                <c:v>-7.2525325168355206</c:v>
              </c:pt>
              <c:pt idx="516">
                <c:v>-7.6692608667583997</c:v>
              </c:pt>
              <c:pt idx="517">
                <c:v>-8.1115957729997739</c:v>
              </c:pt>
              <c:pt idx="518">
                <c:v>-8.5822872285981351</c:v>
              </c:pt>
              <c:pt idx="519">
                <c:v>-9.0845871763480144</c:v>
              </c:pt>
              <c:pt idx="520">
                <c:v>-9.6223791507871468</c:v>
              </c:pt>
              <c:pt idx="521">
                <c:v>-10.200352718276779</c:v>
              </c:pt>
              <c:pt idx="522">
                <c:v>-10.824242678221733</c:v>
              </c:pt>
              <c:pt idx="523">
                <c:v>-11.501164205862423</c:v>
              </c:pt>
              <c:pt idx="524">
                <c:v>-12.2400941716466</c:v>
              </c:pt>
              <c:pt idx="525">
                <c:v>-13.052582518461991</c:v>
              </c:pt>
              <c:pt idx="526">
                <c:v>-13.953839730215531</c:v>
              </c:pt>
              <c:pt idx="527">
                <c:v>-14.964467505870118</c:v>
              </c:pt>
              <c:pt idx="528">
                <c:v>-16.113351172855275</c:v>
              </c:pt>
              <c:pt idx="529">
                <c:v>-17.442796871003726</c:v>
              </c:pt>
              <c:pt idx="530">
                <c:v>-19.018394953644474</c:v>
              </c:pt>
              <c:pt idx="531">
                <c:v>-20.950030008501088</c:v>
              </c:pt>
              <c:pt idx="532">
                <c:v>-23.443699842466089</c:v>
              </c:pt>
              <c:pt idx="533">
                <c:v>-26.961879402541918</c:v>
              </c:pt>
              <c:pt idx="534">
                <c:v>-32.980292236973582</c:v>
              </c:pt>
              <c:pt idx="535">
                <c:v>-40</c:v>
              </c:pt>
              <c:pt idx="536">
                <c:v>-40</c:v>
              </c:pt>
              <c:pt idx="537">
                <c:v>-40</c:v>
              </c:pt>
              <c:pt idx="538">
                <c:v>-40</c:v>
              </c:pt>
              <c:pt idx="539">
                <c:v>-40</c:v>
              </c:pt>
              <c:pt idx="540">
                <c:v>-40</c:v>
              </c:pt>
              <c:pt idx="541">
                <c:v>-40</c:v>
              </c:pt>
              <c:pt idx="542">
                <c:v>-40</c:v>
              </c:pt>
              <c:pt idx="543">
                <c:v>-40</c:v>
              </c:pt>
              <c:pt idx="544">
                <c:v>-40</c:v>
              </c:pt>
              <c:pt idx="545">
                <c:v>-40</c:v>
              </c:pt>
              <c:pt idx="546">
                <c:v>-40</c:v>
              </c:pt>
              <c:pt idx="547">
                <c:v>-40</c:v>
              </c:pt>
              <c:pt idx="548">
                <c:v>-40</c:v>
              </c:pt>
              <c:pt idx="549">
                <c:v>-40</c:v>
              </c:pt>
              <c:pt idx="550">
                <c:v>-40</c:v>
              </c:pt>
              <c:pt idx="551">
                <c:v>-40</c:v>
              </c:pt>
              <c:pt idx="552">
                <c:v>-40</c:v>
              </c:pt>
              <c:pt idx="553">
                <c:v>-40</c:v>
              </c:pt>
              <c:pt idx="554">
                <c:v>-40</c:v>
              </c:pt>
              <c:pt idx="555">
                <c:v>-40</c:v>
              </c:pt>
              <c:pt idx="556">
                <c:v>-40</c:v>
              </c:pt>
              <c:pt idx="557">
                <c:v>-40</c:v>
              </c:pt>
              <c:pt idx="558">
                <c:v>-40</c:v>
              </c:pt>
              <c:pt idx="559">
                <c:v>-40</c:v>
              </c:pt>
              <c:pt idx="560">
                <c:v>-40</c:v>
              </c:pt>
              <c:pt idx="561">
                <c:v>-40</c:v>
              </c:pt>
              <c:pt idx="562">
                <c:v>-40</c:v>
              </c:pt>
              <c:pt idx="563">
                <c:v>-40</c:v>
              </c:pt>
              <c:pt idx="564">
                <c:v>-40</c:v>
              </c:pt>
              <c:pt idx="565">
                <c:v>-40</c:v>
              </c:pt>
              <c:pt idx="566">
                <c:v>-40</c:v>
              </c:pt>
              <c:pt idx="567">
                <c:v>-40</c:v>
              </c:pt>
              <c:pt idx="568">
                <c:v>-40</c:v>
              </c:pt>
              <c:pt idx="569">
                <c:v>-40</c:v>
              </c:pt>
              <c:pt idx="570">
                <c:v>-40</c:v>
              </c:pt>
              <c:pt idx="571">
                <c:v>-40</c:v>
              </c:pt>
              <c:pt idx="572">
                <c:v>-40</c:v>
              </c:pt>
              <c:pt idx="573">
                <c:v>-40</c:v>
              </c:pt>
              <c:pt idx="574">
                <c:v>-40</c:v>
              </c:pt>
              <c:pt idx="575">
                <c:v>-40</c:v>
              </c:pt>
              <c:pt idx="576">
                <c:v>-40</c:v>
              </c:pt>
              <c:pt idx="577">
                <c:v>-40</c:v>
              </c:pt>
              <c:pt idx="578">
                <c:v>-40</c:v>
              </c:pt>
              <c:pt idx="579">
                <c:v>-40</c:v>
              </c:pt>
              <c:pt idx="580">
                <c:v>-40</c:v>
              </c:pt>
              <c:pt idx="581">
                <c:v>-40</c:v>
              </c:pt>
              <c:pt idx="582">
                <c:v>-40</c:v>
              </c:pt>
              <c:pt idx="583">
                <c:v>-40</c:v>
              </c:pt>
              <c:pt idx="584">
                <c:v>-40</c:v>
              </c:pt>
              <c:pt idx="585">
                <c:v>-40</c:v>
              </c:pt>
              <c:pt idx="586">
                <c:v>-40</c:v>
              </c:pt>
              <c:pt idx="587">
                <c:v>-40</c:v>
              </c:pt>
              <c:pt idx="588">
                <c:v>-40</c:v>
              </c:pt>
              <c:pt idx="589">
                <c:v>-40</c:v>
              </c:pt>
              <c:pt idx="590">
                <c:v>-40</c:v>
              </c:pt>
              <c:pt idx="591">
                <c:v>-40</c:v>
              </c:pt>
              <c:pt idx="592">
                <c:v>-40</c:v>
              </c:pt>
              <c:pt idx="593">
                <c:v>-40</c:v>
              </c:pt>
              <c:pt idx="594">
                <c:v>-40</c:v>
              </c:pt>
              <c:pt idx="595">
                <c:v>-40</c:v>
              </c:pt>
              <c:pt idx="596">
                <c:v>-40</c:v>
              </c:pt>
              <c:pt idx="597">
                <c:v>-40</c:v>
              </c:pt>
              <c:pt idx="598">
                <c:v>-40</c:v>
              </c:pt>
              <c:pt idx="599">
                <c:v>-40</c:v>
              </c:pt>
              <c:pt idx="600">
                <c:v>-40</c:v>
              </c:pt>
              <c:pt idx="601">
                <c:v>-40</c:v>
              </c:pt>
              <c:pt idx="602">
                <c:v>-40</c:v>
              </c:pt>
              <c:pt idx="603">
                <c:v>-40</c:v>
              </c:pt>
              <c:pt idx="604">
                <c:v>-40</c:v>
              </c:pt>
              <c:pt idx="605">
                <c:v>-40</c:v>
              </c:pt>
              <c:pt idx="606">
                <c:v>-40</c:v>
              </c:pt>
              <c:pt idx="607">
                <c:v>-40</c:v>
              </c:pt>
              <c:pt idx="608">
                <c:v>-40</c:v>
              </c:pt>
              <c:pt idx="609">
                <c:v>-40</c:v>
              </c:pt>
              <c:pt idx="610">
                <c:v>-40</c:v>
              </c:pt>
              <c:pt idx="611">
                <c:v>-40</c:v>
              </c:pt>
              <c:pt idx="612">
                <c:v>-40</c:v>
              </c:pt>
              <c:pt idx="613">
                <c:v>-40</c:v>
              </c:pt>
              <c:pt idx="614">
                <c:v>-40</c:v>
              </c:pt>
              <c:pt idx="615">
                <c:v>-40</c:v>
              </c:pt>
              <c:pt idx="616">
                <c:v>-40</c:v>
              </c:pt>
              <c:pt idx="617">
                <c:v>-40</c:v>
              </c:pt>
              <c:pt idx="618">
                <c:v>-40</c:v>
              </c:pt>
              <c:pt idx="619">
                <c:v>-40</c:v>
              </c:pt>
              <c:pt idx="620">
                <c:v>-40</c:v>
              </c:pt>
              <c:pt idx="621">
                <c:v>-40</c:v>
              </c:pt>
              <c:pt idx="622">
                <c:v>-40</c:v>
              </c:pt>
              <c:pt idx="623">
                <c:v>-40</c:v>
              </c:pt>
              <c:pt idx="624">
                <c:v>-40</c:v>
              </c:pt>
              <c:pt idx="625">
                <c:v>-40</c:v>
              </c:pt>
              <c:pt idx="626">
                <c:v>-40</c:v>
              </c:pt>
              <c:pt idx="627">
                <c:v>-40</c:v>
              </c:pt>
              <c:pt idx="628">
                <c:v>-40</c:v>
              </c:pt>
              <c:pt idx="629">
                <c:v>-40</c:v>
              </c:pt>
              <c:pt idx="630">
                <c:v>-40</c:v>
              </c:pt>
              <c:pt idx="631">
                <c:v>-40</c:v>
              </c:pt>
              <c:pt idx="632">
                <c:v>-40</c:v>
              </c:pt>
              <c:pt idx="633">
                <c:v>-40</c:v>
              </c:pt>
              <c:pt idx="634">
                <c:v>-40</c:v>
              </c:pt>
              <c:pt idx="635">
                <c:v>-40</c:v>
              </c:pt>
              <c:pt idx="636">
                <c:v>-40</c:v>
              </c:pt>
              <c:pt idx="637">
                <c:v>-40</c:v>
              </c:pt>
              <c:pt idx="638">
                <c:v>-40</c:v>
              </c:pt>
              <c:pt idx="639">
                <c:v>-40</c:v>
              </c:pt>
              <c:pt idx="640">
                <c:v>-40</c:v>
              </c:pt>
              <c:pt idx="641">
                <c:v>-40</c:v>
              </c:pt>
              <c:pt idx="642">
                <c:v>-40</c:v>
              </c:pt>
              <c:pt idx="643">
                <c:v>-40</c:v>
              </c:pt>
              <c:pt idx="644">
                <c:v>-40</c:v>
              </c:pt>
              <c:pt idx="645">
                <c:v>-40</c:v>
              </c:pt>
              <c:pt idx="646">
                <c:v>-40</c:v>
              </c:pt>
              <c:pt idx="647">
                <c:v>-40</c:v>
              </c:pt>
              <c:pt idx="648">
                <c:v>-40</c:v>
              </c:pt>
              <c:pt idx="649">
                <c:v>-40</c:v>
              </c:pt>
              <c:pt idx="650">
                <c:v>-40</c:v>
              </c:pt>
              <c:pt idx="651">
                <c:v>-40</c:v>
              </c:pt>
              <c:pt idx="652">
                <c:v>-40</c:v>
              </c:pt>
              <c:pt idx="653">
                <c:v>-40</c:v>
              </c:pt>
              <c:pt idx="654">
                <c:v>-40</c:v>
              </c:pt>
              <c:pt idx="655">
                <c:v>-40</c:v>
              </c:pt>
              <c:pt idx="656">
                <c:v>-40</c:v>
              </c:pt>
              <c:pt idx="657">
                <c:v>-40</c:v>
              </c:pt>
              <c:pt idx="658">
                <c:v>-40</c:v>
              </c:pt>
              <c:pt idx="659">
                <c:v>-40</c:v>
              </c:pt>
              <c:pt idx="660">
                <c:v>-40</c:v>
              </c:pt>
              <c:pt idx="661">
                <c:v>-40</c:v>
              </c:pt>
              <c:pt idx="662">
                <c:v>-40</c:v>
              </c:pt>
              <c:pt idx="663">
                <c:v>-40</c:v>
              </c:pt>
              <c:pt idx="664">
                <c:v>-40</c:v>
              </c:pt>
              <c:pt idx="665">
                <c:v>-40</c:v>
              </c:pt>
              <c:pt idx="666">
                <c:v>-40</c:v>
              </c:pt>
              <c:pt idx="667">
                <c:v>-40</c:v>
              </c:pt>
              <c:pt idx="668">
                <c:v>-40</c:v>
              </c:pt>
              <c:pt idx="669">
                <c:v>-40</c:v>
              </c:pt>
              <c:pt idx="670">
                <c:v>-40</c:v>
              </c:pt>
              <c:pt idx="671">
                <c:v>-40</c:v>
              </c:pt>
              <c:pt idx="672">
                <c:v>-40</c:v>
              </c:pt>
              <c:pt idx="673">
                <c:v>-40</c:v>
              </c:pt>
              <c:pt idx="674">
                <c:v>-40</c:v>
              </c:pt>
              <c:pt idx="675">
                <c:v>-40</c:v>
              </c:pt>
              <c:pt idx="676">
                <c:v>-40</c:v>
              </c:pt>
              <c:pt idx="677">
                <c:v>-40</c:v>
              </c:pt>
              <c:pt idx="678">
                <c:v>-40</c:v>
              </c:pt>
              <c:pt idx="679">
                <c:v>-40</c:v>
              </c:pt>
              <c:pt idx="680">
                <c:v>-40</c:v>
              </c:pt>
              <c:pt idx="681">
                <c:v>-40</c:v>
              </c:pt>
              <c:pt idx="682">
                <c:v>-40</c:v>
              </c:pt>
              <c:pt idx="683">
                <c:v>-40</c:v>
              </c:pt>
              <c:pt idx="684">
                <c:v>-40</c:v>
              </c:pt>
              <c:pt idx="685">
                <c:v>-40</c:v>
              </c:pt>
              <c:pt idx="686">
                <c:v>-40</c:v>
              </c:pt>
              <c:pt idx="687">
                <c:v>-40</c:v>
              </c:pt>
              <c:pt idx="688">
                <c:v>-40</c:v>
              </c:pt>
              <c:pt idx="689">
                <c:v>-40</c:v>
              </c:pt>
              <c:pt idx="690">
                <c:v>-40</c:v>
              </c:pt>
              <c:pt idx="691">
                <c:v>-40</c:v>
              </c:pt>
              <c:pt idx="692">
                <c:v>-40</c:v>
              </c:pt>
              <c:pt idx="693">
                <c:v>-40</c:v>
              </c:pt>
              <c:pt idx="694">
                <c:v>-40</c:v>
              </c:pt>
              <c:pt idx="695">
                <c:v>-40</c:v>
              </c:pt>
              <c:pt idx="696">
                <c:v>-40</c:v>
              </c:pt>
              <c:pt idx="697">
                <c:v>-40</c:v>
              </c:pt>
              <c:pt idx="698">
                <c:v>-40</c:v>
              </c:pt>
              <c:pt idx="699">
                <c:v>-40</c:v>
              </c:pt>
              <c:pt idx="700">
                <c:v>-40</c:v>
              </c:pt>
              <c:pt idx="701">
                <c:v>-40</c:v>
              </c:pt>
              <c:pt idx="702">
                <c:v>-40</c:v>
              </c:pt>
              <c:pt idx="703">
                <c:v>-40</c:v>
              </c:pt>
              <c:pt idx="704">
                <c:v>-40</c:v>
              </c:pt>
              <c:pt idx="705">
                <c:v>-40</c:v>
              </c:pt>
              <c:pt idx="706">
                <c:v>-40</c:v>
              </c:pt>
              <c:pt idx="707">
                <c:v>-40</c:v>
              </c:pt>
              <c:pt idx="708">
                <c:v>-40</c:v>
              </c:pt>
              <c:pt idx="709">
                <c:v>-40</c:v>
              </c:pt>
              <c:pt idx="710">
                <c:v>-40</c:v>
              </c:pt>
              <c:pt idx="711">
                <c:v>-40</c:v>
              </c:pt>
              <c:pt idx="712">
                <c:v>-40</c:v>
              </c:pt>
              <c:pt idx="713">
                <c:v>-40</c:v>
              </c:pt>
              <c:pt idx="714">
                <c:v>-40</c:v>
              </c:pt>
              <c:pt idx="715">
                <c:v>-40</c:v>
              </c:pt>
              <c:pt idx="716">
                <c:v>-40</c:v>
              </c:pt>
              <c:pt idx="717">
                <c:v>-40</c:v>
              </c:pt>
              <c:pt idx="718">
                <c:v>-40</c:v>
              </c:pt>
              <c:pt idx="719">
                <c:v>-40</c:v>
              </c:pt>
              <c:pt idx="720">
                <c:v>-40</c:v>
              </c:pt>
              <c:pt idx="721">
                <c:v>-40</c:v>
              </c:pt>
              <c:pt idx="722">
                <c:v>-40</c:v>
              </c:pt>
              <c:pt idx="723">
                <c:v>-40</c:v>
              </c:pt>
              <c:pt idx="724">
                <c:v>-40</c:v>
              </c:pt>
              <c:pt idx="725">
                <c:v>-40</c:v>
              </c:pt>
              <c:pt idx="726">
                <c:v>-40</c:v>
              </c:pt>
              <c:pt idx="727">
                <c:v>-40</c:v>
              </c:pt>
              <c:pt idx="728">
                <c:v>-40</c:v>
              </c:pt>
              <c:pt idx="729">
                <c:v>-40</c:v>
              </c:pt>
              <c:pt idx="730">
                <c:v>-40</c:v>
              </c:pt>
              <c:pt idx="731">
                <c:v>-40</c:v>
              </c:pt>
              <c:pt idx="732">
                <c:v>-40</c:v>
              </c:pt>
              <c:pt idx="733">
                <c:v>-40</c:v>
              </c:pt>
              <c:pt idx="734">
                <c:v>-40</c:v>
              </c:pt>
              <c:pt idx="735">
                <c:v>-40</c:v>
              </c:pt>
              <c:pt idx="736">
                <c:v>-40</c:v>
              </c:pt>
              <c:pt idx="737">
                <c:v>-40</c:v>
              </c:pt>
              <c:pt idx="738">
                <c:v>-40</c:v>
              </c:pt>
              <c:pt idx="739">
                <c:v>-40</c:v>
              </c:pt>
              <c:pt idx="740">
                <c:v>-40</c:v>
              </c:pt>
              <c:pt idx="741">
                <c:v>-40</c:v>
              </c:pt>
              <c:pt idx="742">
                <c:v>-40</c:v>
              </c:pt>
              <c:pt idx="743">
                <c:v>-40</c:v>
              </c:pt>
              <c:pt idx="744">
                <c:v>-40</c:v>
              </c:pt>
              <c:pt idx="745">
                <c:v>-40</c:v>
              </c:pt>
              <c:pt idx="746">
                <c:v>-40</c:v>
              </c:pt>
              <c:pt idx="747">
                <c:v>-40</c:v>
              </c:pt>
              <c:pt idx="748">
                <c:v>-40</c:v>
              </c:pt>
              <c:pt idx="749">
                <c:v>-40</c:v>
              </c:pt>
              <c:pt idx="750">
                <c:v>-40</c:v>
              </c:pt>
              <c:pt idx="751">
                <c:v>-40</c:v>
              </c:pt>
              <c:pt idx="752">
                <c:v>-40</c:v>
              </c:pt>
              <c:pt idx="753">
                <c:v>-40</c:v>
              </c:pt>
              <c:pt idx="754">
                <c:v>-40</c:v>
              </c:pt>
              <c:pt idx="755">
                <c:v>-40</c:v>
              </c:pt>
              <c:pt idx="756">
                <c:v>-40</c:v>
              </c:pt>
              <c:pt idx="757">
                <c:v>-40</c:v>
              </c:pt>
              <c:pt idx="758">
                <c:v>-40</c:v>
              </c:pt>
              <c:pt idx="759">
                <c:v>-40</c:v>
              </c:pt>
              <c:pt idx="760">
                <c:v>-40</c:v>
              </c:pt>
              <c:pt idx="761">
                <c:v>-40</c:v>
              </c:pt>
              <c:pt idx="762">
                <c:v>-40</c:v>
              </c:pt>
              <c:pt idx="763">
                <c:v>-40</c:v>
              </c:pt>
              <c:pt idx="764">
                <c:v>-40</c:v>
              </c:pt>
              <c:pt idx="765">
                <c:v>-40</c:v>
              </c:pt>
              <c:pt idx="766">
                <c:v>-40</c:v>
              </c:pt>
              <c:pt idx="767">
                <c:v>-40</c:v>
              </c:pt>
              <c:pt idx="768">
                <c:v>-40</c:v>
              </c:pt>
              <c:pt idx="769">
                <c:v>-40</c:v>
              </c:pt>
              <c:pt idx="770">
                <c:v>-40</c:v>
              </c:pt>
              <c:pt idx="771">
                <c:v>-40</c:v>
              </c:pt>
              <c:pt idx="772">
                <c:v>-40</c:v>
              </c:pt>
              <c:pt idx="773">
                <c:v>-40</c:v>
              </c:pt>
              <c:pt idx="774">
                <c:v>-40</c:v>
              </c:pt>
              <c:pt idx="775">
                <c:v>-40</c:v>
              </c:pt>
              <c:pt idx="776">
                <c:v>-40</c:v>
              </c:pt>
              <c:pt idx="777">
                <c:v>-40</c:v>
              </c:pt>
              <c:pt idx="778">
                <c:v>-40</c:v>
              </c:pt>
              <c:pt idx="779">
                <c:v>-40</c:v>
              </c:pt>
              <c:pt idx="780">
                <c:v>-40</c:v>
              </c:pt>
              <c:pt idx="781">
                <c:v>-40</c:v>
              </c:pt>
              <c:pt idx="782">
                <c:v>-40</c:v>
              </c:pt>
              <c:pt idx="783">
                <c:v>-40</c:v>
              </c:pt>
              <c:pt idx="784">
                <c:v>-40</c:v>
              </c:pt>
              <c:pt idx="785">
                <c:v>-40</c:v>
              </c:pt>
              <c:pt idx="786">
                <c:v>-40</c:v>
              </c:pt>
              <c:pt idx="787">
                <c:v>-40</c:v>
              </c:pt>
              <c:pt idx="788">
                <c:v>-40</c:v>
              </c:pt>
              <c:pt idx="789">
                <c:v>-40</c:v>
              </c:pt>
              <c:pt idx="790">
                <c:v>-40</c:v>
              </c:pt>
              <c:pt idx="791">
                <c:v>-40</c:v>
              </c:pt>
              <c:pt idx="792">
                <c:v>-40</c:v>
              </c:pt>
              <c:pt idx="793">
                <c:v>-40</c:v>
              </c:pt>
              <c:pt idx="794">
                <c:v>-40</c:v>
              </c:pt>
              <c:pt idx="795">
                <c:v>-40</c:v>
              </c:pt>
              <c:pt idx="796">
                <c:v>-40</c:v>
              </c:pt>
              <c:pt idx="797">
                <c:v>-40</c:v>
              </c:pt>
              <c:pt idx="798">
                <c:v>-40</c:v>
              </c:pt>
              <c:pt idx="799">
                <c:v>-40</c:v>
              </c:pt>
              <c:pt idx="800">
                <c:v>-40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2042-44C3-BCA9-0C35B3C62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0"/>
        </c:scaling>
        <c:delete val="0"/>
        <c:axPos val="l"/>
        <c:majorGridlines>
          <c:spPr>
            <a:ln w="6668">
              <a:solidFill>
                <a:srgbClr val="E1E5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Relative power density (dB)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2"/>
          <c:min val="-2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Frequency offset from RF carrier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0.5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252525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Direct BPSK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Direct BPSK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401"/>
              <c:pt idx="0">
                <c:v>-150</c:v>
              </c:pt>
              <c:pt idx="1">
                <c:v>-149.875</c:v>
              </c:pt>
              <c:pt idx="2">
                <c:v>-149.75</c:v>
              </c:pt>
              <c:pt idx="3">
                <c:v>-149.625</c:v>
              </c:pt>
              <c:pt idx="4">
                <c:v>-149.5</c:v>
              </c:pt>
              <c:pt idx="5">
                <c:v>-149.375</c:v>
              </c:pt>
              <c:pt idx="6">
                <c:v>-149.25</c:v>
              </c:pt>
              <c:pt idx="7">
                <c:v>-149.125</c:v>
              </c:pt>
              <c:pt idx="8">
                <c:v>-149</c:v>
              </c:pt>
              <c:pt idx="9">
                <c:v>-148.875</c:v>
              </c:pt>
              <c:pt idx="10">
                <c:v>-148.75</c:v>
              </c:pt>
              <c:pt idx="11">
                <c:v>-148.625</c:v>
              </c:pt>
              <c:pt idx="12">
                <c:v>-148.5</c:v>
              </c:pt>
              <c:pt idx="13">
                <c:v>-148.375</c:v>
              </c:pt>
              <c:pt idx="14">
                <c:v>-148.25</c:v>
              </c:pt>
              <c:pt idx="15">
                <c:v>-148.125</c:v>
              </c:pt>
              <c:pt idx="16">
                <c:v>-148</c:v>
              </c:pt>
              <c:pt idx="17">
                <c:v>-147.875</c:v>
              </c:pt>
              <c:pt idx="18">
                <c:v>-147.75</c:v>
              </c:pt>
              <c:pt idx="19">
                <c:v>-147.625</c:v>
              </c:pt>
              <c:pt idx="20">
                <c:v>-147.5</c:v>
              </c:pt>
              <c:pt idx="21">
                <c:v>-147.375</c:v>
              </c:pt>
              <c:pt idx="22">
                <c:v>-147.25</c:v>
              </c:pt>
              <c:pt idx="23">
                <c:v>-147.125</c:v>
              </c:pt>
              <c:pt idx="24">
                <c:v>-147</c:v>
              </c:pt>
              <c:pt idx="25">
                <c:v>-146.875</c:v>
              </c:pt>
              <c:pt idx="26">
                <c:v>-146.75</c:v>
              </c:pt>
              <c:pt idx="27">
                <c:v>-146.625</c:v>
              </c:pt>
              <c:pt idx="28">
                <c:v>-146.5</c:v>
              </c:pt>
              <c:pt idx="29">
                <c:v>-146.375</c:v>
              </c:pt>
              <c:pt idx="30">
                <c:v>-146.25</c:v>
              </c:pt>
              <c:pt idx="31">
                <c:v>-146.125</c:v>
              </c:pt>
              <c:pt idx="32">
                <c:v>-146</c:v>
              </c:pt>
              <c:pt idx="33">
                <c:v>-145.875</c:v>
              </c:pt>
              <c:pt idx="34">
                <c:v>-145.75</c:v>
              </c:pt>
              <c:pt idx="35">
                <c:v>-145.625</c:v>
              </c:pt>
              <c:pt idx="36">
                <c:v>-145.5</c:v>
              </c:pt>
              <c:pt idx="37">
                <c:v>-145.375</c:v>
              </c:pt>
              <c:pt idx="38">
                <c:v>-145.25</c:v>
              </c:pt>
              <c:pt idx="39">
                <c:v>-145.125</c:v>
              </c:pt>
              <c:pt idx="40">
                <c:v>-145</c:v>
              </c:pt>
              <c:pt idx="41">
                <c:v>-144.875</c:v>
              </c:pt>
              <c:pt idx="42">
                <c:v>-144.75</c:v>
              </c:pt>
              <c:pt idx="43">
                <c:v>-144.625</c:v>
              </c:pt>
              <c:pt idx="44">
                <c:v>-144.5</c:v>
              </c:pt>
              <c:pt idx="45">
                <c:v>-144.375</c:v>
              </c:pt>
              <c:pt idx="46">
                <c:v>-144.25</c:v>
              </c:pt>
              <c:pt idx="47">
                <c:v>-144.125</c:v>
              </c:pt>
              <c:pt idx="48">
                <c:v>-144</c:v>
              </c:pt>
              <c:pt idx="49">
                <c:v>-143.875</c:v>
              </c:pt>
              <c:pt idx="50">
                <c:v>-143.75</c:v>
              </c:pt>
              <c:pt idx="51">
                <c:v>-143.625</c:v>
              </c:pt>
              <c:pt idx="52">
                <c:v>-143.5</c:v>
              </c:pt>
              <c:pt idx="53">
                <c:v>-143.375</c:v>
              </c:pt>
              <c:pt idx="54">
                <c:v>-143.25</c:v>
              </c:pt>
              <c:pt idx="55">
                <c:v>-143.125</c:v>
              </c:pt>
              <c:pt idx="56">
                <c:v>-143</c:v>
              </c:pt>
              <c:pt idx="57">
                <c:v>-142.875</c:v>
              </c:pt>
              <c:pt idx="58">
                <c:v>-142.75</c:v>
              </c:pt>
              <c:pt idx="59">
                <c:v>-142.625</c:v>
              </c:pt>
              <c:pt idx="60">
                <c:v>-142.5</c:v>
              </c:pt>
              <c:pt idx="61">
                <c:v>-142.375</c:v>
              </c:pt>
              <c:pt idx="62">
                <c:v>-142.25</c:v>
              </c:pt>
              <c:pt idx="63">
                <c:v>-142.125</c:v>
              </c:pt>
              <c:pt idx="64">
                <c:v>-142</c:v>
              </c:pt>
              <c:pt idx="65">
                <c:v>-141.875</c:v>
              </c:pt>
              <c:pt idx="66">
                <c:v>-141.75</c:v>
              </c:pt>
              <c:pt idx="67">
                <c:v>-141.625</c:v>
              </c:pt>
              <c:pt idx="68">
                <c:v>-141.5</c:v>
              </c:pt>
              <c:pt idx="69">
                <c:v>-141.375</c:v>
              </c:pt>
              <c:pt idx="70">
                <c:v>-141.25</c:v>
              </c:pt>
              <c:pt idx="71">
                <c:v>-141.125</c:v>
              </c:pt>
              <c:pt idx="72">
                <c:v>-141</c:v>
              </c:pt>
              <c:pt idx="73">
                <c:v>-140.875</c:v>
              </c:pt>
              <c:pt idx="74">
                <c:v>-140.75</c:v>
              </c:pt>
              <c:pt idx="75">
                <c:v>-140.625</c:v>
              </c:pt>
              <c:pt idx="76">
                <c:v>-140.5</c:v>
              </c:pt>
              <c:pt idx="77">
                <c:v>-140.375</c:v>
              </c:pt>
              <c:pt idx="78">
                <c:v>-140.25</c:v>
              </c:pt>
              <c:pt idx="79">
                <c:v>-140.125</c:v>
              </c:pt>
              <c:pt idx="80">
                <c:v>-140</c:v>
              </c:pt>
              <c:pt idx="81">
                <c:v>-139.875</c:v>
              </c:pt>
              <c:pt idx="82">
                <c:v>-139.75</c:v>
              </c:pt>
              <c:pt idx="83">
                <c:v>-139.625</c:v>
              </c:pt>
              <c:pt idx="84">
                <c:v>-139.5</c:v>
              </c:pt>
              <c:pt idx="85">
                <c:v>-139.375</c:v>
              </c:pt>
              <c:pt idx="86">
                <c:v>-139.25</c:v>
              </c:pt>
              <c:pt idx="87">
                <c:v>-139.125</c:v>
              </c:pt>
              <c:pt idx="88">
                <c:v>-139</c:v>
              </c:pt>
              <c:pt idx="89">
                <c:v>-138.875</c:v>
              </c:pt>
              <c:pt idx="90">
                <c:v>-138.75</c:v>
              </c:pt>
              <c:pt idx="91">
                <c:v>-138.625</c:v>
              </c:pt>
              <c:pt idx="92">
                <c:v>-138.5</c:v>
              </c:pt>
              <c:pt idx="93">
                <c:v>-138.375</c:v>
              </c:pt>
              <c:pt idx="94">
                <c:v>-138.25</c:v>
              </c:pt>
              <c:pt idx="95">
                <c:v>-138.125</c:v>
              </c:pt>
              <c:pt idx="96">
                <c:v>-138</c:v>
              </c:pt>
              <c:pt idx="97">
                <c:v>-137.875</c:v>
              </c:pt>
              <c:pt idx="98">
                <c:v>-137.75</c:v>
              </c:pt>
              <c:pt idx="99">
                <c:v>-137.625</c:v>
              </c:pt>
              <c:pt idx="100">
                <c:v>-137.5</c:v>
              </c:pt>
              <c:pt idx="101">
                <c:v>-137.375</c:v>
              </c:pt>
              <c:pt idx="102">
                <c:v>-137.25</c:v>
              </c:pt>
              <c:pt idx="103">
                <c:v>-137.125</c:v>
              </c:pt>
              <c:pt idx="104">
                <c:v>-137</c:v>
              </c:pt>
              <c:pt idx="105">
                <c:v>-136.875</c:v>
              </c:pt>
              <c:pt idx="106">
                <c:v>-136.75</c:v>
              </c:pt>
              <c:pt idx="107">
                <c:v>-136.625</c:v>
              </c:pt>
              <c:pt idx="108">
                <c:v>-136.5</c:v>
              </c:pt>
              <c:pt idx="109">
                <c:v>-136.375</c:v>
              </c:pt>
              <c:pt idx="110">
                <c:v>-136.25</c:v>
              </c:pt>
              <c:pt idx="111">
                <c:v>-136.125</c:v>
              </c:pt>
              <c:pt idx="112">
                <c:v>-136</c:v>
              </c:pt>
              <c:pt idx="113">
                <c:v>-135.875</c:v>
              </c:pt>
              <c:pt idx="114">
                <c:v>-135.75</c:v>
              </c:pt>
              <c:pt idx="115">
                <c:v>-135.625</c:v>
              </c:pt>
              <c:pt idx="116">
                <c:v>-135.5</c:v>
              </c:pt>
              <c:pt idx="117">
                <c:v>-135.375</c:v>
              </c:pt>
              <c:pt idx="118">
                <c:v>-135.25</c:v>
              </c:pt>
              <c:pt idx="119">
                <c:v>-135.125</c:v>
              </c:pt>
              <c:pt idx="120">
                <c:v>-135</c:v>
              </c:pt>
              <c:pt idx="121">
                <c:v>-134.875</c:v>
              </c:pt>
              <c:pt idx="122">
                <c:v>-134.75</c:v>
              </c:pt>
              <c:pt idx="123">
                <c:v>-134.625</c:v>
              </c:pt>
              <c:pt idx="124">
                <c:v>-134.5</c:v>
              </c:pt>
              <c:pt idx="125">
                <c:v>-134.375</c:v>
              </c:pt>
              <c:pt idx="126">
                <c:v>-134.25</c:v>
              </c:pt>
              <c:pt idx="127">
                <c:v>-134.125</c:v>
              </c:pt>
              <c:pt idx="128">
                <c:v>-134</c:v>
              </c:pt>
              <c:pt idx="129">
                <c:v>-133.875</c:v>
              </c:pt>
              <c:pt idx="130">
                <c:v>-133.75</c:v>
              </c:pt>
              <c:pt idx="131">
                <c:v>-133.625</c:v>
              </c:pt>
              <c:pt idx="132">
                <c:v>-133.5</c:v>
              </c:pt>
              <c:pt idx="133">
                <c:v>-133.375</c:v>
              </c:pt>
              <c:pt idx="134">
                <c:v>-133.25</c:v>
              </c:pt>
              <c:pt idx="135">
                <c:v>-133.125</c:v>
              </c:pt>
              <c:pt idx="136">
                <c:v>-133</c:v>
              </c:pt>
              <c:pt idx="137">
                <c:v>-132.875</c:v>
              </c:pt>
              <c:pt idx="138">
                <c:v>-132.75</c:v>
              </c:pt>
              <c:pt idx="139">
                <c:v>-132.625</c:v>
              </c:pt>
              <c:pt idx="140">
                <c:v>-132.5</c:v>
              </c:pt>
              <c:pt idx="141">
                <c:v>-132.375</c:v>
              </c:pt>
              <c:pt idx="142">
                <c:v>-132.25</c:v>
              </c:pt>
              <c:pt idx="143">
                <c:v>-132.125</c:v>
              </c:pt>
              <c:pt idx="144">
                <c:v>-132</c:v>
              </c:pt>
              <c:pt idx="145">
                <c:v>-131.875</c:v>
              </c:pt>
              <c:pt idx="146">
                <c:v>-131.75</c:v>
              </c:pt>
              <c:pt idx="147">
                <c:v>-131.625</c:v>
              </c:pt>
              <c:pt idx="148">
                <c:v>-131.5</c:v>
              </c:pt>
              <c:pt idx="149">
                <c:v>-131.375</c:v>
              </c:pt>
              <c:pt idx="150">
                <c:v>-131.25</c:v>
              </c:pt>
              <c:pt idx="151">
                <c:v>-131.125</c:v>
              </c:pt>
              <c:pt idx="152">
                <c:v>-131</c:v>
              </c:pt>
              <c:pt idx="153">
                <c:v>-130.875</c:v>
              </c:pt>
              <c:pt idx="154">
                <c:v>-130.75</c:v>
              </c:pt>
              <c:pt idx="155">
                <c:v>-130.625</c:v>
              </c:pt>
              <c:pt idx="156">
                <c:v>-130.5</c:v>
              </c:pt>
              <c:pt idx="157">
                <c:v>-130.375</c:v>
              </c:pt>
              <c:pt idx="158">
                <c:v>-130.25</c:v>
              </c:pt>
              <c:pt idx="159">
                <c:v>-130.125</c:v>
              </c:pt>
              <c:pt idx="160">
                <c:v>-130</c:v>
              </c:pt>
              <c:pt idx="161">
                <c:v>-129.875</c:v>
              </c:pt>
              <c:pt idx="162">
                <c:v>-129.75</c:v>
              </c:pt>
              <c:pt idx="163">
                <c:v>-129.625</c:v>
              </c:pt>
              <c:pt idx="164">
                <c:v>-129.5</c:v>
              </c:pt>
              <c:pt idx="165">
                <c:v>-129.375</c:v>
              </c:pt>
              <c:pt idx="166">
                <c:v>-129.25</c:v>
              </c:pt>
              <c:pt idx="167">
                <c:v>-129.125</c:v>
              </c:pt>
              <c:pt idx="168">
                <c:v>-129</c:v>
              </c:pt>
              <c:pt idx="169">
                <c:v>-128.875</c:v>
              </c:pt>
              <c:pt idx="170">
                <c:v>-128.75</c:v>
              </c:pt>
              <c:pt idx="171">
                <c:v>-128.625</c:v>
              </c:pt>
              <c:pt idx="172">
                <c:v>-128.5</c:v>
              </c:pt>
              <c:pt idx="173">
                <c:v>-128.375</c:v>
              </c:pt>
              <c:pt idx="174">
                <c:v>-128.25</c:v>
              </c:pt>
              <c:pt idx="175">
                <c:v>-128.125</c:v>
              </c:pt>
              <c:pt idx="176">
                <c:v>-128</c:v>
              </c:pt>
              <c:pt idx="177">
                <c:v>-127.875</c:v>
              </c:pt>
              <c:pt idx="178">
                <c:v>-127.75</c:v>
              </c:pt>
              <c:pt idx="179">
                <c:v>-127.625</c:v>
              </c:pt>
              <c:pt idx="180">
                <c:v>-127.5</c:v>
              </c:pt>
              <c:pt idx="181">
                <c:v>-127.375</c:v>
              </c:pt>
              <c:pt idx="182">
                <c:v>-127.25</c:v>
              </c:pt>
              <c:pt idx="183">
                <c:v>-127.125</c:v>
              </c:pt>
              <c:pt idx="184">
                <c:v>-127</c:v>
              </c:pt>
              <c:pt idx="185">
                <c:v>-126.875</c:v>
              </c:pt>
              <c:pt idx="186">
                <c:v>-126.75</c:v>
              </c:pt>
              <c:pt idx="187">
                <c:v>-126.625</c:v>
              </c:pt>
              <c:pt idx="188">
                <c:v>-126.5</c:v>
              </c:pt>
              <c:pt idx="189">
                <c:v>-126.375</c:v>
              </c:pt>
              <c:pt idx="190">
                <c:v>-126.25</c:v>
              </c:pt>
              <c:pt idx="191">
                <c:v>-126.125</c:v>
              </c:pt>
              <c:pt idx="192">
                <c:v>-126</c:v>
              </c:pt>
              <c:pt idx="193">
                <c:v>-125.875</c:v>
              </c:pt>
              <c:pt idx="194">
                <c:v>-125.75</c:v>
              </c:pt>
              <c:pt idx="195">
                <c:v>-125.625</c:v>
              </c:pt>
              <c:pt idx="196">
                <c:v>-125.5</c:v>
              </c:pt>
              <c:pt idx="197">
                <c:v>-125.375</c:v>
              </c:pt>
              <c:pt idx="198">
                <c:v>-125.25</c:v>
              </c:pt>
              <c:pt idx="199">
                <c:v>-125.125</c:v>
              </c:pt>
              <c:pt idx="200">
                <c:v>-125</c:v>
              </c:pt>
              <c:pt idx="201">
                <c:v>-124.875</c:v>
              </c:pt>
              <c:pt idx="202">
                <c:v>-124.75</c:v>
              </c:pt>
              <c:pt idx="203">
                <c:v>-124.625</c:v>
              </c:pt>
              <c:pt idx="204">
                <c:v>-124.5</c:v>
              </c:pt>
              <c:pt idx="205">
                <c:v>-124.375</c:v>
              </c:pt>
              <c:pt idx="206">
                <c:v>-124.25</c:v>
              </c:pt>
              <c:pt idx="207">
                <c:v>-124.125</c:v>
              </c:pt>
              <c:pt idx="208">
                <c:v>-124</c:v>
              </c:pt>
              <c:pt idx="209">
                <c:v>-123.875</c:v>
              </c:pt>
              <c:pt idx="210">
                <c:v>-123.75</c:v>
              </c:pt>
              <c:pt idx="211">
                <c:v>-123.625</c:v>
              </c:pt>
              <c:pt idx="212">
                <c:v>-123.5</c:v>
              </c:pt>
              <c:pt idx="213">
                <c:v>-123.375</c:v>
              </c:pt>
              <c:pt idx="214">
                <c:v>-123.25</c:v>
              </c:pt>
              <c:pt idx="215">
                <c:v>-123.125</c:v>
              </c:pt>
              <c:pt idx="216">
                <c:v>-123</c:v>
              </c:pt>
              <c:pt idx="217">
                <c:v>-122.875</c:v>
              </c:pt>
              <c:pt idx="218">
                <c:v>-122.75</c:v>
              </c:pt>
              <c:pt idx="219">
                <c:v>-122.625</c:v>
              </c:pt>
              <c:pt idx="220">
                <c:v>-122.5</c:v>
              </c:pt>
              <c:pt idx="221">
                <c:v>-122.375</c:v>
              </c:pt>
              <c:pt idx="222">
                <c:v>-122.25</c:v>
              </c:pt>
              <c:pt idx="223">
                <c:v>-122.125</c:v>
              </c:pt>
              <c:pt idx="224">
                <c:v>-122</c:v>
              </c:pt>
              <c:pt idx="225">
                <c:v>-121.875</c:v>
              </c:pt>
              <c:pt idx="226">
                <c:v>-121.75</c:v>
              </c:pt>
              <c:pt idx="227">
                <c:v>-121.625</c:v>
              </c:pt>
              <c:pt idx="228">
                <c:v>-121.5</c:v>
              </c:pt>
              <c:pt idx="229">
                <c:v>-121.375</c:v>
              </c:pt>
              <c:pt idx="230">
                <c:v>-121.25</c:v>
              </c:pt>
              <c:pt idx="231">
                <c:v>-121.125</c:v>
              </c:pt>
              <c:pt idx="232">
                <c:v>-121</c:v>
              </c:pt>
              <c:pt idx="233">
                <c:v>-120.875</c:v>
              </c:pt>
              <c:pt idx="234">
                <c:v>-120.75</c:v>
              </c:pt>
              <c:pt idx="235">
                <c:v>-120.625</c:v>
              </c:pt>
              <c:pt idx="236">
                <c:v>-120.5</c:v>
              </c:pt>
              <c:pt idx="237">
                <c:v>-120.375</c:v>
              </c:pt>
              <c:pt idx="238">
                <c:v>-120.25</c:v>
              </c:pt>
              <c:pt idx="239">
                <c:v>-120.125</c:v>
              </c:pt>
              <c:pt idx="240">
                <c:v>-120</c:v>
              </c:pt>
              <c:pt idx="241">
                <c:v>-119.875</c:v>
              </c:pt>
              <c:pt idx="242">
                <c:v>-119.75</c:v>
              </c:pt>
              <c:pt idx="243">
                <c:v>-119.625</c:v>
              </c:pt>
              <c:pt idx="244">
                <c:v>-119.5</c:v>
              </c:pt>
              <c:pt idx="245">
                <c:v>-119.375</c:v>
              </c:pt>
              <c:pt idx="246">
                <c:v>-119.25</c:v>
              </c:pt>
              <c:pt idx="247">
                <c:v>-119.125</c:v>
              </c:pt>
              <c:pt idx="248">
                <c:v>-119</c:v>
              </c:pt>
              <c:pt idx="249">
                <c:v>-118.875</c:v>
              </c:pt>
              <c:pt idx="250">
                <c:v>-118.75</c:v>
              </c:pt>
              <c:pt idx="251">
                <c:v>-118.625</c:v>
              </c:pt>
              <c:pt idx="252">
                <c:v>-118.5</c:v>
              </c:pt>
              <c:pt idx="253">
                <c:v>-118.375</c:v>
              </c:pt>
              <c:pt idx="254">
                <c:v>-118.25</c:v>
              </c:pt>
              <c:pt idx="255">
                <c:v>-118.125</c:v>
              </c:pt>
              <c:pt idx="256">
                <c:v>-118</c:v>
              </c:pt>
              <c:pt idx="257">
                <c:v>-117.875</c:v>
              </c:pt>
              <c:pt idx="258">
                <c:v>-117.75</c:v>
              </c:pt>
              <c:pt idx="259">
                <c:v>-117.625</c:v>
              </c:pt>
              <c:pt idx="260">
                <c:v>-117.5</c:v>
              </c:pt>
              <c:pt idx="261">
                <c:v>-117.375</c:v>
              </c:pt>
              <c:pt idx="262">
                <c:v>-117.25</c:v>
              </c:pt>
              <c:pt idx="263">
                <c:v>-117.125</c:v>
              </c:pt>
              <c:pt idx="264">
                <c:v>-117</c:v>
              </c:pt>
              <c:pt idx="265">
                <c:v>-116.875</c:v>
              </c:pt>
              <c:pt idx="266">
                <c:v>-116.75</c:v>
              </c:pt>
              <c:pt idx="267">
                <c:v>-116.625</c:v>
              </c:pt>
              <c:pt idx="268">
                <c:v>-116.5</c:v>
              </c:pt>
              <c:pt idx="269">
                <c:v>-116.375</c:v>
              </c:pt>
              <c:pt idx="270">
                <c:v>-116.25</c:v>
              </c:pt>
              <c:pt idx="271">
                <c:v>-116.125</c:v>
              </c:pt>
              <c:pt idx="272">
                <c:v>-116</c:v>
              </c:pt>
              <c:pt idx="273">
                <c:v>-115.875</c:v>
              </c:pt>
              <c:pt idx="274">
                <c:v>-115.75</c:v>
              </c:pt>
              <c:pt idx="275">
                <c:v>-115.625</c:v>
              </c:pt>
              <c:pt idx="276">
                <c:v>-115.5</c:v>
              </c:pt>
              <c:pt idx="277">
                <c:v>-115.375</c:v>
              </c:pt>
              <c:pt idx="278">
                <c:v>-115.25</c:v>
              </c:pt>
              <c:pt idx="279">
                <c:v>-115.125</c:v>
              </c:pt>
              <c:pt idx="280">
                <c:v>-115</c:v>
              </c:pt>
              <c:pt idx="281">
                <c:v>-114.875</c:v>
              </c:pt>
              <c:pt idx="282">
                <c:v>-114.75</c:v>
              </c:pt>
              <c:pt idx="283">
                <c:v>-114.625</c:v>
              </c:pt>
              <c:pt idx="284">
                <c:v>-114.5</c:v>
              </c:pt>
              <c:pt idx="285">
                <c:v>-114.375</c:v>
              </c:pt>
              <c:pt idx="286">
                <c:v>-114.25</c:v>
              </c:pt>
              <c:pt idx="287">
                <c:v>-114.125</c:v>
              </c:pt>
              <c:pt idx="288">
                <c:v>-114</c:v>
              </c:pt>
              <c:pt idx="289">
                <c:v>-113.875</c:v>
              </c:pt>
              <c:pt idx="290">
                <c:v>-113.75</c:v>
              </c:pt>
              <c:pt idx="291">
                <c:v>-113.625</c:v>
              </c:pt>
              <c:pt idx="292">
                <c:v>-113.5</c:v>
              </c:pt>
              <c:pt idx="293">
                <c:v>-113.375</c:v>
              </c:pt>
              <c:pt idx="294">
                <c:v>-113.25</c:v>
              </c:pt>
              <c:pt idx="295">
                <c:v>-113.125</c:v>
              </c:pt>
              <c:pt idx="296">
                <c:v>-113</c:v>
              </c:pt>
              <c:pt idx="297">
                <c:v>-112.875</c:v>
              </c:pt>
              <c:pt idx="298">
                <c:v>-112.75</c:v>
              </c:pt>
              <c:pt idx="299">
                <c:v>-112.625</c:v>
              </c:pt>
              <c:pt idx="300">
                <c:v>-112.5</c:v>
              </c:pt>
              <c:pt idx="301">
                <c:v>-112.375</c:v>
              </c:pt>
              <c:pt idx="302">
                <c:v>-112.25</c:v>
              </c:pt>
              <c:pt idx="303">
                <c:v>-112.125</c:v>
              </c:pt>
              <c:pt idx="304">
                <c:v>-112</c:v>
              </c:pt>
              <c:pt idx="305">
                <c:v>-111.875</c:v>
              </c:pt>
              <c:pt idx="306">
                <c:v>-111.75</c:v>
              </c:pt>
              <c:pt idx="307">
                <c:v>-111.625</c:v>
              </c:pt>
              <c:pt idx="308">
                <c:v>-111.5</c:v>
              </c:pt>
              <c:pt idx="309">
                <c:v>-111.375</c:v>
              </c:pt>
              <c:pt idx="310">
                <c:v>-111.25</c:v>
              </c:pt>
              <c:pt idx="311">
                <c:v>-111.125</c:v>
              </c:pt>
              <c:pt idx="312">
                <c:v>-111</c:v>
              </c:pt>
              <c:pt idx="313">
                <c:v>-110.875</c:v>
              </c:pt>
              <c:pt idx="314">
                <c:v>-110.75</c:v>
              </c:pt>
              <c:pt idx="315">
                <c:v>-110.625</c:v>
              </c:pt>
              <c:pt idx="316">
                <c:v>-110.5</c:v>
              </c:pt>
              <c:pt idx="317">
                <c:v>-110.375</c:v>
              </c:pt>
              <c:pt idx="318">
                <c:v>-110.25</c:v>
              </c:pt>
              <c:pt idx="319">
                <c:v>-110.125</c:v>
              </c:pt>
              <c:pt idx="320">
                <c:v>-110</c:v>
              </c:pt>
              <c:pt idx="321">
                <c:v>-109.875</c:v>
              </c:pt>
              <c:pt idx="322">
                <c:v>-109.75</c:v>
              </c:pt>
              <c:pt idx="323">
                <c:v>-109.625</c:v>
              </c:pt>
              <c:pt idx="324">
                <c:v>-109.5</c:v>
              </c:pt>
              <c:pt idx="325">
                <c:v>-109.375</c:v>
              </c:pt>
              <c:pt idx="326">
                <c:v>-109.25</c:v>
              </c:pt>
              <c:pt idx="327">
                <c:v>-109.125</c:v>
              </c:pt>
              <c:pt idx="328">
                <c:v>-109</c:v>
              </c:pt>
              <c:pt idx="329">
                <c:v>-108.875</c:v>
              </c:pt>
              <c:pt idx="330">
                <c:v>-108.75</c:v>
              </c:pt>
              <c:pt idx="331">
                <c:v>-108.625</c:v>
              </c:pt>
              <c:pt idx="332">
                <c:v>-108.5</c:v>
              </c:pt>
              <c:pt idx="333">
                <c:v>-108.375</c:v>
              </c:pt>
              <c:pt idx="334">
                <c:v>-108.25</c:v>
              </c:pt>
              <c:pt idx="335">
                <c:v>-108.125</c:v>
              </c:pt>
              <c:pt idx="336">
                <c:v>-108</c:v>
              </c:pt>
              <c:pt idx="337">
                <c:v>-107.875</c:v>
              </c:pt>
              <c:pt idx="338">
                <c:v>-107.75</c:v>
              </c:pt>
              <c:pt idx="339">
                <c:v>-107.625</c:v>
              </c:pt>
              <c:pt idx="340">
                <c:v>-107.5</c:v>
              </c:pt>
              <c:pt idx="341">
                <c:v>-107.375</c:v>
              </c:pt>
              <c:pt idx="342">
                <c:v>-107.25</c:v>
              </c:pt>
              <c:pt idx="343">
                <c:v>-107.125</c:v>
              </c:pt>
              <c:pt idx="344">
                <c:v>-107</c:v>
              </c:pt>
              <c:pt idx="345">
                <c:v>-106.875</c:v>
              </c:pt>
              <c:pt idx="346">
                <c:v>-106.75</c:v>
              </c:pt>
              <c:pt idx="347">
                <c:v>-106.625</c:v>
              </c:pt>
              <c:pt idx="348">
                <c:v>-106.5</c:v>
              </c:pt>
              <c:pt idx="349">
                <c:v>-106.375</c:v>
              </c:pt>
              <c:pt idx="350">
                <c:v>-106.25</c:v>
              </c:pt>
              <c:pt idx="351">
                <c:v>-106.125</c:v>
              </c:pt>
              <c:pt idx="352">
                <c:v>-106</c:v>
              </c:pt>
              <c:pt idx="353">
                <c:v>-105.875</c:v>
              </c:pt>
              <c:pt idx="354">
                <c:v>-105.75</c:v>
              </c:pt>
              <c:pt idx="355">
                <c:v>-105.625</c:v>
              </c:pt>
              <c:pt idx="356">
                <c:v>-105.5</c:v>
              </c:pt>
              <c:pt idx="357">
                <c:v>-105.375</c:v>
              </c:pt>
              <c:pt idx="358">
                <c:v>-105.25</c:v>
              </c:pt>
              <c:pt idx="359">
                <c:v>-105.125</c:v>
              </c:pt>
              <c:pt idx="360">
                <c:v>-105</c:v>
              </c:pt>
              <c:pt idx="361">
                <c:v>-104.875</c:v>
              </c:pt>
              <c:pt idx="362">
                <c:v>-104.75</c:v>
              </c:pt>
              <c:pt idx="363">
                <c:v>-104.625</c:v>
              </c:pt>
              <c:pt idx="364">
                <c:v>-104.5</c:v>
              </c:pt>
              <c:pt idx="365">
                <c:v>-104.375</c:v>
              </c:pt>
              <c:pt idx="366">
                <c:v>-104.25</c:v>
              </c:pt>
              <c:pt idx="367">
                <c:v>-104.125</c:v>
              </c:pt>
              <c:pt idx="368">
                <c:v>-104</c:v>
              </c:pt>
              <c:pt idx="369">
                <c:v>-103.875</c:v>
              </c:pt>
              <c:pt idx="370">
                <c:v>-103.75</c:v>
              </c:pt>
              <c:pt idx="371">
                <c:v>-103.625</c:v>
              </c:pt>
              <c:pt idx="372">
                <c:v>-103.5</c:v>
              </c:pt>
              <c:pt idx="373">
                <c:v>-103.375</c:v>
              </c:pt>
              <c:pt idx="374">
                <c:v>-103.25</c:v>
              </c:pt>
              <c:pt idx="375">
                <c:v>-103.125</c:v>
              </c:pt>
              <c:pt idx="376">
                <c:v>-103</c:v>
              </c:pt>
              <c:pt idx="377">
                <c:v>-102.875</c:v>
              </c:pt>
              <c:pt idx="378">
                <c:v>-102.75</c:v>
              </c:pt>
              <c:pt idx="379">
                <c:v>-102.625</c:v>
              </c:pt>
              <c:pt idx="380">
                <c:v>-102.5</c:v>
              </c:pt>
              <c:pt idx="381">
                <c:v>-102.375</c:v>
              </c:pt>
              <c:pt idx="382">
                <c:v>-102.25</c:v>
              </c:pt>
              <c:pt idx="383">
                <c:v>-102.125</c:v>
              </c:pt>
              <c:pt idx="384">
                <c:v>-102</c:v>
              </c:pt>
              <c:pt idx="385">
                <c:v>-101.875</c:v>
              </c:pt>
              <c:pt idx="386">
                <c:v>-101.75</c:v>
              </c:pt>
              <c:pt idx="387">
                <c:v>-101.625</c:v>
              </c:pt>
              <c:pt idx="388">
                <c:v>-101.5</c:v>
              </c:pt>
              <c:pt idx="389">
                <c:v>-101.375</c:v>
              </c:pt>
              <c:pt idx="390">
                <c:v>-101.25</c:v>
              </c:pt>
              <c:pt idx="391">
                <c:v>-101.125</c:v>
              </c:pt>
              <c:pt idx="392">
                <c:v>-101</c:v>
              </c:pt>
              <c:pt idx="393">
                <c:v>-100.875</c:v>
              </c:pt>
              <c:pt idx="394">
                <c:v>-100.75</c:v>
              </c:pt>
              <c:pt idx="395">
                <c:v>-100.625</c:v>
              </c:pt>
              <c:pt idx="396">
                <c:v>-100.5</c:v>
              </c:pt>
              <c:pt idx="397">
                <c:v>-100.375</c:v>
              </c:pt>
              <c:pt idx="398">
                <c:v>-100.25</c:v>
              </c:pt>
              <c:pt idx="399">
                <c:v>-100.125</c:v>
              </c:pt>
              <c:pt idx="400">
                <c:v>-100</c:v>
              </c:pt>
              <c:pt idx="401">
                <c:v>-99.875</c:v>
              </c:pt>
              <c:pt idx="402">
                <c:v>-99.75</c:v>
              </c:pt>
              <c:pt idx="403">
                <c:v>-99.625</c:v>
              </c:pt>
              <c:pt idx="404">
                <c:v>-99.5</c:v>
              </c:pt>
              <c:pt idx="405">
                <c:v>-99.375</c:v>
              </c:pt>
              <c:pt idx="406">
                <c:v>-99.25</c:v>
              </c:pt>
              <c:pt idx="407">
                <c:v>-99.125</c:v>
              </c:pt>
              <c:pt idx="408">
                <c:v>-99</c:v>
              </c:pt>
              <c:pt idx="409">
                <c:v>-98.875</c:v>
              </c:pt>
              <c:pt idx="410">
                <c:v>-98.75</c:v>
              </c:pt>
              <c:pt idx="411">
                <c:v>-98.625</c:v>
              </c:pt>
              <c:pt idx="412">
                <c:v>-98.5</c:v>
              </c:pt>
              <c:pt idx="413">
                <c:v>-98.375</c:v>
              </c:pt>
              <c:pt idx="414">
                <c:v>-98.25</c:v>
              </c:pt>
              <c:pt idx="415">
                <c:v>-98.125</c:v>
              </c:pt>
              <c:pt idx="416">
                <c:v>-98</c:v>
              </c:pt>
              <c:pt idx="417">
                <c:v>-97.875</c:v>
              </c:pt>
              <c:pt idx="418">
                <c:v>-97.75</c:v>
              </c:pt>
              <c:pt idx="419">
                <c:v>-97.625</c:v>
              </c:pt>
              <c:pt idx="420">
                <c:v>-97.5</c:v>
              </c:pt>
              <c:pt idx="421">
                <c:v>-97.375</c:v>
              </c:pt>
              <c:pt idx="422">
                <c:v>-97.25</c:v>
              </c:pt>
              <c:pt idx="423">
                <c:v>-97.125</c:v>
              </c:pt>
              <c:pt idx="424">
                <c:v>-97</c:v>
              </c:pt>
              <c:pt idx="425">
                <c:v>-96.875</c:v>
              </c:pt>
              <c:pt idx="426">
                <c:v>-96.75</c:v>
              </c:pt>
              <c:pt idx="427">
                <c:v>-96.625</c:v>
              </c:pt>
              <c:pt idx="428">
                <c:v>-96.5</c:v>
              </c:pt>
              <c:pt idx="429">
                <c:v>-96.375</c:v>
              </c:pt>
              <c:pt idx="430">
                <c:v>-96.25</c:v>
              </c:pt>
              <c:pt idx="431">
                <c:v>-96.125</c:v>
              </c:pt>
              <c:pt idx="432">
                <c:v>-96</c:v>
              </c:pt>
              <c:pt idx="433">
                <c:v>-95.875</c:v>
              </c:pt>
              <c:pt idx="434">
                <c:v>-95.75</c:v>
              </c:pt>
              <c:pt idx="435">
                <c:v>-95.625</c:v>
              </c:pt>
              <c:pt idx="436">
                <c:v>-95.5</c:v>
              </c:pt>
              <c:pt idx="437">
                <c:v>-95.375</c:v>
              </c:pt>
              <c:pt idx="438">
                <c:v>-95.25</c:v>
              </c:pt>
              <c:pt idx="439">
                <c:v>-95.125</c:v>
              </c:pt>
              <c:pt idx="440">
                <c:v>-95</c:v>
              </c:pt>
              <c:pt idx="441">
                <c:v>-94.875</c:v>
              </c:pt>
              <c:pt idx="442">
                <c:v>-94.75</c:v>
              </c:pt>
              <c:pt idx="443">
                <c:v>-94.625</c:v>
              </c:pt>
              <c:pt idx="444">
                <c:v>-94.5</c:v>
              </c:pt>
              <c:pt idx="445">
                <c:v>-94.375</c:v>
              </c:pt>
              <c:pt idx="446">
                <c:v>-94.25</c:v>
              </c:pt>
              <c:pt idx="447">
                <c:v>-94.125</c:v>
              </c:pt>
              <c:pt idx="448">
                <c:v>-94</c:v>
              </c:pt>
              <c:pt idx="449">
                <c:v>-93.875</c:v>
              </c:pt>
              <c:pt idx="450">
                <c:v>-93.75</c:v>
              </c:pt>
              <c:pt idx="451">
                <c:v>-93.625</c:v>
              </c:pt>
              <c:pt idx="452">
                <c:v>-93.5</c:v>
              </c:pt>
              <c:pt idx="453">
                <c:v>-93.375</c:v>
              </c:pt>
              <c:pt idx="454">
                <c:v>-93.25</c:v>
              </c:pt>
              <c:pt idx="455">
                <c:v>-93.125</c:v>
              </c:pt>
              <c:pt idx="456">
                <c:v>-93</c:v>
              </c:pt>
              <c:pt idx="457">
                <c:v>-92.875</c:v>
              </c:pt>
              <c:pt idx="458">
                <c:v>-92.75</c:v>
              </c:pt>
              <c:pt idx="459">
                <c:v>-92.625</c:v>
              </c:pt>
              <c:pt idx="460">
                <c:v>-92.5</c:v>
              </c:pt>
              <c:pt idx="461">
                <c:v>-92.375</c:v>
              </c:pt>
              <c:pt idx="462">
                <c:v>-92.25</c:v>
              </c:pt>
              <c:pt idx="463">
                <c:v>-92.125</c:v>
              </c:pt>
              <c:pt idx="464">
                <c:v>-92</c:v>
              </c:pt>
              <c:pt idx="465">
                <c:v>-91.875</c:v>
              </c:pt>
              <c:pt idx="466">
                <c:v>-91.75</c:v>
              </c:pt>
              <c:pt idx="467">
                <c:v>-91.625</c:v>
              </c:pt>
              <c:pt idx="468">
                <c:v>-91.5</c:v>
              </c:pt>
              <c:pt idx="469">
                <c:v>-91.375</c:v>
              </c:pt>
              <c:pt idx="470">
                <c:v>-91.25</c:v>
              </c:pt>
              <c:pt idx="471">
                <c:v>-91.125</c:v>
              </c:pt>
              <c:pt idx="472">
                <c:v>-91</c:v>
              </c:pt>
              <c:pt idx="473">
                <c:v>-90.875</c:v>
              </c:pt>
              <c:pt idx="474">
                <c:v>-90.75</c:v>
              </c:pt>
              <c:pt idx="475">
                <c:v>-90.625</c:v>
              </c:pt>
              <c:pt idx="476">
                <c:v>-90.5</c:v>
              </c:pt>
              <c:pt idx="477">
                <c:v>-90.375</c:v>
              </c:pt>
              <c:pt idx="478">
                <c:v>-90.25</c:v>
              </c:pt>
              <c:pt idx="479">
                <c:v>-90.125</c:v>
              </c:pt>
              <c:pt idx="480">
                <c:v>-90</c:v>
              </c:pt>
              <c:pt idx="481">
                <c:v>-89.875</c:v>
              </c:pt>
              <c:pt idx="482">
                <c:v>-89.75</c:v>
              </c:pt>
              <c:pt idx="483">
                <c:v>-89.625</c:v>
              </c:pt>
              <c:pt idx="484">
                <c:v>-89.5</c:v>
              </c:pt>
              <c:pt idx="485">
                <c:v>-89.375</c:v>
              </c:pt>
              <c:pt idx="486">
                <c:v>-89.25</c:v>
              </c:pt>
              <c:pt idx="487">
                <c:v>-89.125</c:v>
              </c:pt>
              <c:pt idx="488">
                <c:v>-89</c:v>
              </c:pt>
              <c:pt idx="489">
                <c:v>-88.875</c:v>
              </c:pt>
              <c:pt idx="490">
                <c:v>-88.75</c:v>
              </c:pt>
              <c:pt idx="491">
                <c:v>-88.625</c:v>
              </c:pt>
              <c:pt idx="492">
                <c:v>-88.5</c:v>
              </c:pt>
              <c:pt idx="493">
                <c:v>-88.375</c:v>
              </c:pt>
              <c:pt idx="494">
                <c:v>-88.25</c:v>
              </c:pt>
              <c:pt idx="495">
                <c:v>-88.125</c:v>
              </c:pt>
              <c:pt idx="496">
                <c:v>-88</c:v>
              </c:pt>
              <c:pt idx="497">
                <c:v>-87.875</c:v>
              </c:pt>
              <c:pt idx="498">
                <c:v>-87.75</c:v>
              </c:pt>
              <c:pt idx="499">
                <c:v>-87.625</c:v>
              </c:pt>
              <c:pt idx="500">
                <c:v>-87.5</c:v>
              </c:pt>
              <c:pt idx="501">
                <c:v>-87.375</c:v>
              </c:pt>
              <c:pt idx="502">
                <c:v>-87.25</c:v>
              </c:pt>
              <c:pt idx="503">
                <c:v>-87.125</c:v>
              </c:pt>
              <c:pt idx="504">
                <c:v>-87</c:v>
              </c:pt>
              <c:pt idx="505">
                <c:v>-86.875</c:v>
              </c:pt>
              <c:pt idx="506">
                <c:v>-86.75</c:v>
              </c:pt>
              <c:pt idx="507">
                <c:v>-86.625</c:v>
              </c:pt>
              <c:pt idx="508">
                <c:v>-86.5</c:v>
              </c:pt>
              <c:pt idx="509">
                <c:v>-86.375</c:v>
              </c:pt>
              <c:pt idx="510">
                <c:v>-86.25</c:v>
              </c:pt>
              <c:pt idx="511">
                <c:v>-86.125</c:v>
              </c:pt>
              <c:pt idx="512">
                <c:v>-86</c:v>
              </c:pt>
              <c:pt idx="513">
                <c:v>-85.875</c:v>
              </c:pt>
              <c:pt idx="514">
                <c:v>-85.75</c:v>
              </c:pt>
              <c:pt idx="515">
                <c:v>-85.625</c:v>
              </c:pt>
              <c:pt idx="516">
                <c:v>-85.5</c:v>
              </c:pt>
              <c:pt idx="517">
                <c:v>-85.375</c:v>
              </c:pt>
              <c:pt idx="518">
                <c:v>-85.25</c:v>
              </c:pt>
              <c:pt idx="519">
                <c:v>-85.125</c:v>
              </c:pt>
              <c:pt idx="520">
                <c:v>-85</c:v>
              </c:pt>
              <c:pt idx="521">
                <c:v>-84.875</c:v>
              </c:pt>
              <c:pt idx="522">
                <c:v>-84.75</c:v>
              </c:pt>
              <c:pt idx="523">
                <c:v>-84.625</c:v>
              </c:pt>
              <c:pt idx="524">
                <c:v>-84.5</c:v>
              </c:pt>
              <c:pt idx="525">
                <c:v>-84.375</c:v>
              </c:pt>
              <c:pt idx="526">
                <c:v>-84.25</c:v>
              </c:pt>
              <c:pt idx="527">
                <c:v>-84.125</c:v>
              </c:pt>
              <c:pt idx="528">
                <c:v>-84</c:v>
              </c:pt>
              <c:pt idx="529">
                <c:v>-83.875</c:v>
              </c:pt>
              <c:pt idx="530">
                <c:v>-83.75</c:v>
              </c:pt>
              <c:pt idx="531">
                <c:v>-83.625</c:v>
              </c:pt>
              <c:pt idx="532">
                <c:v>-83.5</c:v>
              </c:pt>
              <c:pt idx="533">
                <c:v>-83.375</c:v>
              </c:pt>
              <c:pt idx="534">
                <c:v>-83.25</c:v>
              </c:pt>
              <c:pt idx="535">
                <c:v>-83.125</c:v>
              </c:pt>
              <c:pt idx="536">
                <c:v>-83</c:v>
              </c:pt>
              <c:pt idx="537">
                <c:v>-82.875</c:v>
              </c:pt>
              <c:pt idx="538">
                <c:v>-82.75</c:v>
              </c:pt>
              <c:pt idx="539">
                <c:v>-82.625</c:v>
              </c:pt>
              <c:pt idx="540">
                <c:v>-82.5</c:v>
              </c:pt>
              <c:pt idx="541">
                <c:v>-82.375</c:v>
              </c:pt>
              <c:pt idx="542">
                <c:v>-82.25</c:v>
              </c:pt>
              <c:pt idx="543">
                <c:v>-82.125</c:v>
              </c:pt>
              <c:pt idx="544">
                <c:v>-82</c:v>
              </c:pt>
              <c:pt idx="545">
                <c:v>-81.875</c:v>
              </c:pt>
              <c:pt idx="546">
                <c:v>-81.75</c:v>
              </c:pt>
              <c:pt idx="547">
                <c:v>-81.625</c:v>
              </c:pt>
              <c:pt idx="548">
                <c:v>-81.5</c:v>
              </c:pt>
              <c:pt idx="549">
                <c:v>-81.375</c:v>
              </c:pt>
              <c:pt idx="550">
                <c:v>-81.25</c:v>
              </c:pt>
              <c:pt idx="551">
                <c:v>-81.125</c:v>
              </c:pt>
              <c:pt idx="552">
                <c:v>-81</c:v>
              </c:pt>
              <c:pt idx="553">
                <c:v>-80.875</c:v>
              </c:pt>
              <c:pt idx="554">
                <c:v>-80.75</c:v>
              </c:pt>
              <c:pt idx="555">
                <c:v>-80.625</c:v>
              </c:pt>
              <c:pt idx="556">
                <c:v>-80.5</c:v>
              </c:pt>
              <c:pt idx="557">
                <c:v>-80.375</c:v>
              </c:pt>
              <c:pt idx="558">
                <c:v>-80.25</c:v>
              </c:pt>
              <c:pt idx="559">
                <c:v>-80.125</c:v>
              </c:pt>
              <c:pt idx="560">
                <c:v>-80</c:v>
              </c:pt>
              <c:pt idx="561">
                <c:v>-79.875</c:v>
              </c:pt>
              <c:pt idx="562">
                <c:v>-79.75</c:v>
              </c:pt>
              <c:pt idx="563">
                <c:v>-79.625</c:v>
              </c:pt>
              <c:pt idx="564">
                <c:v>-79.5</c:v>
              </c:pt>
              <c:pt idx="565">
                <c:v>-79.375</c:v>
              </c:pt>
              <c:pt idx="566">
                <c:v>-79.25</c:v>
              </c:pt>
              <c:pt idx="567">
                <c:v>-79.125</c:v>
              </c:pt>
              <c:pt idx="568">
                <c:v>-79</c:v>
              </c:pt>
              <c:pt idx="569">
                <c:v>-78.875</c:v>
              </c:pt>
              <c:pt idx="570">
                <c:v>-78.75</c:v>
              </c:pt>
              <c:pt idx="571">
                <c:v>-78.625</c:v>
              </c:pt>
              <c:pt idx="572">
                <c:v>-78.5</c:v>
              </c:pt>
              <c:pt idx="573">
                <c:v>-78.375</c:v>
              </c:pt>
              <c:pt idx="574">
                <c:v>-78.25</c:v>
              </c:pt>
              <c:pt idx="575">
                <c:v>-78.125</c:v>
              </c:pt>
              <c:pt idx="576">
                <c:v>-78</c:v>
              </c:pt>
              <c:pt idx="577">
                <c:v>-77.875</c:v>
              </c:pt>
              <c:pt idx="578">
                <c:v>-77.75</c:v>
              </c:pt>
              <c:pt idx="579">
                <c:v>-77.625</c:v>
              </c:pt>
              <c:pt idx="580">
                <c:v>-77.5</c:v>
              </c:pt>
              <c:pt idx="581">
                <c:v>-77.375</c:v>
              </c:pt>
              <c:pt idx="582">
                <c:v>-77.25</c:v>
              </c:pt>
              <c:pt idx="583">
                <c:v>-77.125</c:v>
              </c:pt>
              <c:pt idx="584">
                <c:v>-77</c:v>
              </c:pt>
              <c:pt idx="585">
                <c:v>-76.875</c:v>
              </c:pt>
              <c:pt idx="586">
                <c:v>-76.75</c:v>
              </c:pt>
              <c:pt idx="587">
                <c:v>-76.625</c:v>
              </c:pt>
              <c:pt idx="588">
                <c:v>-76.5</c:v>
              </c:pt>
              <c:pt idx="589">
                <c:v>-76.375</c:v>
              </c:pt>
              <c:pt idx="590">
                <c:v>-76.25</c:v>
              </c:pt>
              <c:pt idx="591">
                <c:v>-76.125</c:v>
              </c:pt>
              <c:pt idx="592">
                <c:v>-76</c:v>
              </c:pt>
              <c:pt idx="593">
                <c:v>-75.875</c:v>
              </c:pt>
              <c:pt idx="594">
                <c:v>-75.75</c:v>
              </c:pt>
              <c:pt idx="595">
                <c:v>-75.625</c:v>
              </c:pt>
              <c:pt idx="596">
                <c:v>-75.5</c:v>
              </c:pt>
              <c:pt idx="597">
                <c:v>-75.375</c:v>
              </c:pt>
              <c:pt idx="598">
                <c:v>-75.25</c:v>
              </c:pt>
              <c:pt idx="599">
                <c:v>-75.125</c:v>
              </c:pt>
              <c:pt idx="600">
                <c:v>-75</c:v>
              </c:pt>
              <c:pt idx="601">
                <c:v>-74.875</c:v>
              </c:pt>
              <c:pt idx="602">
                <c:v>-74.75</c:v>
              </c:pt>
              <c:pt idx="603">
                <c:v>-74.625</c:v>
              </c:pt>
              <c:pt idx="604">
                <c:v>-74.5</c:v>
              </c:pt>
              <c:pt idx="605">
                <c:v>-74.375</c:v>
              </c:pt>
              <c:pt idx="606">
                <c:v>-74.25</c:v>
              </c:pt>
              <c:pt idx="607">
                <c:v>-74.125</c:v>
              </c:pt>
              <c:pt idx="608">
                <c:v>-74</c:v>
              </c:pt>
              <c:pt idx="609">
                <c:v>-73.875</c:v>
              </c:pt>
              <c:pt idx="610">
                <c:v>-73.75</c:v>
              </c:pt>
              <c:pt idx="611">
                <c:v>-73.625</c:v>
              </c:pt>
              <c:pt idx="612">
                <c:v>-73.5</c:v>
              </c:pt>
              <c:pt idx="613">
                <c:v>-73.375</c:v>
              </c:pt>
              <c:pt idx="614">
                <c:v>-73.25</c:v>
              </c:pt>
              <c:pt idx="615">
                <c:v>-73.125</c:v>
              </c:pt>
              <c:pt idx="616">
                <c:v>-73</c:v>
              </c:pt>
              <c:pt idx="617">
                <c:v>-72.875</c:v>
              </c:pt>
              <c:pt idx="618">
                <c:v>-72.75</c:v>
              </c:pt>
              <c:pt idx="619">
                <c:v>-72.625</c:v>
              </c:pt>
              <c:pt idx="620">
                <c:v>-72.5</c:v>
              </c:pt>
              <c:pt idx="621">
                <c:v>-72.375</c:v>
              </c:pt>
              <c:pt idx="622">
                <c:v>-72.25</c:v>
              </c:pt>
              <c:pt idx="623">
                <c:v>-72.125</c:v>
              </c:pt>
              <c:pt idx="624">
                <c:v>-72</c:v>
              </c:pt>
              <c:pt idx="625">
                <c:v>-71.875</c:v>
              </c:pt>
              <c:pt idx="626">
                <c:v>-71.75</c:v>
              </c:pt>
              <c:pt idx="627">
                <c:v>-71.625</c:v>
              </c:pt>
              <c:pt idx="628">
                <c:v>-71.5</c:v>
              </c:pt>
              <c:pt idx="629">
                <c:v>-71.375</c:v>
              </c:pt>
              <c:pt idx="630">
                <c:v>-71.25</c:v>
              </c:pt>
              <c:pt idx="631">
                <c:v>-71.125</c:v>
              </c:pt>
              <c:pt idx="632">
                <c:v>-71</c:v>
              </c:pt>
              <c:pt idx="633">
                <c:v>-70.875</c:v>
              </c:pt>
              <c:pt idx="634">
                <c:v>-70.75</c:v>
              </c:pt>
              <c:pt idx="635">
                <c:v>-70.625</c:v>
              </c:pt>
              <c:pt idx="636">
                <c:v>-70.5</c:v>
              </c:pt>
              <c:pt idx="637">
                <c:v>-70.375</c:v>
              </c:pt>
              <c:pt idx="638">
                <c:v>-70.25</c:v>
              </c:pt>
              <c:pt idx="639">
                <c:v>-70.125</c:v>
              </c:pt>
              <c:pt idx="640">
                <c:v>-70</c:v>
              </c:pt>
              <c:pt idx="641">
                <c:v>-69.875</c:v>
              </c:pt>
              <c:pt idx="642">
                <c:v>-69.75</c:v>
              </c:pt>
              <c:pt idx="643">
                <c:v>-69.625</c:v>
              </c:pt>
              <c:pt idx="644">
                <c:v>-69.5</c:v>
              </c:pt>
              <c:pt idx="645">
                <c:v>-69.375</c:v>
              </c:pt>
              <c:pt idx="646">
                <c:v>-69.25</c:v>
              </c:pt>
              <c:pt idx="647">
                <c:v>-69.125</c:v>
              </c:pt>
              <c:pt idx="648">
                <c:v>-69</c:v>
              </c:pt>
              <c:pt idx="649">
                <c:v>-68.875</c:v>
              </c:pt>
              <c:pt idx="650">
                <c:v>-68.75</c:v>
              </c:pt>
              <c:pt idx="651">
                <c:v>-68.625</c:v>
              </c:pt>
              <c:pt idx="652">
                <c:v>-68.5</c:v>
              </c:pt>
              <c:pt idx="653">
                <c:v>-68.375</c:v>
              </c:pt>
              <c:pt idx="654">
                <c:v>-68.25</c:v>
              </c:pt>
              <c:pt idx="655">
                <c:v>-68.125</c:v>
              </c:pt>
              <c:pt idx="656">
                <c:v>-68</c:v>
              </c:pt>
              <c:pt idx="657">
                <c:v>-67.875</c:v>
              </c:pt>
              <c:pt idx="658">
                <c:v>-67.75</c:v>
              </c:pt>
              <c:pt idx="659">
                <c:v>-67.625</c:v>
              </c:pt>
              <c:pt idx="660">
                <c:v>-67.5</c:v>
              </c:pt>
              <c:pt idx="661">
                <c:v>-67.375</c:v>
              </c:pt>
              <c:pt idx="662">
                <c:v>-67.25</c:v>
              </c:pt>
              <c:pt idx="663">
                <c:v>-67.125</c:v>
              </c:pt>
              <c:pt idx="664">
                <c:v>-67</c:v>
              </c:pt>
              <c:pt idx="665">
                <c:v>-66.875</c:v>
              </c:pt>
              <c:pt idx="666">
                <c:v>-66.75</c:v>
              </c:pt>
              <c:pt idx="667">
                <c:v>-66.625</c:v>
              </c:pt>
              <c:pt idx="668">
                <c:v>-66.5</c:v>
              </c:pt>
              <c:pt idx="669">
                <c:v>-66.375</c:v>
              </c:pt>
              <c:pt idx="670">
                <c:v>-66.25</c:v>
              </c:pt>
              <c:pt idx="671">
                <c:v>-66.125</c:v>
              </c:pt>
              <c:pt idx="672">
                <c:v>-66</c:v>
              </c:pt>
              <c:pt idx="673">
                <c:v>-65.875</c:v>
              </c:pt>
              <c:pt idx="674">
                <c:v>-65.75</c:v>
              </c:pt>
              <c:pt idx="675">
                <c:v>-65.625</c:v>
              </c:pt>
              <c:pt idx="676">
                <c:v>-65.5</c:v>
              </c:pt>
              <c:pt idx="677">
                <c:v>-65.375</c:v>
              </c:pt>
              <c:pt idx="678">
                <c:v>-65.25</c:v>
              </c:pt>
              <c:pt idx="679">
                <c:v>-65.125</c:v>
              </c:pt>
              <c:pt idx="680">
                <c:v>-65</c:v>
              </c:pt>
              <c:pt idx="681">
                <c:v>-64.875</c:v>
              </c:pt>
              <c:pt idx="682">
                <c:v>-64.75</c:v>
              </c:pt>
              <c:pt idx="683">
                <c:v>-64.625</c:v>
              </c:pt>
              <c:pt idx="684">
                <c:v>-64.5</c:v>
              </c:pt>
              <c:pt idx="685">
                <c:v>-64.375</c:v>
              </c:pt>
              <c:pt idx="686">
                <c:v>-64.25</c:v>
              </c:pt>
              <c:pt idx="687">
                <c:v>-64.125</c:v>
              </c:pt>
              <c:pt idx="688">
                <c:v>-64</c:v>
              </c:pt>
              <c:pt idx="689">
                <c:v>-63.875</c:v>
              </c:pt>
              <c:pt idx="690">
                <c:v>-63.75</c:v>
              </c:pt>
              <c:pt idx="691">
                <c:v>-63.625</c:v>
              </c:pt>
              <c:pt idx="692">
                <c:v>-63.5</c:v>
              </c:pt>
              <c:pt idx="693">
                <c:v>-63.375</c:v>
              </c:pt>
              <c:pt idx="694">
                <c:v>-63.25</c:v>
              </c:pt>
              <c:pt idx="695">
                <c:v>-63.125</c:v>
              </c:pt>
              <c:pt idx="696">
                <c:v>-63</c:v>
              </c:pt>
              <c:pt idx="697">
                <c:v>-62.875</c:v>
              </c:pt>
              <c:pt idx="698">
                <c:v>-62.75</c:v>
              </c:pt>
              <c:pt idx="699">
                <c:v>-62.625</c:v>
              </c:pt>
              <c:pt idx="700">
                <c:v>-62.5</c:v>
              </c:pt>
              <c:pt idx="701">
                <c:v>-62.375</c:v>
              </c:pt>
              <c:pt idx="702">
                <c:v>-62.25</c:v>
              </c:pt>
              <c:pt idx="703">
                <c:v>-62.125</c:v>
              </c:pt>
              <c:pt idx="704">
                <c:v>-62</c:v>
              </c:pt>
              <c:pt idx="705">
                <c:v>-61.875</c:v>
              </c:pt>
              <c:pt idx="706">
                <c:v>-61.75</c:v>
              </c:pt>
              <c:pt idx="707">
                <c:v>-61.625</c:v>
              </c:pt>
              <c:pt idx="708">
                <c:v>-61.5</c:v>
              </c:pt>
              <c:pt idx="709">
                <c:v>-61.375</c:v>
              </c:pt>
              <c:pt idx="710">
                <c:v>-61.25</c:v>
              </c:pt>
              <c:pt idx="711">
                <c:v>-61.125</c:v>
              </c:pt>
              <c:pt idx="712">
                <c:v>-61</c:v>
              </c:pt>
              <c:pt idx="713">
                <c:v>-60.875</c:v>
              </c:pt>
              <c:pt idx="714">
                <c:v>-60.75</c:v>
              </c:pt>
              <c:pt idx="715">
                <c:v>-60.625</c:v>
              </c:pt>
              <c:pt idx="716">
                <c:v>-60.5</c:v>
              </c:pt>
              <c:pt idx="717">
                <c:v>-60.375</c:v>
              </c:pt>
              <c:pt idx="718">
                <c:v>-60.25</c:v>
              </c:pt>
              <c:pt idx="719">
                <c:v>-60.125</c:v>
              </c:pt>
              <c:pt idx="720">
                <c:v>-60</c:v>
              </c:pt>
              <c:pt idx="721">
                <c:v>-59.875</c:v>
              </c:pt>
              <c:pt idx="722">
                <c:v>-59.75</c:v>
              </c:pt>
              <c:pt idx="723">
                <c:v>-59.625</c:v>
              </c:pt>
              <c:pt idx="724">
                <c:v>-59.5</c:v>
              </c:pt>
              <c:pt idx="725">
                <c:v>-59.375</c:v>
              </c:pt>
              <c:pt idx="726">
                <c:v>-59.25</c:v>
              </c:pt>
              <c:pt idx="727">
                <c:v>-59.125</c:v>
              </c:pt>
              <c:pt idx="728">
                <c:v>-59</c:v>
              </c:pt>
              <c:pt idx="729">
                <c:v>-58.875</c:v>
              </c:pt>
              <c:pt idx="730">
                <c:v>-58.75</c:v>
              </c:pt>
              <c:pt idx="731">
                <c:v>-58.625</c:v>
              </c:pt>
              <c:pt idx="732">
                <c:v>-58.5</c:v>
              </c:pt>
              <c:pt idx="733">
                <c:v>-58.375</c:v>
              </c:pt>
              <c:pt idx="734">
                <c:v>-58.25</c:v>
              </c:pt>
              <c:pt idx="735">
                <c:v>-58.125</c:v>
              </c:pt>
              <c:pt idx="736">
                <c:v>-58</c:v>
              </c:pt>
              <c:pt idx="737">
                <c:v>-57.875</c:v>
              </c:pt>
              <c:pt idx="738">
                <c:v>-57.75</c:v>
              </c:pt>
              <c:pt idx="739">
                <c:v>-57.625</c:v>
              </c:pt>
              <c:pt idx="740">
                <c:v>-57.5</c:v>
              </c:pt>
              <c:pt idx="741">
                <c:v>-57.375</c:v>
              </c:pt>
              <c:pt idx="742">
                <c:v>-57.25</c:v>
              </c:pt>
              <c:pt idx="743">
                <c:v>-57.125</c:v>
              </c:pt>
              <c:pt idx="744">
                <c:v>-57</c:v>
              </c:pt>
              <c:pt idx="745">
                <c:v>-56.875</c:v>
              </c:pt>
              <c:pt idx="746">
                <c:v>-56.75</c:v>
              </c:pt>
              <c:pt idx="747">
                <c:v>-56.625</c:v>
              </c:pt>
              <c:pt idx="748">
                <c:v>-56.5</c:v>
              </c:pt>
              <c:pt idx="749">
                <c:v>-56.375</c:v>
              </c:pt>
              <c:pt idx="750">
                <c:v>-56.25</c:v>
              </c:pt>
              <c:pt idx="751">
                <c:v>-56.125</c:v>
              </c:pt>
              <c:pt idx="752">
                <c:v>-56</c:v>
              </c:pt>
              <c:pt idx="753">
                <c:v>-55.875</c:v>
              </c:pt>
              <c:pt idx="754">
                <c:v>-55.75</c:v>
              </c:pt>
              <c:pt idx="755">
                <c:v>-55.625</c:v>
              </c:pt>
              <c:pt idx="756">
                <c:v>-55.5</c:v>
              </c:pt>
              <c:pt idx="757">
                <c:v>-55.375</c:v>
              </c:pt>
              <c:pt idx="758">
                <c:v>-55.25</c:v>
              </c:pt>
              <c:pt idx="759">
                <c:v>-55.125</c:v>
              </c:pt>
              <c:pt idx="760">
                <c:v>-55</c:v>
              </c:pt>
              <c:pt idx="761">
                <c:v>-54.875</c:v>
              </c:pt>
              <c:pt idx="762">
                <c:v>-54.75</c:v>
              </c:pt>
              <c:pt idx="763">
                <c:v>-54.625</c:v>
              </c:pt>
              <c:pt idx="764">
                <c:v>-54.5</c:v>
              </c:pt>
              <c:pt idx="765">
                <c:v>-54.375</c:v>
              </c:pt>
              <c:pt idx="766">
                <c:v>-54.25</c:v>
              </c:pt>
              <c:pt idx="767">
                <c:v>-54.125</c:v>
              </c:pt>
              <c:pt idx="768">
                <c:v>-54</c:v>
              </c:pt>
              <c:pt idx="769">
                <c:v>-53.875</c:v>
              </c:pt>
              <c:pt idx="770">
                <c:v>-53.75</c:v>
              </c:pt>
              <c:pt idx="771">
                <c:v>-53.625</c:v>
              </c:pt>
              <c:pt idx="772">
                <c:v>-53.5</c:v>
              </c:pt>
              <c:pt idx="773">
                <c:v>-53.375</c:v>
              </c:pt>
              <c:pt idx="774">
                <c:v>-53.25</c:v>
              </c:pt>
              <c:pt idx="775">
                <c:v>-53.125</c:v>
              </c:pt>
              <c:pt idx="776">
                <c:v>-53</c:v>
              </c:pt>
              <c:pt idx="777">
                <c:v>-52.875</c:v>
              </c:pt>
              <c:pt idx="778">
                <c:v>-52.75</c:v>
              </c:pt>
              <c:pt idx="779">
                <c:v>-52.625</c:v>
              </c:pt>
              <c:pt idx="780">
                <c:v>-52.5</c:v>
              </c:pt>
              <c:pt idx="781">
                <c:v>-52.375</c:v>
              </c:pt>
              <c:pt idx="782">
                <c:v>-52.25</c:v>
              </c:pt>
              <c:pt idx="783">
                <c:v>-52.125</c:v>
              </c:pt>
              <c:pt idx="784">
                <c:v>-52</c:v>
              </c:pt>
              <c:pt idx="785">
                <c:v>-51.875</c:v>
              </c:pt>
              <c:pt idx="786">
                <c:v>-51.75</c:v>
              </c:pt>
              <c:pt idx="787">
                <c:v>-51.625</c:v>
              </c:pt>
              <c:pt idx="788">
                <c:v>-51.5</c:v>
              </c:pt>
              <c:pt idx="789">
                <c:v>-51.375</c:v>
              </c:pt>
              <c:pt idx="790">
                <c:v>-51.25</c:v>
              </c:pt>
              <c:pt idx="791">
                <c:v>-51.125</c:v>
              </c:pt>
              <c:pt idx="792">
                <c:v>-51</c:v>
              </c:pt>
              <c:pt idx="793">
                <c:v>-50.875</c:v>
              </c:pt>
              <c:pt idx="794">
                <c:v>-50.75</c:v>
              </c:pt>
              <c:pt idx="795">
                <c:v>-50.625</c:v>
              </c:pt>
              <c:pt idx="796">
                <c:v>-50.5</c:v>
              </c:pt>
              <c:pt idx="797">
                <c:v>-50.375</c:v>
              </c:pt>
              <c:pt idx="798">
                <c:v>-50.25</c:v>
              </c:pt>
              <c:pt idx="799">
                <c:v>-50.125</c:v>
              </c:pt>
              <c:pt idx="800">
                <c:v>-50</c:v>
              </c:pt>
              <c:pt idx="801">
                <c:v>-49.875</c:v>
              </c:pt>
              <c:pt idx="802">
                <c:v>-49.75</c:v>
              </c:pt>
              <c:pt idx="803">
                <c:v>-49.625</c:v>
              </c:pt>
              <c:pt idx="804">
                <c:v>-49.5</c:v>
              </c:pt>
              <c:pt idx="805">
                <c:v>-49.375</c:v>
              </c:pt>
              <c:pt idx="806">
                <c:v>-49.25</c:v>
              </c:pt>
              <c:pt idx="807">
                <c:v>-49.125</c:v>
              </c:pt>
              <c:pt idx="808">
                <c:v>-49</c:v>
              </c:pt>
              <c:pt idx="809">
                <c:v>-48.875</c:v>
              </c:pt>
              <c:pt idx="810">
                <c:v>-48.75</c:v>
              </c:pt>
              <c:pt idx="811">
                <c:v>-48.625</c:v>
              </c:pt>
              <c:pt idx="812">
                <c:v>-48.5</c:v>
              </c:pt>
              <c:pt idx="813">
                <c:v>-48.375</c:v>
              </c:pt>
              <c:pt idx="814">
                <c:v>-48.25</c:v>
              </c:pt>
              <c:pt idx="815">
                <c:v>-48.125</c:v>
              </c:pt>
              <c:pt idx="816">
                <c:v>-48</c:v>
              </c:pt>
              <c:pt idx="817">
                <c:v>-47.875</c:v>
              </c:pt>
              <c:pt idx="818">
                <c:v>-47.75</c:v>
              </c:pt>
              <c:pt idx="819">
                <c:v>-47.625</c:v>
              </c:pt>
              <c:pt idx="820">
                <c:v>-47.5</c:v>
              </c:pt>
              <c:pt idx="821">
                <c:v>-47.375</c:v>
              </c:pt>
              <c:pt idx="822">
                <c:v>-47.25</c:v>
              </c:pt>
              <c:pt idx="823">
                <c:v>-47.125</c:v>
              </c:pt>
              <c:pt idx="824">
                <c:v>-47</c:v>
              </c:pt>
              <c:pt idx="825">
                <c:v>-46.875</c:v>
              </c:pt>
              <c:pt idx="826">
                <c:v>-46.75</c:v>
              </c:pt>
              <c:pt idx="827">
                <c:v>-46.625</c:v>
              </c:pt>
              <c:pt idx="828">
                <c:v>-46.5</c:v>
              </c:pt>
              <c:pt idx="829">
                <c:v>-46.375</c:v>
              </c:pt>
              <c:pt idx="830">
                <c:v>-46.25</c:v>
              </c:pt>
              <c:pt idx="831">
                <c:v>-46.125</c:v>
              </c:pt>
              <c:pt idx="832">
                <c:v>-46</c:v>
              </c:pt>
              <c:pt idx="833">
                <c:v>-45.875</c:v>
              </c:pt>
              <c:pt idx="834">
                <c:v>-45.75</c:v>
              </c:pt>
              <c:pt idx="835">
                <c:v>-45.625</c:v>
              </c:pt>
              <c:pt idx="836">
                <c:v>-45.5</c:v>
              </c:pt>
              <c:pt idx="837">
                <c:v>-45.375</c:v>
              </c:pt>
              <c:pt idx="838">
                <c:v>-45.25</c:v>
              </c:pt>
              <c:pt idx="839">
                <c:v>-45.125</c:v>
              </c:pt>
              <c:pt idx="840">
                <c:v>-45</c:v>
              </c:pt>
              <c:pt idx="841">
                <c:v>-44.875</c:v>
              </c:pt>
              <c:pt idx="842">
                <c:v>-44.75</c:v>
              </c:pt>
              <c:pt idx="843">
                <c:v>-44.625</c:v>
              </c:pt>
              <c:pt idx="844">
                <c:v>-44.5</c:v>
              </c:pt>
              <c:pt idx="845">
                <c:v>-44.375</c:v>
              </c:pt>
              <c:pt idx="846">
                <c:v>-44.25</c:v>
              </c:pt>
              <c:pt idx="847">
                <c:v>-44.125</c:v>
              </c:pt>
              <c:pt idx="848">
                <c:v>-44</c:v>
              </c:pt>
              <c:pt idx="849">
                <c:v>-43.875</c:v>
              </c:pt>
              <c:pt idx="850">
                <c:v>-43.75</c:v>
              </c:pt>
              <c:pt idx="851">
                <c:v>-43.625</c:v>
              </c:pt>
              <c:pt idx="852">
                <c:v>-43.5</c:v>
              </c:pt>
              <c:pt idx="853">
                <c:v>-43.375</c:v>
              </c:pt>
              <c:pt idx="854">
                <c:v>-43.25</c:v>
              </c:pt>
              <c:pt idx="855">
                <c:v>-43.125</c:v>
              </c:pt>
              <c:pt idx="856">
                <c:v>-43</c:v>
              </c:pt>
              <c:pt idx="857">
                <c:v>-42.875</c:v>
              </c:pt>
              <c:pt idx="858">
                <c:v>-42.75</c:v>
              </c:pt>
              <c:pt idx="859">
                <c:v>-42.625</c:v>
              </c:pt>
              <c:pt idx="860">
                <c:v>-42.5</c:v>
              </c:pt>
              <c:pt idx="861">
                <c:v>-42.375</c:v>
              </c:pt>
              <c:pt idx="862">
                <c:v>-42.25</c:v>
              </c:pt>
              <c:pt idx="863">
                <c:v>-42.125</c:v>
              </c:pt>
              <c:pt idx="864">
                <c:v>-42</c:v>
              </c:pt>
              <c:pt idx="865">
                <c:v>-41.875</c:v>
              </c:pt>
              <c:pt idx="866">
                <c:v>-41.75</c:v>
              </c:pt>
              <c:pt idx="867">
                <c:v>-41.625</c:v>
              </c:pt>
              <c:pt idx="868">
                <c:v>-41.5</c:v>
              </c:pt>
              <c:pt idx="869">
                <c:v>-41.375</c:v>
              </c:pt>
              <c:pt idx="870">
                <c:v>-41.25</c:v>
              </c:pt>
              <c:pt idx="871">
                <c:v>-41.125</c:v>
              </c:pt>
              <c:pt idx="872">
                <c:v>-41</c:v>
              </c:pt>
              <c:pt idx="873">
                <c:v>-40.875</c:v>
              </c:pt>
              <c:pt idx="874">
                <c:v>-40.75</c:v>
              </c:pt>
              <c:pt idx="875">
                <c:v>-40.625</c:v>
              </c:pt>
              <c:pt idx="876">
                <c:v>-40.5</c:v>
              </c:pt>
              <c:pt idx="877">
                <c:v>-40.375</c:v>
              </c:pt>
              <c:pt idx="878">
                <c:v>-40.25</c:v>
              </c:pt>
              <c:pt idx="879">
                <c:v>-40.125</c:v>
              </c:pt>
              <c:pt idx="880">
                <c:v>-40</c:v>
              </c:pt>
              <c:pt idx="881">
                <c:v>-39.875</c:v>
              </c:pt>
              <c:pt idx="882">
                <c:v>-39.75</c:v>
              </c:pt>
              <c:pt idx="883">
                <c:v>-39.625</c:v>
              </c:pt>
              <c:pt idx="884">
                <c:v>-39.5</c:v>
              </c:pt>
              <c:pt idx="885">
                <c:v>-39.375</c:v>
              </c:pt>
              <c:pt idx="886">
                <c:v>-39.25</c:v>
              </c:pt>
              <c:pt idx="887">
                <c:v>-39.125</c:v>
              </c:pt>
              <c:pt idx="888">
                <c:v>-39</c:v>
              </c:pt>
              <c:pt idx="889">
                <c:v>-38.875</c:v>
              </c:pt>
              <c:pt idx="890">
                <c:v>-38.75</c:v>
              </c:pt>
              <c:pt idx="891">
                <c:v>-38.625</c:v>
              </c:pt>
              <c:pt idx="892">
                <c:v>-38.5</c:v>
              </c:pt>
              <c:pt idx="893">
                <c:v>-38.375</c:v>
              </c:pt>
              <c:pt idx="894">
                <c:v>-38.25</c:v>
              </c:pt>
              <c:pt idx="895">
                <c:v>-38.125</c:v>
              </c:pt>
              <c:pt idx="896">
                <c:v>-38</c:v>
              </c:pt>
              <c:pt idx="897">
                <c:v>-37.875</c:v>
              </c:pt>
              <c:pt idx="898">
                <c:v>-37.75</c:v>
              </c:pt>
              <c:pt idx="899">
                <c:v>-37.625</c:v>
              </c:pt>
              <c:pt idx="900">
                <c:v>-37.5</c:v>
              </c:pt>
              <c:pt idx="901">
                <c:v>-37.375</c:v>
              </c:pt>
              <c:pt idx="902">
                <c:v>-37.25</c:v>
              </c:pt>
              <c:pt idx="903">
                <c:v>-37.125</c:v>
              </c:pt>
              <c:pt idx="904">
                <c:v>-37</c:v>
              </c:pt>
              <c:pt idx="905">
                <c:v>-36.875</c:v>
              </c:pt>
              <c:pt idx="906">
                <c:v>-36.75</c:v>
              </c:pt>
              <c:pt idx="907">
                <c:v>-36.625</c:v>
              </c:pt>
              <c:pt idx="908">
                <c:v>-36.5</c:v>
              </c:pt>
              <c:pt idx="909">
                <c:v>-36.375</c:v>
              </c:pt>
              <c:pt idx="910">
                <c:v>-36.25</c:v>
              </c:pt>
              <c:pt idx="911">
                <c:v>-36.125</c:v>
              </c:pt>
              <c:pt idx="912">
                <c:v>-36</c:v>
              </c:pt>
              <c:pt idx="913">
                <c:v>-35.875</c:v>
              </c:pt>
              <c:pt idx="914">
                <c:v>-35.75</c:v>
              </c:pt>
              <c:pt idx="915">
                <c:v>-35.625</c:v>
              </c:pt>
              <c:pt idx="916">
                <c:v>-35.5</c:v>
              </c:pt>
              <c:pt idx="917">
                <c:v>-35.375</c:v>
              </c:pt>
              <c:pt idx="918">
                <c:v>-35.25</c:v>
              </c:pt>
              <c:pt idx="919">
                <c:v>-35.125</c:v>
              </c:pt>
              <c:pt idx="920">
                <c:v>-35</c:v>
              </c:pt>
              <c:pt idx="921">
                <c:v>-34.875</c:v>
              </c:pt>
              <c:pt idx="922">
                <c:v>-34.75</c:v>
              </c:pt>
              <c:pt idx="923">
                <c:v>-34.625</c:v>
              </c:pt>
              <c:pt idx="924">
                <c:v>-34.5</c:v>
              </c:pt>
              <c:pt idx="925">
                <c:v>-34.375</c:v>
              </c:pt>
              <c:pt idx="926">
                <c:v>-34.25</c:v>
              </c:pt>
              <c:pt idx="927">
                <c:v>-34.125</c:v>
              </c:pt>
              <c:pt idx="928">
                <c:v>-34</c:v>
              </c:pt>
              <c:pt idx="929">
                <c:v>-33.875</c:v>
              </c:pt>
              <c:pt idx="930">
                <c:v>-33.75</c:v>
              </c:pt>
              <c:pt idx="931">
                <c:v>-33.625</c:v>
              </c:pt>
              <c:pt idx="932">
                <c:v>-33.5</c:v>
              </c:pt>
              <c:pt idx="933">
                <c:v>-33.375</c:v>
              </c:pt>
              <c:pt idx="934">
                <c:v>-33.25</c:v>
              </c:pt>
              <c:pt idx="935">
                <c:v>-33.125</c:v>
              </c:pt>
              <c:pt idx="936">
                <c:v>-33</c:v>
              </c:pt>
              <c:pt idx="937">
                <c:v>-32.875</c:v>
              </c:pt>
              <c:pt idx="938">
                <c:v>-32.75</c:v>
              </c:pt>
              <c:pt idx="939">
                <c:v>-32.625</c:v>
              </c:pt>
              <c:pt idx="940">
                <c:v>-32.5</c:v>
              </c:pt>
              <c:pt idx="941">
                <c:v>-32.375</c:v>
              </c:pt>
              <c:pt idx="942">
                <c:v>-32.25</c:v>
              </c:pt>
              <c:pt idx="943">
                <c:v>-32.125</c:v>
              </c:pt>
              <c:pt idx="944">
                <c:v>-32</c:v>
              </c:pt>
              <c:pt idx="945">
                <c:v>-31.875</c:v>
              </c:pt>
              <c:pt idx="946">
                <c:v>-31.75</c:v>
              </c:pt>
              <c:pt idx="947">
                <c:v>-31.625</c:v>
              </c:pt>
              <c:pt idx="948">
                <c:v>-31.5</c:v>
              </c:pt>
              <c:pt idx="949">
                <c:v>-31.375</c:v>
              </c:pt>
              <c:pt idx="950">
                <c:v>-31.25</c:v>
              </c:pt>
              <c:pt idx="951">
                <c:v>-31.125</c:v>
              </c:pt>
              <c:pt idx="952">
                <c:v>-31</c:v>
              </c:pt>
              <c:pt idx="953">
                <c:v>-30.875</c:v>
              </c:pt>
              <c:pt idx="954">
                <c:v>-30.75</c:v>
              </c:pt>
              <c:pt idx="955">
                <c:v>-30.625</c:v>
              </c:pt>
              <c:pt idx="956">
                <c:v>-30.5</c:v>
              </c:pt>
              <c:pt idx="957">
                <c:v>-30.375</c:v>
              </c:pt>
              <c:pt idx="958">
                <c:v>-30.25</c:v>
              </c:pt>
              <c:pt idx="959">
                <c:v>-30.125</c:v>
              </c:pt>
              <c:pt idx="960">
                <c:v>-30</c:v>
              </c:pt>
              <c:pt idx="961">
                <c:v>-29.875</c:v>
              </c:pt>
              <c:pt idx="962">
                <c:v>-29.75</c:v>
              </c:pt>
              <c:pt idx="963">
                <c:v>-29.625</c:v>
              </c:pt>
              <c:pt idx="964">
                <c:v>-29.5</c:v>
              </c:pt>
              <c:pt idx="965">
                <c:v>-29.375</c:v>
              </c:pt>
              <c:pt idx="966">
                <c:v>-29.25</c:v>
              </c:pt>
              <c:pt idx="967">
                <c:v>-29.125</c:v>
              </c:pt>
              <c:pt idx="968">
                <c:v>-29</c:v>
              </c:pt>
              <c:pt idx="969">
                <c:v>-28.875</c:v>
              </c:pt>
              <c:pt idx="970">
                <c:v>-28.75</c:v>
              </c:pt>
              <c:pt idx="971">
                <c:v>-28.625</c:v>
              </c:pt>
              <c:pt idx="972">
                <c:v>-28.5</c:v>
              </c:pt>
              <c:pt idx="973">
                <c:v>-28.375</c:v>
              </c:pt>
              <c:pt idx="974">
                <c:v>-28.25</c:v>
              </c:pt>
              <c:pt idx="975">
                <c:v>-28.125</c:v>
              </c:pt>
              <c:pt idx="976">
                <c:v>-28</c:v>
              </c:pt>
              <c:pt idx="977">
                <c:v>-27.875</c:v>
              </c:pt>
              <c:pt idx="978">
                <c:v>-27.75</c:v>
              </c:pt>
              <c:pt idx="979">
                <c:v>-27.625</c:v>
              </c:pt>
              <c:pt idx="980">
                <c:v>-27.5</c:v>
              </c:pt>
              <c:pt idx="981">
                <c:v>-27.375</c:v>
              </c:pt>
              <c:pt idx="982">
                <c:v>-27.25</c:v>
              </c:pt>
              <c:pt idx="983">
                <c:v>-27.125</c:v>
              </c:pt>
              <c:pt idx="984">
                <c:v>-27</c:v>
              </c:pt>
              <c:pt idx="985">
                <c:v>-26.875</c:v>
              </c:pt>
              <c:pt idx="986">
                <c:v>-26.75</c:v>
              </c:pt>
              <c:pt idx="987">
                <c:v>-26.625</c:v>
              </c:pt>
              <c:pt idx="988">
                <c:v>-26.5</c:v>
              </c:pt>
              <c:pt idx="989">
                <c:v>-26.375</c:v>
              </c:pt>
              <c:pt idx="990">
                <c:v>-26.25</c:v>
              </c:pt>
              <c:pt idx="991">
                <c:v>-26.125</c:v>
              </c:pt>
              <c:pt idx="992">
                <c:v>-26</c:v>
              </c:pt>
              <c:pt idx="993">
                <c:v>-25.875</c:v>
              </c:pt>
              <c:pt idx="994">
                <c:v>-25.75</c:v>
              </c:pt>
              <c:pt idx="995">
                <c:v>-25.625</c:v>
              </c:pt>
              <c:pt idx="996">
                <c:v>-25.5</c:v>
              </c:pt>
              <c:pt idx="997">
                <c:v>-25.375</c:v>
              </c:pt>
              <c:pt idx="998">
                <c:v>-25.25</c:v>
              </c:pt>
              <c:pt idx="999">
                <c:v>-25.125</c:v>
              </c:pt>
              <c:pt idx="1000">
                <c:v>-25</c:v>
              </c:pt>
              <c:pt idx="1001">
                <c:v>-24.875</c:v>
              </c:pt>
              <c:pt idx="1002">
                <c:v>-24.75</c:v>
              </c:pt>
              <c:pt idx="1003">
                <c:v>-24.625</c:v>
              </c:pt>
              <c:pt idx="1004">
                <c:v>-24.5</c:v>
              </c:pt>
              <c:pt idx="1005">
                <c:v>-24.375</c:v>
              </c:pt>
              <c:pt idx="1006">
                <c:v>-24.25</c:v>
              </c:pt>
              <c:pt idx="1007">
                <c:v>-24.125</c:v>
              </c:pt>
              <c:pt idx="1008">
                <c:v>-24</c:v>
              </c:pt>
              <c:pt idx="1009">
                <c:v>-23.875</c:v>
              </c:pt>
              <c:pt idx="1010">
                <c:v>-23.75</c:v>
              </c:pt>
              <c:pt idx="1011">
                <c:v>-23.625</c:v>
              </c:pt>
              <c:pt idx="1012">
                <c:v>-23.5</c:v>
              </c:pt>
              <c:pt idx="1013">
                <c:v>-23.375</c:v>
              </c:pt>
              <c:pt idx="1014">
                <c:v>-23.25</c:v>
              </c:pt>
              <c:pt idx="1015">
                <c:v>-23.125</c:v>
              </c:pt>
              <c:pt idx="1016">
                <c:v>-23</c:v>
              </c:pt>
              <c:pt idx="1017">
                <c:v>-22.875</c:v>
              </c:pt>
              <c:pt idx="1018">
                <c:v>-22.75</c:v>
              </c:pt>
              <c:pt idx="1019">
                <c:v>-22.625</c:v>
              </c:pt>
              <c:pt idx="1020">
                <c:v>-22.5</c:v>
              </c:pt>
              <c:pt idx="1021">
                <c:v>-22.375</c:v>
              </c:pt>
              <c:pt idx="1022">
                <c:v>-22.25</c:v>
              </c:pt>
              <c:pt idx="1023">
                <c:v>-22.125</c:v>
              </c:pt>
              <c:pt idx="1024">
                <c:v>-22</c:v>
              </c:pt>
              <c:pt idx="1025">
                <c:v>-21.875</c:v>
              </c:pt>
              <c:pt idx="1026">
                <c:v>-21.75</c:v>
              </c:pt>
              <c:pt idx="1027">
                <c:v>-21.625</c:v>
              </c:pt>
              <c:pt idx="1028">
                <c:v>-21.5</c:v>
              </c:pt>
              <c:pt idx="1029">
                <c:v>-21.375</c:v>
              </c:pt>
              <c:pt idx="1030">
                <c:v>-21.25</c:v>
              </c:pt>
              <c:pt idx="1031">
                <c:v>-21.125</c:v>
              </c:pt>
              <c:pt idx="1032">
                <c:v>-21</c:v>
              </c:pt>
              <c:pt idx="1033">
                <c:v>-20.875</c:v>
              </c:pt>
              <c:pt idx="1034">
                <c:v>-20.75</c:v>
              </c:pt>
              <c:pt idx="1035">
                <c:v>-20.625</c:v>
              </c:pt>
              <c:pt idx="1036">
                <c:v>-20.5</c:v>
              </c:pt>
              <c:pt idx="1037">
                <c:v>-20.375</c:v>
              </c:pt>
              <c:pt idx="1038">
                <c:v>-20.25</c:v>
              </c:pt>
              <c:pt idx="1039">
                <c:v>-20.125</c:v>
              </c:pt>
              <c:pt idx="1040">
                <c:v>-20</c:v>
              </c:pt>
              <c:pt idx="1041">
                <c:v>-19.875</c:v>
              </c:pt>
              <c:pt idx="1042">
                <c:v>-19.75</c:v>
              </c:pt>
              <c:pt idx="1043">
                <c:v>-19.625</c:v>
              </c:pt>
              <c:pt idx="1044">
                <c:v>-19.5</c:v>
              </c:pt>
              <c:pt idx="1045">
                <c:v>-19.375</c:v>
              </c:pt>
              <c:pt idx="1046">
                <c:v>-19.25</c:v>
              </c:pt>
              <c:pt idx="1047">
                <c:v>-19.125</c:v>
              </c:pt>
              <c:pt idx="1048">
                <c:v>-19</c:v>
              </c:pt>
              <c:pt idx="1049">
                <c:v>-18.875</c:v>
              </c:pt>
              <c:pt idx="1050">
                <c:v>-18.75</c:v>
              </c:pt>
              <c:pt idx="1051">
                <c:v>-18.625</c:v>
              </c:pt>
              <c:pt idx="1052">
                <c:v>-18.5</c:v>
              </c:pt>
              <c:pt idx="1053">
                <c:v>-18.375</c:v>
              </c:pt>
              <c:pt idx="1054">
                <c:v>-18.25</c:v>
              </c:pt>
              <c:pt idx="1055">
                <c:v>-18.125</c:v>
              </c:pt>
              <c:pt idx="1056">
                <c:v>-18</c:v>
              </c:pt>
              <c:pt idx="1057">
                <c:v>-17.875</c:v>
              </c:pt>
              <c:pt idx="1058">
                <c:v>-17.75</c:v>
              </c:pt>
              <c:pt idx="1059">
                <c:v>-17.625</c:v>
              </c:pt>
              <c:pt idx="1060">
                <c:v>-17.5</c:v>
              </c:pt>
              <c:pt idx="1061">
                <c:v>-17.375</c:v>
              </c:pt>
              <c:pt idx="1062">
                <c:v>-17.25</c:v>
              </c:pt>
              <c:pt idx="1063">
                <c:v>-17.125</c:v>
              </c:pt>
              <c:pt idx="1064">
                <c:v>-17</c:v>
              </c:pt>
              <c:pt idx="1065">
                <c:v>-16.875</c:v>
              </c:pt>
              <c:pt idx="1066">
                <c:v>-16.75</c:v>
              </c:pt>
              <c:pt idx="1067">
                <c:v>-16.625</c:v>
              </c:pt>
              <c:pt idx="1068">
                <c:v>-16.5</c:v>
              </c:pt>
              <c:pt idx="1069">
                <c:v>-16.375</c:v>
              </c:pt>
              <c:pt idx="1070">
                <c:v>-16.25</c:v>
              </c:pt>
              <c:pt idx="1071">
                <c:v>-16.125</c:v>
              </c:pt>
              <c:pt idx="1072">
                <c:v>-16</c:v>
              </c:pt>
              <c:pt idx="1073">
                <c:v>-15.875</c:v>
              </c:pt>
              <c:pt idx="1074">
                <c:v>-15.75</c:v>
              </c:pt>
              <c:pt idx="1075">
                <c:v>-15.625</c:v>
              </c:pt>
              <c:pt idx="1076">
                <c:v>-15.5</c:v>
              </c:pt>
              <c:pt idx="1077">
                <c:v>-15.375</c:v>
              </c:pt>
              <c:pt idx="1078">
                <c:v>-15.25</c:v>
              </c:pt>
              <c:pt idx="1079">
                <c:v>-15.125</c:v>
              </c:pt>
              <c:pt idx="1080">
                <c:v>-15</c:v>
              </c:pt>
              <c:pt idx="1081">
                <c:v>-14.875</c:v>
              </c:pt>
              <c:pt idx="1082">
                <c:v>-14.75</c:v>
              </c:pt>
              <c:pt idx="1083">
                <c:v>-14.625</c:v>
              </c:pt>
              <c:pt idx="1084">
                <c:v>-14.5</c:v>
              </c:pt>
              <c:pt idx="1085">
                <c:v>-14.375</c:v>
              </c:pt>
              <c:pt idx="1086">
                <c:v>-14.25</c:v>
              </c:pt>
              <c:pt idx="1087">
                <c:v>-14.125</c:v>
              </c:pt>
              <c:pt idx="1088">
                <c:v>-14</c:v>
              </c:pt>
              <c:pt idx="1089">
                <c:v>-13.875</c:v>
              </c:pt>
              <c:pt idx="1090">
                <c:v>-13.75</c:v>
              </c:pt>
              <c:pt idx="1091">
                <c:v>-13.625</c:v>
              </c:pt>
              <c:pt idx="1092">
                <c:v>-13.5</c:v>
              </c:pt>
              <c:pt idx="1093">
                <c:v>-13.375</c:v>
              </c:pt>
              <c:pt idx="1094">
                <c:v>-13.25</c:v>
              </c:pt>
              <c:pt idx="1095">
                <c:v>-13.125</c:v>
              </c:pt>
              <c:pt idx="1096">
                <c:v>-13</c:v>
              </c:pt>
              <c:pt idx="1097">
                <c:v>-12.875</c:v>
              </c:pt>
              <c:pt idx="1098">
                <c:v>-12.75</c:v>
              </c:pt>
              <c:pt idx="1099">
                <c:v>-12.625</c:v>
              </c:pt>
              <c:pt idx="1100">
                <c:v>-12.5</c:v>
              </c:pt>
              <c:pt idx="1101">
                <c:v>-12.375</c:v>
              </c:pt>
              <c:pt idx="1102">
                <c:v>-12.25</c:v>
              </c:pt>
              <c:pt idx="1103">
                <c:v>-12.125</c:v>
              </c:pt>
              <c:pt idx="1104">
                <c:v>-12</c:v>
              </c:pt>
              <c:pt idx="1105">
                <c:v>-11.875</c:v>
              </c:pt>
              <c:pt idx="1106">
                <c:v>-11.75</c:v>
              </c:pt>
              <c:pt idx="1107">
                <c:v>-11.625</c:v>
              </c:pt>
              <c:pt idx="1108">
                <c:v>-11.5</c:v>
              </c:pt>
              <c:pt idx="1109">
                <c:v>-11.375</c:v>
              </c:pt>
              <c:pt idx="1110">
                <c:v>-11.25</c:v>
              </c:pt>
              <c:pt idx="1111">
                <c:v>-11.125</c:v>
              </c:pt>
              <c:pt idx="1112">
                <c:v>-11</c:v>
              </c:pt>
              <c:pt idx="1113">
                <c:v>-10.875</c:v>
              </c:pt>
              <c:pt idx="1114">
                <c:v>-10.75</c:v>
              </c:pt>
              <c:pt idx="1115">
                <c:v>-10.625</c:v>
              </c:pt>
              <c:pt idx="1116">
                <c:v>-10.5</c:v>
              </c:pt>
              <c:pt idx="1117">
                <c:v>-10.375</c:v>
              </c:pt>
              <c:pt idx="1118">
                <c:v>-10.25</c:v>
              </c:pt>
              <c:pt idx="1119">
                <c:v>-10.125</c:v>
              </c:pt>
              <c:pt idx="1120">
                <c:v>-10</c:v>
              </c:pt>
              <c:pt idx="1121">
                <c:v>-9.875</c:v>
              </c:pt>
              <c:pt idx="1122">
                <c:v>-9.75</c:v>
              </c:pt>
              <c:pt idx="1123">
                <c:v>-9.625</c:v>
              </c:pt>
              <c:pt idx="1124">
                <c:v>-9.5</c:v>
              </c:pt>
              <c:pt idx="1125">
                <c:v>-9.375</c:v>
              </c:pt>
              <c:pt idx="1126">
                <c:v>-9.25</c:v>
              </c:pt>
              <c:pt idx="1127">
                <c:v>-9.125</c:v>
              </c:pt>
              <c:pt idx="1128">
                <c:v>-9</c:v>
              </c:pt>
              <c:pt idx="1129">
                <c:v>-8.875</c:v>
              </c:pt>
              <c:pt idx="1130">
                <c:v>-8.75</c:v>
              </c:pt>
              <c:pt idx="1131">
                <c:v>-8.625</c:v>
              </c:pt>
              <c:pt idx="1132">
                <c:v>-8.5</c:v>
              </c:pt>
              <c:pt idx="1133">
                <c:v>-8.375</c:v>
              </c:pt>
              <c:pt idx="1134">
                <c:v>-8.25</c:v>
              </c:pt>
              <c:pt idx="1135">
                <c:v>-8.125</c:v>
              </c:pt>
              <c:pt idx="1136">
                <c:v>-8</c:v>
              </c:pt>
              <c:pt idx="1137">
                <c:v>-7.875</c:v>
              </c:pt>
              <c:pt idx="1138">
                <c:v>-7.75</c:v>
              </c:pt>
              <c:pt idx="1139">
                <c:v>-7.625</c:v>
              </c:pt>
              <c:pt idx="1140">
                <c:v>-7.5</c:v>
              </c:pt>
              <c:pt idx="1141">
                <c:v>-7.375</c:v>
              </c:pt>
              <c:pt idx="1142">
                <c:v>-7.25</c:v>
              </c:pt>
              <c:pt idx="1143">
                <c:v>-7.125</c:v>
              </c:pt>
              <c:pt idx="1144">
                <c:v>-7</c:v>
              </c:pt>
              <c:pt idx="1145">
                <c:v>-6.875</c:v>
              </c:pt>
              <c:pt idx="1146">
                <c:v>-6.75</c:v>
              </c:pt>
              <c:pt idx="1147">
                <c:v>-6.625</c:v>
              </c:pt>
              <c:pt idx="1148">
                <c:v>-6.5</c:v>
              </c:pt>
              <c:pt idx="1149">
                <c:v>-6.375</c:v>
              </c:pt>
              <c:pt idx="1150">
                <c:v>-6.25</c:v>
              </c:pt>
              <c:pt idx="1151">
                <c:v>-6.125</c:v>
              </c:pt>
              <c:pt idx="1152">
                <c:v>-6</c:v>
              </c:pt>
              <c:pt idx="1153">
                <c:v>-5.875</c:v>
              </c:pt>
              <c:pt idx="1154">
                <c:v>-5.75</c:v>
              </c:pt>
              <c:pt idx="1155">
                <c:v>-5.625</c:v>
              </c:pt>
              <c:pt idx="1156">
                <c:v>-5.5</c:v>
              </c:pt>
              <c:pt idx="1157">
                <c:v>-5.375</c:v>
              </c:pt>
              <c:pt idx="1158">
                <c:v>-5.25</c:v>
              </c:pt>
              <c:pt idx="1159">
                <c:v>-5.125</c:v>
              </c:pt>
              <c:pt idx="1160">
                <c:v>-5</c:v>
              </c:pt>
              <c:pt idx="1161">
                <c:v>-4.875</c:v>
              </c:pt>
              <c:pt idx="1162">
                <c:v>-4.75</c:v>
              </c:pt>
              <c:pt idx="1163">
                <c:v>-4.625</c:v>
              </c:pt>
              <c:pt idx="1164">
                <c:v>-4.5</c:v>
              </c:pt>
              <c:pt idx="1165">
                <c:v>-4.375</c:v>
              </c:pt>
              <c:pt idx="1166">
                <c:v>-4.25</c:v>
              </c:pt>
              <c:pt idx="1167">
                <c:v>-4.125</c:v>
              </c:pt>
              <c:pt idx="1168">
                <c:v>-4</c:v>
              </c:pt>
              <c:pt idx="1169">
                <c:v>-3.875</c:v>
              </c:pt>
              <c:pt idx="1170">
                <c:v>-3.75</c:v>
              </c:pt>
              <c:pt idx="1171">
                <c:v>-3.625</c:v>
              </c:pt>
              <c:pt idx="1172">
                <c:v>-3.5</c:v>
              </c:pt>
              <c:pt idx="1173">
                <c:v>-3.375</c:v>
              </c:pt>
              <c:pt idx="1174">
                <c:v>-3.25</c:v>
              </c:pt>
              <c:pt idx="1175">
                <c:v>-3.125</c:v>
              </c:pt>
              <c:pt idx="1176">
                <c:v>-3</c:v>
              </c:pt>
              <c:pt idx="1177">
                <c:v>-2.875</c:v>
              </c:pt>
              <c:pt idx="1178">
                <c:v>-2.75</c:v>
              </c:pt>
              <c:pt idx="1179">
                <c:v>-2.625</c:v>
              </c:pt>
              <c:pt idx="1180">
                <c:v>-2.5</c:v>
              </c:pt>
              <c:pt idx="1181">
                <c:v>-2.375</c:v>
              </c:pt>
              <c:pt idx="1182">
                <c:v>-2.25</c:v>
              </c:pt>
              <c:pt idx="1183">
                <c:v>-2.125</c:v>
              </c:pt>
              <c:pt idx="1184">
                <c:v>-2</c:v>
              </c:pt>
              <c:pt idx="1185">
                <c:v>-1.875</c:v>
              </c:pt>
              <c:pt idx="1186">
                <c:v>-1.75</c:v>
              </c:pt>
              <c:pt idx="1187">
                <c:v>-1.625</c:v>
              </c:pt>
              <c:pt idx="1188">
                <c:v>-1.5</c:v>
              </c:pt>
              <c:pt idx="1189">
                <c:v>-1.375</c:v>
              </c:pt>
              <c:pt idx="1190">
                <c:v>-1.25</c:v>
              </c:pt>
              <c:pt idx="1191">
                <c:v>-1.125</c:v>
              </c:pt>
              <c:pt idx="1192">
                <c:v>-1</c:v>
              </c:pt>
              <c:pt idx="1193">
                <c:v>-0.875</c:v>
              </c:pt>
              <c:pt idx="1194">
                <c:v>-0.75</c:v>
              </c:pt>
              <c:pt idx="1195">
                <c:v>-0.625</c:v>
              </c:pt>
              <c:pt idx="1196">
                <c:v>-0.5</c:v>
              </c:pt>
              <c:pt idx="1197">
                <c:v>-0.375</c:v>
              </c:pt>
              <c:pt idx="1198">
                <c:v>-0.25</c:v>
              </c:pt>
              <c:pt idx="1199">
                <c:v>-0.125</c:v>
              </c:pt>
              <c:pt idx="1200">
                <c:v>0</c:v>
              </c:pt>
              <c:pt idx="1201">
                <c:v>0.125</c:v>
              </c:pt>
              <c:pt idx="1202">
                <c:v>0.25</c:v>
              </c:pt>
              <c:pt idx="1203">
                <c:v>0.375</c:v>
              </c:pt>
              <c:pt idx="1204">
                <c:v>0.5</c:v>
              </c:pt>
              <c:pt idx="1205">
                <c:v>0.625</c:v>
              </c:pt>
              <c:pt idx="1206">
                <c:v>0.75</c:v>
              </c:pt>
              <c:pt idx="1207">
                <c:v>0.875</c:v>
              </c:pt>
              <c:pt idx="1208">
                <c:v>1</c:v>
              </c:pt>
              <c:pt idx="1209">
                <c:v>1.125</c:v>
              </c:pt>
              <c:pt idx="1210">
                <c:v>1.25</c:v>
              </c:pt>
              <c:pt idx="1211">
                <c:v>1.375</c:v>
              </c:pt>
              <c:pt idx="1212">
                <c:v>1.5</c:v>
              </c:pt>
              <c:pt idx="1213">
                <c:v>1.625</c:v>
              </c:pt>
              <c:pt idx="1214">
                <c:v>1.75</c:v>
              </c:pt>
              <c:pt idx="1215">
                <c:v>1.875</c:v>
              </c:pt>
              <c:pt idx="1216">
                <c:v>2</c:v>
              </c:pt>
              <c:pt idx="1217">
                <c:v>2.125</c:v>
              </c:pt>
              <c:pt idx="1218">
                <c:v>2.25</c:v>
              </c:pt>
              <c:pt idx="1219">
                <c:v>2.375</c:v>
              </c:pt>
              <c:pt idx="1220">
                <c:v>2.5</c:v>
              </c:pt>
              <c:pt idx="1221">
                <c:v>2.625</c:v>
              </c:pt>
              <c:pt idx="1222">
                <c:v>2.75</c:v>
              </c:pt>
              <c:pt idx="1223">
                <c:v>2.875</c:v>
              </c:pt>
              <c:pt idx="1224">
                <c:v>3</c:v>
              </c:pt>
              <c:pt idx="1225">
                <c:v>3.125</c:v>
              </c:pt>
              <c:pt idx="1226">
                <c:v>3.25</c:v>
              </c:pt>
              <c:pt idx="1227">
                <c:v>3.375</c:v>
              </c:pt>
              <c:pt idx="1228">
                <c:v>3.5</c:v>
              </c:pt>
              <c:pt idx="1229">
                <c:v>3.625</c:v>
              </c:pt>
              <c:pt idx="1230">
                <c:v>3.75</c:v>
              </c:pt>
              <c:pt idx="1231">
                <c:v>3.875</c:v>
              </c:pt>
              <c:pt idx="1232">
                <c:v>4</c:v>
              </c:pt>
              <c:pt idx="1233">
                <c:v>4.125</c:v>
              </c:pt>
              <c:pt idx="1234">
                <c:v>4.25</c:v>
              </c:pt>
              <c:pt idx="1235">
                <c:v>4.375</c:v>
              </c:pt>
              <c:pt idx="1236">
                <c:v>4.5</c:v>
              </c:pt>
              <c:pt idx="1237">
                <c:v>4.625</c:v>
              </c:pt>
              <c:pt idx="1238">
                <c:v>4.75</c:v>
              </c:pt>
              <c:pt idx="1239">
                <c:v>4.875</c:v>
              </c:pt>
              <c:pt idx="1240">
                <c:v>5</c:v>
              </c:pt>
              <c:pt idx="1241">
                <c:v>5.125</c:v>
              </c:pt>
              <c:pt idx="1242">
                <c:v>5.25</c:v>
              </c:pt>
              <c:pt idx="1243">
                <c:v>5.375</c:v>
              </c:pt>
              <c:pt idx="1244">
                <c:v>5.5</c:v>
              </c:pt>
              <c:pt idx="1245">
                <c:v>5.625</c:v>
              </c:pt>
              <c:pt idx="1246">
                <c:v>5.75</c:v>
              </c:pt>
              <c:pt idx="1247">
                <c:v>5.875</c:v>
              </c:pt>
              <c:pt idx="1248">
                <c:v>6</c:v>
              </c:pt>
              <c:pt idx="1249">
                <c:v>6.125</c:v>
              </c:pt>
              <c:pt idx="1250">
                <c:v>6.25</c:v>
              </c:pt>
              <c:pt idx="1251">
                <c:v>6.375</c:v>
              </c:pt>
              <c:pt idx="1252">
                <c:v>6.5</c:v>
              </c:pt>
              <c:pt idx="1253">
                <c:v>6.625</c:v>
              </c:pt>
              <c:pt idx="1254">
                <c:v>6.75</c:v>
              </c:pt>
              <c:pt idx="1255">
                <c:v>6.875</c:v>
              </c:pt>
              <c:pt idx="1256">
                <c:v>7</c:v>
              </c:pt>
              <c:pt idx="1257">
                <c:v>7.125</c:v>
              </c:pt>
              <c:pt idx="1258">
                <c:v>7.25</c:v>
              </c:pt>
              <c:pt idx="1259">
                <c:v>7.375</c:v>
              </c:pt>
              <c:pt idx="1260">
                <c:v>7.5</c:v>
              </c:pt>
              <c:pt idx="1261">
                <c:v>7.625</c:v>
              </c:pt>
              <c:pt idx="1262">
                <c:v>7.75</c:v>
              </c:pt>
              <c:pt idx="1263">
                <c:v>7.875</c:v>
              </c:pt>
              <c:pt idx="1264">
                <c:v>8</c:v>
              </c:pt>
              <c:pt idx="1265">
                <c:v>8.125</c:v>
              </c:pt>
              <c:pt idx="1266">
                <c:v>8.25</c:v>
              </c:pt>
              <c:pt idx="1267">
                <c:v>8.375</c:v>
              </c:pt>
              <c:pt idx="1268">
                <c:v>8.5</c:v>
              </c:pt>
              <c:pt idx="1269">
                <c:v>8.625</c:v>
              </c:pt>
              <c:pt idx="1270">
                <c:v>8.75</c:v>
              </c:pt>
              <c:pt idx="1271">
                <c:v>8.875</c:v>
              </c:pt>
              <c:pt idx="1272">
                <c:v>9</c:v>
              </c:pt>
              <c:pt idx="1273">
                <c:v>9.125</c:v>
              </c:pt>
              <c:pt idx="1274">
                <c:v>9.25</c:v>
              </c:pt>
              <c:pt idx="1275">
                <c:v>9.375</c:v>
              </c:pt>
              <c:pt idx="1276">
                <c:v>9.5</c:v>
              </c:pt>
              <c:pt idx="1277">
                <c:v>9.625</c:v>
              </c:pt>
              <c:pt idx="1278">
                <c:v>9.75</c:v>
              </c:pt>
              <c:pt idx="1279">
                <c:v>9.875</c:v>
              </c:pt>
              <c:pt idx="1280">
                <c:v>10</c:v>
              </c:pt>
              <c:pt idx="1281">
                <c:v>10.125</c:v>
              </c:pt>
              <c:pt idx="1282">
                <c:v>10.25</c:v>
              </c:pt>
              <c:pt idx="1283">
                <c:v>10.375</c:v>
              </c:pt>
              <c:pt idx="1284">
                <c:v>10.5</c:v>
              </c:pt>
              <c:pt idx="1285">
                <c:v>10.625</c:v>
              </c:pt>
              <c:pt idx="1286">
                <c:v>10.75</c:v>
              </c:pt>
              <c:pt idx="1287">
                <c:v>10.875</c:v>
              </c:pt>
              <c:pt idx="1288">
                <c:v>11</c:v>
              </c:pt>
              <c:pt idx="1289">
                <c:v>11.125</c:v>
              </c:pt>
              <c:pt idx="1290">
                <c:v>11.25</c:v>
              </c:pt>
              <c:pt idx="1291">
                <c:v>11.375</c:v>
              </c:pt>
              <c:pt idx="1292">
                <c:v>11.5</c:v>
              </c:pt>
              <c:pt idx="1293">
                <c:v>11.625</c:v>
              </c:pt>
              <c:pt idx="1294">
                <c:v>11.75</c:v>
              </c:pt>
              <c:pt idx="1295">
                <c:v>11.875</c:v>
              </c:pt>
              <c:pt idx="1296">
                <c:v>12</c:v>
              </c:pt>
              <c:pt idx="1297">
                <c:v>12.125</c:v>
              </c:pt>
              <c:pt idx="1298">
                <c:v>12.25</c:v>
              </c:pt>
              <c:pt idx="1299">
                <c:v>12.375</c:v>
              </c:pt>
              <c:pt idx="1300">
                <c:v>12.5</c:v>
              </c:pt>
              <c:pt idx="1301">
                <c:v>12.625</c:v>
              </c:pt>
              <c:pt idx="1302">
                <c:v>12.75</c:v>
              </c:pt>
              <c:pt idx="1303">
                <c:v>12.875</c:v>
              </c:pt>
              <c:pt idx="1304">
                <c:v>13</c:v>
              </c:pt>
              <c:pt idx="1305">
                <c:v>13.125</c:v>
              </c:pt>
              <c:pt idx="1306">
                <c:v>13.25</c:v>
              </c:pt>
              <c:pt idx="1307">
                <c:v>13.375</c:v>
              </c:pt>
              <c:pt idx="1308">
                <c:v>13.5</c:v>
              </c:pt>
              <c:pt idx="1309">
                <c:v>13.625</c:v>
              </c:pt>
              <c:pt idx="1310">
                <c:v>13.75</c:v>
              </c:pt>
              <c:pt idx="1311">
                <c:v>13.875</c:v>
              </c:pt>
              <c:pt idx="1312">
                <c:v>14</c:v>
              </c:pt>
              <c:pt idx="1313">
                <c:v>14.125</c:v>
              </c:pt>
              <c:pt idx="1314">
                <c:v>14.25</c:v>
              </c:pt>
              <c:pt idx="1315">
                <c:v>14.375</c:v>
              </c:pt>
              <c:pt idx="1316">
                <c:v>14.5</c:v>
              </c:pt>
              <c:pt idx="1317">
                <c:v>14.625</c:v>
              </c:pt>
              <c:pt idx="1318">
                <c:v>14.75</c:v>
              </c:pt>
              <c:pt idx="1319">
                <c:v>14.875</c:v>
              </c:pt>
              <c:pt idx="1320">
                <c:v>15</c:v>
              </c:pt>
              <c:pt idx="1321">
                <c:v>15.125</c:v>
              </c:pt>
              <c:pt idx="1322">
                <c:v>15.25</c:v>
              </c:pt>
              <c:pt idx="1323">
                <c:v>15.375</c:v>
              </c:pt>
              <c:pt idx="1324">
                <c:v>15.5</c:v>
              </c:pt>
              <c:pt idx="1325">
                <c:v>15.625</c:v>
              </c:pt>
              <c:pt idx="1326">
                <c:v>15.75</c:v>
              </c:pt>
              <c:pt idx="1327">
                <c:v>15.875</c:v>
              </c:pt>
              <c:pt idx="1328">
                <c:v>16</c:v>
              </c:pt>
              <c:pt idx="1329">
                <c:v>16.125</c:v>
              </c:pt>
              <c:pt idx="1330">
                <c:v>16.25</c:v>
              </c:pt>
              <c:pt idx="1331">
                <c:v>16.375</c:v>
              </c:pt>
              <c:pt idx="1332">
                <c:v>16.5</c:v>
              </c:pt>
              <c:pt idx="1333">
                <c:v>16.625</c:v>
              </c:pt>
              <c:pt idx="1334">
                <c:v>16.75</c:v>
              </c:pt>
              <c:pt idx="1335">
                <c:v>16.875</c:v>
              </c:pt>
              <c:pt idx="1336">
                <c:v>17</c:v>
              </c:pt>
              <c:pt idx="1337">
                <c:v>17.125</c:v>
              </c:pt>
              <c:pt idx="1338">
                <c:v>17.25</c:v>
              </c:pt>
              <c:pt idx="1339">
                <c:v>17.375</c:v>
              </c:pt>
              <c:pt idx="1340">
                <c:v>17.5</c:v>
              </c:pt>
              <c:pt idx="1341">
                <c:v>17.625</c:v>
              </c:pt>
              <c:pt idx="1342">
                <c:v>17.75</c:v>
              </c:pt>
              <c:pt idx="1343">
                <c:v>17.875</c:v>
              </c:pt>
              <c:pt idx="1344">
                <c:v>18</c:v>
              </c:pt>
              <c:pt idx="1345">
                <c:v>18.125</c:v>
              </c:pt>
              <c:pt idx="1346">
                <c:v>18.25</c:v>
              </c:pt>
              <c:pt idx="1347">
                <c:v>18.375</c:v>
              </c:pt>
              <c:pt idx="1348">
                <c:v>18.5</c:v>
              </c:pt>
              <c:pt idx="1349">
                <c:v>18.625</c:v>
              </c:pt>
              <c:pt idx="1350">
                <c:v>18.75</c:v>
              </c:pt>
              <c:pt idx="1351">
                <c:v>18.875</c:v>
              </c:pt>
              <c:pt idx="1352">
                <c:v>19</c:v>
              </c:pt>
              <c:pt idx="1353">
                <c:v>19.125</c:v>
              </c:pt>
              <c:pt idx="1354">
                <c:v>19.25</c:v>
              </c:pt>
              <c:pt idx="1355">
                <c:v>19.375</c:v>
              </c:pt>
              <c:pt idx="1356">
                <c:v>19.5</c:v>
              </c:pt>
              <c:pt idx="1357">
                <c:v>19.625</c:v>
              </c:pt>
              <c:pt idx="1358">
                <c:v>19.75</c:v>
              </c:pt>
              <c:pt idx="1359">
                <c:v>19.875</c:v>
              </c:pt>
              <c:pt idx="1360">
                <c:v>20</c:v>
              </c:pt>
              <c:pt idx="1361">
                <c:v>20.125</c:v>
              </c:pt>
              <c:pt idx="1362">
                <c:v>20.25</c:v>
              </c:pt>
              <c:pt idx="1363">
                <c:v>20.375</c:v>
              </c:pt>
              <c:pt idx="1364">
                <c:v>20.5</c:v>
              </c:pt>
              <c:pt idx="1365">
                <c:v>20.625</c:v>
              </c:pt>
              <c:pt idx="1366">
                <c:v>20.75</c:v>
              </c:pt>
              <c:pt idx="1367">
                <c:v>20.875</c:v>
              </c:pt>
              <c:pt idx="1368">
                <c:v>21</c:v>
              </c:pt>
              <c:pt idx="1369">
                <c:v>21.125</c:v>
              </c:pt>
              <c:pt idx="1370">
                <c:v>21.25</c:v>
              </c:pt>
              <c:pt idx="1371">
                <c:v>21.375</c:v>
              </c:pt>
              <c:pt idx="1372">
                <c:v>21.5</c:v>
              </c:pt>
              <c:pt idx="1373">
                <c:v>21.625</c:v>
              </c:pt>
              <c:pt idx="1374">
                <c:v>21.75</c:v>
              </c:pt>
              <c:pt idx="1375">
                <c:v>21.875</c:v>
              </c:pt>
              <c:pt idx="1376">
                <c:v>22</c:v>
              </c:pt>
              <c:pt idx="1377">
                <c:v>22.125</c:v>
              </c:pt>
              <c:pt idx="1378">
                <c:v>22.25</c:v>
              </c:pt>
              <c:pt idx="1379">
                <c:v>22.375</c:v>
              </c:pt>
              <c:pt idx="1380">
                <c:v>22.5</c:v>
              </c:pt>
              <c:pt idx="1381">
                <c:v>22.625</c:v>
              </c:pt>
              <c:pt idx="1382">
                <c:v>22.75</c:v>
              </c:pt>
              <c:pt idx="1383">
                <c:v>22.875</c:v>
              </c:pt>
              <c:pt idx="1384">
                <c:v>23</c:v>
              </c:pt>
              <c:pt idx="1385">
                <c:v>23.125</c:v>
              </c:pt>
              <c:pt idx="1386">
                <c:v>23.25</c:v>
              </c:pt>
              <c:pt idx="1387">
                <c:v>23.375</c:v>
              </c:pt>
              <c:pt idx="1388">
                <c:v>23.5</c:v>
              </c:pt>
              <c:pt idx="1389">
                <c:v>23.625</c:v>
              </c:pt>
              <c:pt idx="1390">
                <c:v>23.75</c:v>
              </c:pt>
              <c:pt idx="1391">
                <c:v>23.875</c:v>
              </c:pt>
              <c:pt idx="1392">
                <c:v>24</c:v>
              </c:pt>
              <c:pt idx="1393">
                <c:v>24.125</c:v>
              </c:pt>
              <c:pt idx="1394">
                <c:v>24.25</c:v>
              </c:pt>
              <c:pt idx="1395">
                <c:v>24.375</c:v>
              </c:pt>
              <c:pt idx="1396">
                <c:v>24.5</c:v>
              </c:pt>
              <c:pt idx="1397">
                <c:v>24.625</c:v>
              </c:pt>
              <c:pt idx="1398">
                <c:v>24.75</c:v>
              </c:pt>
              <c:pt idx="1399">
                <c:v>24.875</c:v>
              </c:pt>
              <c:pt idx="1400">
                <c:v>25</c:v>
              </c:pt>
              <c:pt idx="1401">
                <c:v>25.125</c:v>
              </c:pt>
              <c:pt idx="1402">
                <c:v>25.25</c:v>
              </c:pt>
              <c:pt idx="1403">
                <c:v>25.375</c:v>
              </c:pt>
              <c:pt idx="1404">
                <c:v>25.5</c:v>
              </c:pt>
              <c:pt idx="1405">
                <c:v>25.625</c:v>
              </c:pt>
              <c:pt idx="1406">
                <c:v>25.75</c:v>
              </c:pt>
              <c:pt idx="1407">
                <c:v>25.875</c:v>
              </c:pt>
              <c:pt idx="1408">
                <c:v>26</c:v>
              </c:pt>
              <c:pt idx="1409">
                <c:v>26.125</c:v>
              </c:pt>
              <c:pt idx="1410">
                <c:v>26.25</c:v>
              </c:pt>
              <c:pt idx="1411">
                <c:v>26.375</c:v>
              </c:pt>
              <c:pt idx="1412">
                <c:v>26.5</c:v>
              </c:pt>
              <c:pt idx="1413">
                <c:v>26.625</c:v>
              </c:pt>
              <c:pt idx="1414">
                <c:v>26.75</c:v>
              </c:pt>
              <c:pt idx="1415">
                <c:v>26.875</c:v>
              </c:pt>
              <c:pt idx="1416">
                <c:v>27</c:v>
              </c:pt>
              <c:pt idx="1417">
                <c:v>27.125</c:v>
              </c:pt>
              <c:pt idx="1418">
                <c:v>27.25</c:v>
              </c:pt>
              <c:pt idx="1419">
                <c:v>27.375</c:v>
              </c:pt>
              <c:pt idx="1420">
                <c:v>27.5</c:v>
              </c:pt>
              <c:pt idx="1421">
                <c:v>27.625</c:v>
              </c:pt>
              <c:pt idx="1422">
                <c:v>27.75</c:v>
              </c:pt>
              <c:pt idx="1423">
                <c:v>27.875</c:v>
              </c:pt>
              <c:pt idx="1424">
                <c:v>28</c:v>
              </c:pt>
              <c:pt idx="1425">
                <c:v>28.125</c:v>
              </c:pt>
              <c:pt idx="1426">
                <c:v>28.25</c:v>
              </c:pt>
              <c:pt idx="1427">
                <c:v>28.375</c:v>
              </c:pt>
              <c:pt idx="1428">
                <c:v>28.5</c:v>
              </c:pt>
              <c:pt idx="1429">
                <c:v>28.625</c:v>
              </c:pt>
              <c:pt idx="1430">
                <c:v>28.75</c:v>
              </c:pt>
              <c:pt idx="1431">
                <c:v>28.875</c:v>
              </c:pt>
              <c:pt idx="1432">
                <c:v>29</c:v>
              </c:pt>
              <c:pt idx="1433">
                <c:v>29.125</c:v>
              </c:pt>
              <c:pt idx="1434">
                <c:v>29.25</c:v>
              </c:pt>
              <c:pt idx="1435">
                <c:v>29.375</c:v>
              </c:pt>
              <c:pt idx="1436">
                <c:v>29.5</c:v>
              </c:pt>
              <c:pt idx="1437">
                <c:v>29.625</c:v>
              </c:pt>
              <c:pt idx="1438">
                <c:v>29.75</c:v>
              </c:pt>
              <c:pt idx="1439">
                <c:v>29.875</c:v>
              </c:pt>
              <c:pt idx="1440">
                <c:v>30</c:v>
              </c:pt>
              <c:pt idx="1441">
                <c:v>30.125</c:v>
              </c:pt>
              <c:pt idx="1442">
                <c:v>30.25</c:v>
              </c:pt>
              <c:pt idx="1443">
                <c:v>30.375</c:v>
              </c:pt>
              <c:pt idx="1444">
                <c:v>30.5</c:v>
              </c:pt>
              <c:pt idx="1445">
                <c:v>30.625</c:v>
              </c:pt>
              <c:pt idx="1446">
                <c:v>30.75</c:v>
              </c:pt>
              <c:pt idx="1447">
                <c:v>30.875</c:v>
              </c:pt>
              <c:pt idx="1448">
                <c:v>31</c:v>
              </c:pt>
              <c:pt idx="1449">
                <c:v>31.125</c:v>
              </c:pt>
              <c:pt idx="1450">
                <c:v>31.25</c:v>
              </c:pt>
              <c:pt idx="1451">
                <c:v>31.375</c:v>
              </c:pt>
              <c:pt idx="1452">
                <c:v>31.5</c:v>
              </c:pt>
              <c:pt idx="1453">
                <c:v>31.625</c:v>
              </c:pt>
              <c:pt idx="1454">
                <c:v>31.75</c:v>
              </c:pt>
              <c:pt idx="1455">
                <c:v>31.875</c:v>
              </c:pt>
              <c:pt idx="1456">
                <c:v>32</c:v>
              </c:pt>
              <c:pt idx="1457">
                <c:v>32.125</c:v>
              </c:pt>
              <c:pt idx="1458">
                <c:v>32.25</c:v>
              </c:pt>
              <c:pt idx="1459">
                <c:v>32.375</c:v>
              </c:pt>
              <c:pt idx="1460">
                <c:v>32.5</c:v>
              </c:pt>
              <c:pt idx="1461">
                <c:v>32.625</c:v>
              </c:pt>
              <c:pt idx="1462">
                <c:v>32.75</c:v>
              </c:pt>
              <c:pt idx="1463">
                <c:v>32.875</c:v>
              </c:pt>
              <c:pt idx="1464">
                <c:v>33</c:v>
              </c:pt>
              <c:pt idx="1465">
                <c:v>33.125</c:v>
              </c:pt>
              <c:pt idx="1466">
                <c:v>33.25</c:v>
              </c:pt>
              <c:pt idx="1467">
                <c:v>33.375</c:v>
              </c:pt>
              <c:pt idx="1468">
                <c:v>33.5</c:v>
              </c:pt>
              <c:pt idx="1469">
                <c:v>33.625</c:v>
              </c:pt>
              <c:pt idx="1470">
                <c:v>33.75</c:v>
              </c:pt>
              <c:pt idx="1471">
                <c:v>33.875</c:v>
              </c:pt>
              <c:pt idx="1472">
                <c:v>34</c:v>
              </c:pt>
              <c:pt idx="1473">
                <c:v>34.125</c:v>
              </c:pt>
              <c:pt idx="1474">
                <c:v>34.25</c:v>
              </c:pt>
              <c:pt idx="1475">
                <c:v>34.375</c:v>
              </c:pt>
              <c:pt idx="1476">
                <c:v>34.5</c:v>
              </c:pt>
              <c:pt idx="1477">
                <c:v>34.625</c:v>
              </c:pt>
              <c:pt idx="1478">
                <c:v>34.75</c:v>
              </c:pt>
              <c:pt idx="1479">
                <c:v>34.875</c:v>
              </c:pt>
              <c:pt idx="1480">
                <c:v>35</c:v>
              </c:pt>
              <c:pt idx="1481">
                <c:v>35.125</c:v>
              </c:pt>
              <c:pt idx="1482">
                <c:v>35.25</c:v>
              </c:pt>
              <c:pt idx="1483">
                <c:v>35.375</c:v>
              </c:pt>
              <c:pt idx="1484">
                <c:v>35.5</c:v>
              </c:pt>
              <c:pt idx="1485">
                <c:v>35.625</c:v>
              </c:pt>
              <c:pt idx="1486">
                <c:v>35.75</c:v>
              </c:pt>
              <c:pt idx="1487">
                <c:v>35.875</c:v>
              </c:pt>
              <c:pt idx="1488">
                <c:v>36</c:v>
              </c:pt>
              <c:pt idx="1489">
                <c:v>36.125</c:v>
              </c:pt>
              <c:pt idx="1490">
                <c:v>36.25</c:v>
              </c:pt>
              <c:pt idx="1491">
                <c:v>36.375</c:v>
              </c:pt>
              <c:pt idx="1492">
                <c:v>36.5</c:v>
              </c:pt>
              <c:pt idx="1493">
                <c:v>36.625</c:v>
              </c:pt>
              <c:pt idx="1494">
                <c:v>36.75</c:v>
              </c:pt>
              <c:pt idx="1495">
                <c:v>36.875</c:v>
              </c:pt>
              <c:pt idx="1496">
                <c:v>37</c:v>
              </c:pt>
              <c:pt idx="1497">
                <c:v>37.125</c:v>
              </c:pt>
              <c:pt idx="1498">
                <c:v>37.25</c:v>
              </c:pt>
              <c:pt idx="1499">
                <c:v>37.375</c:v>
              </c:pt>
              <c:pt idx="1500">
                <c:v>37.5</c:v>
              </c:pt>
              <c:pt idx="1501">
                <c:v>37.625</c:v>
              </c:pt>
              <c:pt idx="1502">
                <c:v>37.75</c:v>
              </c:pt>
              <c:pt idx="1503">
                <c:v>37.875</c:v>
              </c:pt>
              <c:pt idx="1504">
                <c:v>38</c:v>
              </c:pt>
              <c:pt idx="1505">
                <c:v>38.125</c:v>
              </c:pt>
              <c:pt idx="1506">
                <c:v>38.25</c:v>
              </c:pt>
              <c:pt idx="1507">
                <c:v>38.375</c:v>
              </c:pt>
              <c:pt idx="1508">
                <c:v>38.5</c:v>
              </c:pt>
              <c:pt idx="1509">
                <c:v>38.625</c:v>
              </c:pt>
              <c:pt idx="1510">
                <c:v>38.75</c:v>
              </c:pt>
              <c:pt idx="1511">
                <c:v>38.875</c:v>
              </c:pt>
              <c:pt idx="1512">
                <c:v>39</c:v>
              </c:pt>
              <c:pt idx="1513">
                <c:v>39.125</c:v>
              </c:pt>
              <c:pt idx="1514">
                <c:v>39.25</c:v>
              </c:pt>
              <c:pt idx="1515">
                <c:v>39.375</c:v>
              </c:pt>
              <c:pt idx="1516">
                <c:v>39.5</c:v>
              </c:pt>
              <c:pt idx="1517">
                <c:v>39.625</c:v>
              </c:pt>
              <c:pt idx="1518">
                <c:v>39.75</c:v>
              </c:pt>
              <c:pt idx="1519">
                <c:v>39.875</c:v>
              </c:pt>
              <c:pt idx="1520">
                <c:v>40</c:v>
              </c:pt>
              <c:pt idx="1521">
                <c:v>40.125</c:v>
              </c:pt>
              <c:pt idx="1522">
                <c:v>40.25</c:v>
              </c:pt>
              <c:pt idx="1523">
                <c:v>40.375</c:v>
              </c:pt>
              <c:pt idx="1524">
                <c:v>40.5</c:v>
              </c:pt>
              <c:pt idx="1525">
                <c:v>40.625</c:v>
              </c:pt>
              <c:pt idx="1526">
                <c:v>40.75</c:v>
              </c:pt>
              <c:pt idx="1527">
                <c:v>40.875</c:v>
              </c:pt>
              <c:pt idx="1528">
                <c:v>41</c:v>
              </c:pt>
              <c:pt idx="1529">
                <c:v>41.125</c:v>
              </c:pt>
              <c:pt idx="1530">
                <c:v>41.25</c:v>
              </c:pt>
              <c:pt idx="1531">
                <c:v>41.375</c:v>
              </c:pt>
              <c:pt idx="1532">
                <c:v>41.5</c:v>
              </c:pt>
              <c:pt idx="1533">
                <c:v>41.625</c:v>
              </c:pt>
              <c:pt idx="1534">
                <c:v>41.75</c:v>
              </c:pt>
              <c:pt idx="1535">
                <c:v>41.875</c:v>
              </c:pt>
              <c:pt idx="1536">
                <c:v>42</c:v>
              </c:pt>
              <c:pt idx="1537">
                <c:v>42.125</c:v>
              </c:pt>
              <c:pt idx="1538">
                <c:v>42.25</c:v>
              </c:pt>
              <c:pt idx="1539">
                <c:v>42.375</c:v>
              </c:pt>
              <c:pt idx="1540">
                <c:v>42.5</c:v>
              </c:pt>
              <c:pt idx="1541">
                <c:v>42.625</c:v>
              </c:pt>
              <c:pt idx="1542">
                <c:v>42.75</c:v>
              </c:pt>
              <c:pt idx="1543">
                <c:v>42.875</c:v>
              </c:pt>
              <c:pt idx="1544">
                <c:v>43</c:v>
              </c:pt>
              <c:pt idx="1545">
                <c:v>43.125</c:v>
              </c:pt>
              <c:pt idx="1546">
                <c:v>43.25</c:v>
              </c:pt>
              <c:pt idx="1547">
                <c:v>43.375</c:v>
              </c:pt>
              <c:pt idx="1548">
                <c:v>43.5</c:v>
              </c:pt>
              <c:pt idx="1549">
                <c:v>43.625</c:v>
              </c:pt>
              <c:pt idx="1550">
                <c:v>43.75</c:v>
              </c:pt>
              <c:pt idx="1551">
                <c:v>43.875</c:v>
              </c:pt>
              <c:pt idx="1552">
                <c:v>44</c:v>
              </c:pt>
              <c:pt idx="1553">
                <c:v>44.125</c:v>
              </c:pt>
              <c:pt idx="1554">
                <c:v>44.25</c:v>
              </c:pt>
              <c:pt idx="1555">
                <c:v>44.375</c:v>
              </c:pt>
              <c:pt idx="1556">
                <c:v>44.5</c:v>
              </c:pt>
              <c:pt idx="1557">
                <c:v>44.625</c:v>
              </c:pt>
              <c:pt idx="1558">
                <c:v>44.75</c:v>
              </c:pt>
              <c:pt idx="1559">
                <c:v>44.875</c:v>
              </c:pt>
              <c:pt idx="1560">
                <c:v>45</c:v>
              </c:pt>
              <c:pt idx="1561">
                <c:v>45.125</c:v>
              </c:pt>
              <c:pt idx="1562">
                <c:v>45.25</c:v>
              </c:pt>
              <c:pt idx="1563">
                <c:v>45.375</c:v>
              </c:pt>
              <c:pt idx="1564">
                <c:v>45.5</c:v>
              </c:pt>
              <c:pt idx="1565">
                <c:v>45.625</c:v>
              </c:pt>
              <c:pt idx="1566">
                <c:v>45.75</c:v>
              </c:pt>
              <c:pt idx="1567">
                <c:v>45.875</c:v>
              </c:pt>
              <c:pt idx="1568">
                <c:v>46</c:v>
              </c:pt>
              <c:pt idx="1569">
                <c:v>46.125</c:v>
              </c:pt>
              <c:pt idx="1570">
                <c:v>46.25</c:v>
              </c:pt>
              <c:pt idx="1571">
                <c:v>46.375</c:v>
              </c:pt>
              <c:pt idx="1572">
                <c:v>46.5</c:v>
              </c:pt>
              <c:pt idx="1573">
                <c:v>46.625</c:v>
              </c:pt>
              <c:pt idx="1574">
                <c:v>46.75</c:v>
              </c:pt>
              <c:pt idx="1575">
                <c:v>46.875</c:v>
              </c:pt>
              <c:pt idx="1576">
                <c:v>47</c:v>
              </c:pt>
              <c:pt idx="1577">
                <c:v>47.125</c:v>
              </c:pt>
              <c:pt idx="1578">
                <c:v>47.25</c:v>
              </c:pt>
              <c:pt idx="1579">
                <c:v>47.375</c:v>
              </c:pt>
              <c:pt idx="1580">
                <c:v>47.5</c:v>
              </c:pt>
              <c:pt idx="1581">
                <c:v>47.625</c:v>
              </c:pt>
              <c:pt idx="1582">
                <c:v>47.75</c:v>
              </c:pt>
              <c:pt idx="1583">
                <c:v>47.875</c:v>
              </c:pt>
              <c:pt idx="1584">
                <c:v>48</c:v>
              </c:pt>
              <c:pt idx="1585">
                <c:v>48.125</c:v>
              </c:pt>
              <c:pt idx="1586">
                <c:v>48.25</c:v>
              </c:pt>
              <c:pt idx="1587">
                <c:v>48.375</c:v>
              </c:pt>
              <c:pt idx="1588">
                <c:v>48.5</c:v>
              </c:pt>
              <c:pt idx="1589">
                <c:v>48.625</c:v>
              </c:pt>
              <c:pt idx="1590">
                <c:v>48.75</c:v>
              </c:pt>
              <c:pt idx="1591">
                <c:v>48.875</c:v>
              </c:pt>
              <c:pt idx="1592">
                <c:v>49</c:v>
              </c:pt>
              <c:pt idx="1593">
                <c:v>49.125</c:v>
              </c:pt>
              <c:pt idx="1594">
                <c:v>49.25</c:v>
              </c:pt>
              <c:pt idx="1595">
                <c:v>49.375</c:v>
              </c:pt>
              <c:pt idx="1596">
                <c:v>49.5</c:v>
              </c:pt>
              <c:pt idx="1597">
                <c:v>49.625</c:v>
              </c:pt>
              <c:pt idx="1598">
                <c:v>49.75</c:v>
              </c:pt>
              <c:pt idx="1599">
                <c:v>49.875</c:v>
              </c:pt>
              <c:pt idx="1600">
                <c:v>50</c:v>
              </c:pt>
              <c:pt idx="1601">
                <c:v>50.125</c:v>
              </c:pt>
              <c:pt idx="1602">
                <c:v>50.25</c:v>
              </c:pt>
              <c:pt idx="1603">
                <c:v>50.375</c:v>
              </c:pt>
              <c:pt idx="1604">
                <c:v>50.5</c:v>
              </c:pt>
              <c:pt idx="1605">
                <c:v>50.625</c:v>
              </c:pt>
              <c:pt idx="1606">
                <c:v>50.75</c:v>
              </c:pt>
              <c:pt idx="1607">
                <c:v>50.875</c:v>
              </c:pt>
              <c:pt idx="1608">
                <c:v>51</c:v>
              </c:pt>
              <c:pt idx="1609">
                <c:v>51.125</c:v>
              </c:pt>
              <c:pt idx="1610">
                <c:v>51.25</c:v>
              </c:pt>
              <c:pt idx="1611">
                <c:v>51.375</c:v>
              </c:pt>
              <c:pt idx="1612">
                <c:v>51.5</c:v>
              </c:pt>
              <c:pt idx="1613">
                <c:v>51.625</c:v>
              </c:pt>
              <c:pt idx="1614">
                <c:v>51.75</c:v>
              </c:pt>
              <c:pt idx="1615">
                <c:v>51.875</c:v>
              </c:pt>
              <c:pt idx="1616">
                <c:v>52</c:v>
              </c:pt>
              <c:pt idx="1617">
                <c:v>52.125</c:v>
              </c:pt>
              <c:pt idx="1618">
                <c:v>52.25</c:v>
              </c:pt>
              <c:pt idx="1619">
                <c:v>52.375</c:v>
              </c:pt>
              <c:pt idx="1620">
                <c:v>52.5</c:v>
              </c:pt>
              <c:pt idx="1621">
                <c:v>52.625</c:v>
              </c:pt>
              <c:pt idx="1622">
                <c:v>52.75</c:v>
              </c:pt>
              <c:pt idx="1623">
                <c:v>52.875</c:v>
              </c:pt>
              <c:pt idx="1624">
                <c:v>53</c:v>
              </c:pt>
              <c:pt idx="1625">
                <c:v>53.125</c:v>
              </c:pt>
              <c:pt idx="1626">
                <c:v>53.25</c:v>
              </c:pt>
              <c:pt idx="1627">
                <c:v>53.375</c:v>
              </c:pt>
              <c:pt idx="1628">
                <c:v>53.5</c:v>
              </c:pt>
              <c:pt idx="1629">
                <c:v>53.625</c:v>
              </c:pt>
              <c:pt idx="1630">
                <c:v>53.75</c:v>
              </c:pt>
              <c:pt idx="1631">
                <c:v>53.875</c:v>
              </c:pt>
              <c:pt idx="1632">
                <c:v>54</c:v>
              </c:pt>
              <c:pt idx="1633">
                <c:v>54.125</c:v>
              </c:pt>
              <c:pt idx="1634">
                <c:v>54.25</c:v>
              </c:pt>
              <c:pt idx="1635">
                <c:v>54.375</c:v>
              </c:pt>
              <c:pt idx="1636">
                <c:v>54.5</c:v>
              </c:pt>
              <c:pt idx="1637">
                <c:v>54.625</c:v>
              </c:pt>
              <c:pt idx="1638">
                <c:v>54.75</c:v>
              </c:pt>
              <c:pt idx="1639">
                <c:v>54.875</c:v>
              </c:pt>
              <c:pt idx="1640">
                <c:v>55</c:v>
              </c:pt>
              <c:pt idx="1641">
                <c:v>55.125</c:v>
              </c:pt>
              <c:pt idx="1642">
                <c:v>55.25</c:v>
              </c:pt>
              <c:pt idx="1643">
                <c:v>55.375</c:v>
              </c:pt>
              <c:pt idx="1644">
                <c:v>55.5</c:v>
              </c:pt>
              <c:pt idx="1645">
                <c:v>55.625</c:v>
              </c:pt>
              <c:pt idx="1646">
                <c:v>55.75</c:v>
              </c:pt>
              <c:pt idx="1647">
                <c:v>55.875</c:v>
              </c:pt>
              <c:pt idx="1648">
                <c:v>56</c:v>
              </c:pt>
              <c:pt idx="1649">
                <c:v>56.125</c:v>
              </c:pt>
              <c:pt idx="1650">
                <c:v>56.25</c:v>
              </c:pt>
              <c:pt idx="1651">
                <c:v>56.375</c:v>
              </c:pt>
              <c:pt idx="1652">
                <c:v>56.5</c:v>
              </c:pt>
              <c:pt idx="1653">
                <c:v>56.625</c:v>
              </c:pt>
              <c:pt idx="1654">
                <c:v>56.75</c:v>
              </c:pt>
              <c:pt idx="1655">
                <c:v>56.875</c:v>
              </c:pt>
              <c:pt idx="1656">
                <c:v>57</c:v>
              </c:pt>
              <c:pt idx="1657">
                <c:v>57.125</c:v>
              </c:pt>
              <c:pt idx="1658">
                <c:v>57.25</c:v>
              </c:pt>
              <c:pt idx="1659">
                <c:v>57.375</c:v>
              </c:pt>
              <c:pt idx="1660">
                <c:v>57.5</c:v>
              </c:pt>
              <c:pt idx="1661">
                <c:v>57.625</c:v>
              </c:pt>
              <c:pt idx="1662">
                <c:v>57.75</c:v>
              </c:pt>
              <c:pt idx="1663">
                <c:v>57.875</c:v>
              </c:pt>
              <c:pt idx="1664">
                <c:v>58</c:v>
              </c:pt>
              <c:pt idx="1665">
                <c:v>58.125</c:v>
              </c:pt>
              <c:pt idx="1666">
                <c:v>58.25</c:v>
              </c:pt>
              <c:pt idx="1667">
                <c:v>58.375</c:v>
              </c:pt>
              <c:pt idx="1668">
                <c:v>58.5</c:v>
              </c:pt>
              <c:pt idx="1669">
                <c:v>58.625</c:v>
              </c:pt>
              <c:pt idx="1670">
                <c:v>58.75</c:v>
              </c:pt>
              <c:pt idx="1671">
                <c:v>58.875</c:v>
              </c:pt>
              <c:pt idx="1672">
                <c:v>59</c:v>
              </c:pt>
              <c:pt idx="1673">
                <c:v>59.125</c:v>
              </c:pt>
              <c:pt idx="1674">
                <c:v>59.25</c:v>
              </c:pt>
              <c:pt idx="1675">
                <c:v>59.375</c:v>
              </c:pt>
              <c:pt idx="1676">
                <c:v>59.5</c:v>
              </c:pt>
              <c:pt idx="1677">
                <c:v>59.625</c:v>
              </c:pt>
              <c:pt idx="1678">
                <c:v>59.75</c:v>
              </c:pt>
              <c:pt idx="1679">
                <c:v>59.875</c:v>
              </c:pt>
              <c:pt idx="1680">
                <c:v>60</c:v>
              </c:pt>
              <c:pt idx="1681">
                <c:v>60.125</c:v>
              </c:pt>
              <c:pt idx="1682">
                <c:v>60.25</c:v>
              </c:pt>
              <c:pt idx="1683">
                <c:v>60.375</c:v>
              </c:pt>
              <c:pt idx="1684">
                <c:v>60.5</c:v>
              </c:pt>
              <c:pt idx="1685">
                <c:v>60.625</c:v>
              </c:pt>
              <c:pt idx="1686">
                <c:v>60.75</c:v>
              </c:pt>
              <c:pt idx="1687">
                <c:v>60.875</c:v>
              </c:pt>
              <c:pt idx="1688">
                <c:v>61</c:v>
              </c:pt>
              <c:pt idx="1689">
                <c:v>61.125</c:v>
              </c:pt>
              <c:pt idx="1690">
                <c:v>61.25</c:v>
              </c:pt>
              <c:pt idx="1691">
                <c:v>61.375</c:v>
              </c:pt>
              <c:pt idx="1692">
                <c:v>61.5</c:v>
              </c:pt>
              <c:pt idx="1693">
                <c:v>61.625</c:v>
              </c:pt>
              <c:pt idx="1694">
                <c:v>61.75</c:v>
              </c:pt>
              <c:pt idx="1695">
                <c:v>61.875</c:v>
              </c:pt>
              <c:pt idx="1696">
                <c:v>62</c:v>
              </c:pt>
              <c:pt idx="1697">
                <c:v>62.125</c:v>
              </c:pt>
              <c:pt idx="1698">
                <c:v>62.25</c:v>
              </c:pt>
              <c:pt idx="1699">
                <c:v>62.375</c:v>
              </c:pt>
              <c:pt idx="1700">
                <c:v>62.5</c:v>
              </c:pt>
              <c:pt idx="1701">
                <c:v>62.625</c:v>
              </c:pt>
              <c:pt idx="1702">
                <c:v>62.75</c:v>
              </c:pt>
              <c:pt idx="1703">
                <c:v>62.875</c:v>
              </c:pt>
              <c:pt idx="1704">
                <c:v>63</c:v>
              </c:pt>
              <c:pt idx="1705">
                <c:v>63.125</c:v>
              </c:pt>
              <c:pt idx="1706">
                <c:v>63.25</c:v>
              </c:pt>
              <c:pt idx="1707">
                <c:v>63.375</c:v>
              </c:pt>
              <c:pt idx="1708">
                <c:v>63.5</c:v>
              </c:pt>
              <c:pt idx="1709">
                <c:v>63.625</c:v>
              </c:pt>
              <c:pt idx="1710">
                <c:v>63.75</c:v>
              </c:pt>
              <c:pt idx="1711">
                <c:v>63.875</c:v>
              </c:pt>
              <c:pt idx="1712">
                <c:v>64</c:v>
              </c:pt>
              <c:pt idx="1713">
                <c:v>64.125</c:v>
              </c:pt>
              <c:pt idx="1714">
                <c:v>64.25</c:v>
              </c:pt>
              <c:pt idx="1715">
                <c:v>64.375</c:v>
              </c:pt>
              <c:pt idx="1716">
                <c:v>64.5</c:v>
              </c:pt>
              <c:pt idx="1717">
                <c:v>64.625</c:v>
              </c:pt>
              <c:pt idx="1718">
                <c:v>64.75</c:v>
              </c:pt>
              <c:pt idx="1719">
                <c:v>64.875</c:v>
              </c:pt>
              <c:pt idx="1720">
                <c:v>65</c:v>
              </c:pt>
              <c:pt idx="1721">
                <c:v>65.125</c:v>
              </c:pt>
              <c:pt idx="1722">
                <c:v>65.25</c:v>
              </c:pt>
              <c:pt idx="1723">
                <c:v>65.375</c:v>
              </c:pt>
              <c:pt idx="1724">
                <c:v>65.5</c:v>
              </c:pt>
              <c:pt idx="1725">
                <c:v>65.625</c:v>
              </c:pt>
              <c:pt idx="1726">
                <c:v>65.75</c:v>
              </c:pt>
              <c:pt idx="1727">
                <c:v>65.875</c:v>
              </c:pt>
              <c:pt idx="1728">
                <c:v>66</c:v>
              </c:pt>
              <c:pt idx="1729">
                <c:v>66.125</c:v>
              </c:pt>
              <c:pt idx="1730">
                <c:v>66.25</c:v>
              </c:pt>
              <c:pt idx="1731">
                <c:v>66.375</c:v>
              </c:pt>
              <c:pt idx="1732">
                <c:v>66.5</c:v>
              </c:pt>
              <c:pt idx="1733">
                <c:v>66.625</c:v>
              </c:pt>
              <c:pt idx="1734">
                <c:v>66.75</c:v>
              </c:pt>
              <c:pt idx="1735">
                <c:v>66.875</c:v>
              </c:pt>
              <c:pt idx="1736">
                <c:v>67</c:v>
              </c:pt>
              <c:pt idx="1737">
                <c:v>67.125</c:v>
              </c:pt>
              <c:pt idx="1738">
                <c:v>67.25</c:v>
              </c:pt>
              <c:pt idx="1739">
                <c:v>67.375</c:v>
              </c:pt>
              <c:pt idx="1740">
                <c:v>67.5</c:v>
              </c:pt>
              <c:pt idx="1741">
                <c:v>67.625</c:v>
              </c:pt>
              <c:pt idx="1742">
                <c:v>67.75</c:v>
              </c:pt>
              <c:pt idx="1743">
                <c:v>67.875</c:v>
              </c:pt>
              <c:pt idx="1744">
                <c:v>68</c:v>
              </c:pt>
              <c:pt idx="1745">
                <c:v>68.125</c:v>
              </c:pt>
              <c:pt idx="1746">
                <c:v>68.25</c:v>
              </c:pt>
              <c:pt idx="1747">
                <c:v>68.375</c:v>
              </c:pt>
              <c:pt idx="1748">
                <c:v>68.5</c:v>
              </c:pt>
              <c:pt idx="1749">
                <c:v>68.625</c:v>
              </c:pt>
              <c:pt idx="1750">
                <c:v>68.75</c:v>
              </c:pt>
              <c:pt idx="1751">
                <c:v>68.875</c:v>
              </c:pt>
              <c:pt idx="1752">
                <c:v>69</c:v>
              </c:pt>
              <c:pt idx="1753">
                <c:v>69.125</c:v>
              </c:pt>
              <c:pt idx="1754">
                <c:v>69.25</c:v>
              </c:pt>
              <c:pt idx="1755">
                <c:v>69.375</c:v>
              </c:pt>
              <c:pt idx="1756">
                <c:v>69.5</c:v>
              </c:pt>
              <c:pt idx="1757">
                <c:v>69.625</c:v>
              </c:pt>
              <c:pt idx="1758">
                <c:v>69.75</c:v>
              </c:pt>
              <c:pt idx="1759">
                <c:v>69.875</c:v>
              </c:pt>
              <c:pt idx="1760">
                <c:v>70</c:v>
              </c:pt>
              <c:pt idx="1761">
                <c:v>70.125</c:v>
              </c:pt>
              <c:pt idx="1762">
                <c:v>70.25</c:v>
              </c:pt>
              <c:pt idx="1763">
                <c:v>70.375</c:v>
              </c:pt>
              <c:pt idx="1764">
                <c:v>70.5</c:v>
              </c:pt>
              <c:pt idx="1765">
                <c:v>70.625</c:v>
              </c:pt>
              <c:pt idx="1766">
                <c:v>70.75</c:v>
              </c:pt>
              <c:pt idx="1767">
                <c:v>70.875</c:v>
              </c:pt>
              <c:pt idx="1768">
                <c:v>71</c:v>
              </c:pt>
              <c:pt idx="1769">
                <c:v>71.125</c:v>
              </c:pt>
              <c:pt idx="1770">
                <c:v>71.25</c:v>
              </c:pt>
              <c:pt idx="1771">
                <c:v>71.375</c:v>
              </c:pt>
              <c:pt idx="1772">
                <c:v>71.5</c:v>
              </c:pt>
              <c:pt idx="1773">
                <c:v>71.625</c:v>
              </c:pt>
              <c:pt idx="1774">
                <c:v>71.75</c:v>
              </c:pt>
              <c:pt idx="1775">
                <c:v>71.875</c:v>
              </c:pt>
              <c:pt idx="1776">
                <c:v>72</c:v>
              </c:pt>
              <c:pt idx="1777">
                <c:v>72.125</c:v>
              </c:pt>
              <c:pt idx="1778">
                <c:v>72.25</c:v>
              </c:pt>
              <c:pt idx="1779">
                <c:v>72.375</c:v>
              </c:pt>
              <c:pt idx="1780">
                <c:v>72.5</c:v>
              </c:pt>
              <c:pt idx="1781">
                <c:v>72.625</c:v>
              </c:pt>
              <c:pt idx="1782">
                <c:v>72.75</c:v>
              </c:pt>
              <c:pt idx="1783">
                <c:v>72.875</c:v>
              </c:pt>
              <c:pt idx="1784">
                <c:v>73</c:v>
              </c:pt>
              <c:pt idx="1785">
                <c:v>73.125</c:v>
              </c:pt>
              <c:pt idx="1786">
                <c:v>73.25</c:v>
              </c:pt>
              <c:pt idx="1787">
                <c:v>73.375</c:v>
              </c:pt>
              <c:pt idx="1788">
                <c:v>73.5</c:v>
              </c:pt>
              <c:pt idx="1789">
                <c:v>73.625</c:v>
              </c:pt>
              <c:pt idx="1790">
                <c:v>73.75</c:v>
              </c:pt>
              <c:pt idx="1791">
                <c:v>73.875</c:v>
              </c:pt>
              <c:pt idx="1792">
                <c:v>74</c:v>
              </c:pt>
              <c:pt idx="1793">
                <c:v>74.125</c:v>
              </c:pt>
              <c:pt idx="1794">
                <c:v>74.25</c:v>
              </c:pt>
              <c:pt idx="1795">
                <c:v>74.375</c:v>
              </c:pt>
              <c:pt idx="1796">
                <c:v>74.5</c:v>
              </c:pt>
              <c:pt idx="1797">
                <c:v>74.625</c:v>
              </c:pt>
              <c:pt idx="1798">
                <c:v>74.75</c:v>
              </c:pt>
              <c:pt idx="1799">
                <c:v>74.875</c:v>
              </c:pt>
              <c:pt idx="1800">
                <c:v>75</c:v>
              </c:pt>
              <c:pt idx="1801">
                <c:v>75.125</c:v>
              </c:pt>
              <c:pt idx="1802">
                <c:v>75.25</c:v>
              </c:pt>
              <c:pt idx="1803">
                <c:v>75.375</c:v>
              </c:pt>
              <c:pt idx="1804">
                <c:v>75.5</c:v>
              </c:pt>
              <c:pt idx="1805">
                <c:v>75.625</c:v>
              </c:pt>
              <c:pt idx="1806">
                <c:v>75.75</c:v>
              </c:pt>
              <c:pt idx="1807">
                <c:v>75.875</c:v>
              </c:pt>
              <c:pt idx="1808">
                <c:v>76</c:v>
              </c:pt>
              <c:pt idx="1809">
                <c:v>76.125</c:v>
              </c:pt>
              <c:pt idx="1810">
                <c:v>76.25</c:v>
              </c:pt>
              <c:pt idx="1811">
                <c:v>76.375</c:v>
              </c:pt>
              <c:pt idx="1812">
                <c:v>76.5</c:v>
              </c:pt>
              <c:pt idx="1813">
                <c:v>76.625</c:v>
              </c:pt>
              <c:pt idx="1814">
                <c:v>76.75</c:v>
              </c:pt>
              <c:pt idx="1815">
                <c:v>76.875</c:v>
              </c:pt>
              <c:pt idx="1816">
                <c:v>77</c:v>
              </c:pt>
              <c:pt idx="1817">
                <c:v>77.125</c:v>
              </c:pt>
              <c:pt idx="1818">
                <c:v>77.25</c:v>
              </c:pt>
              <c:pt idx="1819">
                <c:v>77.375</c:v>
              </c:pt>
              <c:pt idx="1820">
                <c:v>77.5</c:v>
              </c:pt>
              <c:pt idx="1821">
                <c:v>77.625</c:v>
              </c:pt>
              <c:pt idx="1822">
                <c:v>77.75</c:v>
              </c:pt>
              <c:pt idx="1823">
                <c:v>77.875</c:v>
              </c:pt>
              <c:pt idx="1824">
                <c:v>78</c:v>
              </c:pt>
              <c:pt idx="1825">
                <c:v>78.125</c:v>
              </c:pt>
              <c:pt idx="1826">
                <c:v>78.25</c:v>
              </c:pt>
              <c:pt idx="1827">
                <c:v>78.375</c:v>
              </c:pt>
              <c:pt idx="1828">
                <c:v>78.5</c:v>
              </c:pt>
              <c:pt idx="1829">
                <c:v>78.625</c:v>
              </c:pt>
              <c:pt idx="1830">
                <c:v>78.75</c:v>
              </c:pt>
              <c:pt idx="1831">
                <c:v>78.875</c:v>
              </c:pt>
              <c:pt idx="1832">
                <c:v>79</c:v>
              </c:pt>
              <c:pt idx="1833">
                <c:v>79.125</c:v>
              </c:pt>
              <c:pt idx="1834">
                <c:v>79.25</c:v>
              </c:pt>
              <c:pt idx="1835">
                <c:v>79.375</c:v>
              </c:pt>
              <c:pt idx="1836">
                <c:v>79.5</c:v>
              </c:pt>
              <c:pt idx="1837">
                <c:v>79.625</c:v>
              </c:pt>
              <c:pt idx="1838">
                <c:v>79.75</c:v>
              </c:pt>
              <c:pt idx="1839">
                <c:v>79.875</c:v>
              </c:pt>
              <c:pt idx="1840">
                <c:v>80</c:v>
              </c:pt>
              <c:pt idx="1841">
                <c:v>80.125</c:v>
              </c:pt>
              <c:pt idx="1842">
                <c:v>80.25</c:v>
              </c:pt>
              <c:pt idx="1843">
                <c:v>80.375</c:v>
              </c:pt>
              <c:pt idx="1844">
                <c:v>80.5</c:v>
              </c:pt>
              <c:pt idx="1845">
                <c:v>80.625</c:v>
              </c:pt>
              <c:pt idx="1846">
                <c:v>80.75</c:v>
              </c:pt>
              <c:pt idx="1847">
                <c:v>80.875</c:v>
              </c:pt>
              <c:pt idx="1848">
                <c:v>81</c:v>
              </c:pt>
              <c:pt idx="1849">
                <c:v>81.125</c:v>
              </c:pt>
              <c:pt idx="1850">
                <c:v>81.25</c:v>
              </c:pt>
              <c:pt idx="1851">
                <c:v>81.375</c:v>
              </c:pt>
              <c:pt idx="1852">
                <c:v>81.5</c:v>
              </c:pt>
              <c:pt idx="1853">
                <c:v>81.625</c:v>
              </c:pt>
              <c:pt idx="1854">
                <c:v>81.75</c:v>
              </c:pt>
              <c:pt idx="1855">
                <c:v>81.875</c:v>
              </c:pt>
              <c:pt idx="1856">
                <c:v>82</c:v>
              </c:pt>
              <c:pt idx="1857">
                <c:v>82.125</c:v>
              </c:pt>
              <c:pt idx="1858">
                <c:v>82.25</c:v>
              </c:pt>
              <c:pt idx="1859">
                <c:v>82.375</c:v>
              </c:pt>
              <c:pt idx="1860">
                <c:v>82.5</c:v>
              </c:pt>
              <c:pt idx="1861">
                <c:v>82.625</c:v>
              </c:pt>
              <c:pt idx="1862">
                <c:v>82.75</c:v>
              </c:pt>
              <c:pt idx="1863">
                <c:v>82.875</c:v>
              </c:pt>
              <c:pt idx="1864">
                <c:v>83</c:v>
              </c:pt>
              <c:pt idx="1865">
                <c:v>83.125</c:v>
              </c:pt>
              <c:pt idx="1866">
                <c:v>83.25</c:v>
              </c:pt>
              <c:pt idx="1867">
                <c:v>83.375</c:v>
              </c:pt>
              <c:pt idx="1868">
                <c:v>83.5</c:v>
              </c:pt>
              <c:pt idx="1869">
                <c:v>83.625</c:v>
              </c:pt>
              <c:pt idx="1870">
                <c:v>83.75</c:v>
              </c:pt>
              <c:pt idx="1871">
                <c:v>83.875</c:v>
              </c:pt>
              <c:pt idx="1872">
                <c:v>84</c:v>
              </c:pt>
              <c:pt idx="1873">
                <c:v>84.125</c:v>
              </c:pt>
              <c:pt idx="1874">
                <c:v>84.25</c:v>
              </c:pt>
              <c:pt idx="1875">
                <c:v>84.375</c:v>
              </c:pt>
              <c:pt idx="1876">
                <c:v>84.5</c:v>
              </c:pt>
              <c:pt idx="1877">
                <c:v>84.625</c:v>
              </c:pt>
              <c:pt idx="1878">
                <c:v>84.75</c:v>
              </c:pt>
              <c:pt idx="1879">
                <c:v>84.875</c:v>
              </c:pt>
              <c:pt idx="1880">
                <c:v>85</c:v>
              </c:pt>
              <c:pt idx="1881">
                <c:v>85.125</c:v>
              </c:pt>
              <c:pt idx="1882">
                <c:v>85.25</c:v>
              </c:pt>
              <c:pt idx="1883">
                <c:v>85.375</c:v>
              </c:pt>
              <c:pt idx="1884">
                <c:v>85.5</c:v>
              </c:pt>
              <c:pt idx="1885">
                <c:v>85.625</c:v>
              </c:pt>
              <c:pt idx="1886">
                <c:v>85.75</c:v>
              </c:pt>
              <c:pt idx="1887">
                <c:v>85.875</c:v>
              </c:pt>
              <c:pt idx="1888">
                <c:v>86</c:v>
              </c:pt>
              <c:pt idx="1889">
                <c:v>86.125</c:v>
              </c:pt>
              <c:pt idx="1890">
                <c:v>86.25</c:v>
              </c:pt>
              <c:pt idx="1891">
                <c:v>86.375</c:v>
              </c:pt>
              <c:pt idx="1892">
                <c:v>86.5</c:v>
              </c:pt>
              <c:pt idx="1893">
                <c:v>86.625</c:v>
              </c:pt>
              <c:pt idx="1894">
                <c:v>86.75</c:v>
              </c:pt>
              <c:pt idx="1895">
                <c:v>86.875</c:v>
              </c:pt>
              <c:pt idx="1896">
                <c:v>87</c:v>
              </c:pt>
              <c:pt idx="1897">
                <c:v>87.125</c:v>
              </c:pt>
              <c:pt idx="1898">
                <c:v>87.25</c:v>
              </c:pt>
              <c:pt idx="1899">
                <c:v>87.375</c:v>
              </c:pt>
              <c:pt idx="1900">
                <c:v>87.5</c:v>
              </c:pt>
              <c:pt idx="1901">
                <c:v>87.625</c:v>
              </c:pt>
              <c:pt idx="1902">
                <c:v>87.75</c:v>
              </c:pt>
              <c:pt idx="1903">
                <c:v>87.875</c:v>
              </c:pt>
              <c:pt idx="1904">
                <c:v>88</c:v>
              </c:pt>
              <c:pt idx="1905">
                <c:v>88.125</c:v>
              </c:pt>
              <c:pt idx="1906">
                <c:v>88.25</c:v>
              </c:pt>
              <c:pt idx="1907">
                <c:v>88.375</c:v>
              </c:pt>
              <c:pt idx="1908">
                <c:v>88.5</c:v>
              </c:pt>
              <c:pt idx="1909">
                <c:v>88.625</c:v>
              </c:pt>
              <c:pt idx="1910">
                <c:v>88.75</c:v>
              </c:pt>
              <c:pt idx="1911">
                <c:v>88.875</c:v>
              </c:pt>
              <c:pt idx="1912">
                <c:v>89</c:v>
              </c:pt>
              <c:pt idx="1913">
                <c:v>89.125</c:v>
              </c:pt>
              <c:pt idx="1914">
                <c:v>89.25</c:v>
              </c:pt>
              <c:pt idx="1915">
                <c:v>89.375</c:v>
              </c:pt>
              <c:pt idx="1916">
                <c:v>89.5</c:v>
              </c:pt>
              <c:pt idx="1917">
                <c:v>89.625</c:v>
              </c:pt>
              <c:pt idx="1918">
                <c:v>89.75</c:v>
              </c:pt>
              <c:pt idx="1919">
                <c:v>89.875</c:v>
              </c:pt>
              <c:pt idx="1920">
                <c:v>90</c:v>
              </c:pt>
              <c:pt idx="1921">
                <c:v>90.125</c:v>
              </c:pt>
              <c:pt idx="1922">
                <c:v>90.25</c:v>
              </c:pt>
              <c:pt idx="1923">
                <c:v>90.375</c:v>
              </c:pt>
              <c:pt idx="1924">
                <c:v>90.5</c:v>
              </c:pt>
              <c:pt idx="1925">
                <c:v>90.625</c:v>
              </c:pt>
              <c:pt idx="1926">
                <c:v>90.75</c:v>
              </c:pt>
              <c:pt idx="1927">
                <c:v>90.875</c:v>
              </c:pt>
              <c:pt idx="1928">
                <c:v>91</c:v>
              </c:pt>
              <c:pt idx="1929">
                <c:v>91.125</c:v>
              </c:pt>
              <c:pt idx="1930">
                <c:v>91.25</c:v>
              </c:pt>
              <c:pt idx="1931">
                <c:v>91.375</c:v>
              </c:pt>
              <c:pt idx="1932">
                <c:v>91.5</c:v>
              </c:pt>
              <c:pt idx="1933">
                <c:v>91.625</c:v>
              </c:pt>
              <c:pt idx="1934">
                <c:v>91.75</c:v>
              </c:pt>
              <c:pt idx="1935">
                <c:v>91.875</c:v>
              </c:pt>
              <c:pt idx="1936">
                <c:v>92</c:v>
              </c:pt>
              <c:pt idx="1937">
                <c:v>92.125</c:v>
              </c:pt>
              <c:pt idx="1938">
                <c:v>92.25</c:v>
              </c:pt>
              <c:pt idx="1939">
                <c:v>92.375</c:v>
              </c:pt>
              <c:pt idx="1940">
                <c:v>92.5</c:v>
              </c:pt>
              <c:pt idx="1941">
                <c:v>92.625</c:v>
              </c:pt>
              <c:pt idx="1942">
                <c:v>92.75</c:v>
              </c:pt>
              <c:pt idx="1943">
                <c:v>92.875</c:v>
              </c:pt>
              <c:pt idx="1944">
                <c:v>93</c:v>
              </c:pt>
              <c:pt idx="1945">
                <c:v>93.125</c:v>
              </c:pt>
              <c:pt idx="1946">
                <c:v>93.25</c:v>
              </c:pt>
              <c:pt idx="1947">
                <c:v>93.375</c:v>
              </c:pt>
              <c:pt idx="1948">
                <c:v>93.5</c:v>
              </c:pt>
              <c:pt idx="1949">
                <c:v>93.625</c:v>
              </c:pt>
              <c:pt idx="1950">
                <c:v>93.75</c:v>
              </c:pt>
              <c:pt idx="1951">
                <c:v>93.875</c:v>
              </c:pt>
              <c:pt idx="1952">
                <c:v>94</c:v>
              </c:pt>
              <c:pt idx="1953">
                <c:v>94.125</c:v>
              </c:pt>
              <c:pt idx="1954">
                <c:v>94.25</c:v>
              </c:pt>
              <c:pt idx="1955">
                <c:v>94.375</c:v>
              </c:pt>
              <c:pt idx="1956">
                <c:v>94.5</c:v>
              </c:pt>
              <c:pt idx="1957">
                <c:v>94.625</c:v>
              </c:pt>
              <c:pt idx="1958">
                <c:v>94.75</c:v>
              </c:pt>
              <c:pt idx="1959">
                <c:v>94.875</c:v>
              </c:pt>
              <c:pt idx="1960">
                <c:v>95</c:v>
              </c:pt>
              <c:pt idx="1961">
                <c:v>95.125</c:v>
              </c:pt>
              <c:pt idx="1962">
                <c:v>95.25</c:v>
              </c:pt>
              <c:pt idx="1963">
                <c:v>95.375</c:v>
              </c:pt>
              <c:pt idx="1964">
                <c:v>95.5</c:v>
              </c:pt>
              <c:pt idx="1965">
                <c:v>95.625</c:v>
              </c:pt>
              <c:pt idx="1966">
                <c:v>95.75</c:v>
              </c:pt>
              <c:pt idx="1967">
                <c:v>95.875</c:v>
              </c:pt>
              <c:pt idx="1968">
                <c:v>96</c:v>
              </c:pt>
              <c:pt idx="1969">
                <c:v>96.125</c:v>
              </c:pt>
              <c:pt idx="1970">
                <c:v>96.25</c:v>
              </c:pt>
              <c:pt idx="1971">
                <c:v>96.375</c:v>
              </c:pt>
              <c:pt idx="1972">
                <c:v>96.5</c:v>
              </c:pt>
              <c:pt idx="1973">
                <c:v>96.625</c:v>
              </c:pt>
              <c:pt idx="1974">
                <c:v>96.75</c:v>
              </c:pt>
              <c:pt idx="1975">
                <c:v>96.875</c:v>
              </c:pt>
              <c:pt idx="1976">
                <c:v>97</c:v>
              </c:pt>
              <c:pt idx="1977">
                <c:v>97.125</c:v>
              </c:pt>
              <c:pt idx="1978">
                <c:v>97.25</c:v>
              </c:pt>
              <c:pt idx="1979">
                <c:v>97.375</c:v>
              </c:pt>
              <c:pt idx="1980">
                <c:v>97.5</c:v>
              </c:pt>
              <c:pt idx="1981">
                <c:v>97.625</c:v>
              </c:pt>
              <c:pt idx="1982">
                <c:v>97.75</c:v>
              </c:pt>
              <c:pt idx="1983">
                <c:v>97.875</c:v>
              </c:pt>
              <c:pt idx="1984">
                <c:v>98</c:v>
              </c:pt>
              <c:pt idx="1985">
                <c:v>98.125</c:v>
              </c:pt>
              <c:pt idx="1986">
                <c:v>98.25</c:v>
              </c:pt>
              <c:pt idx="1987">
                <c:v>98.375</c:v>
              </c:pt>
              <c:pt idx="1988">
                <c:v>98.5</c:v>
              </c:pt>
              <c:pt idx="1989">
                <c:v>98.625</c:v>
              </c:pt>
              <c:pt idx="1990">
                <c:v>98.75</c:v>
              </c:pt>
              <c:pt idx="1991">
                <c:v>98.875</c:v>
              </c:pt>
              <c:pt idx="1992">
                <c:v>99</c:v>
              </c:pt>
              <c:pt idx="1993">
                <c:v>99.125</c:v>
              </c:pt>
              <c:pt idx="1994">
                <c:v>99.25</c:v>
              </c:pt>
              <c:pt idx="1995">
                <c:v>99.375</c:v>
              </c:pt>
              <c:pt idx="1996">
                <c:v>99.5</c:v>
              </c:pt>
              <c:pt idx="1997">
                <c:v>99.625</c:v>
              </c:pt>
              <c:pt idx="1998">
                <c:v>99.75</c:v>
              </c:pt>
              <c:pt idx="1999">
                <c:v>99.875</c:v>
              </c:pt>
              <c:pt idx="2000">
                <c:v>100</c:v>
              </c:pt>
              <c:pt idx="2001">
                <c:v>100.125</c:v>
              </c:pt>
              <c:pt idx="2002">
                <c:v>100.25</c:v>
              </c:pt>
              <c:pt idx="2003">
                <c:v>100.375</c:v>
              </c:pt>
              <c:pt idx="2004">
                <c:v>100.5</c:v>
              </c:pt>
              <c:pt idx="2005">
                <c:v>100.625</c:v>
              </c:pt>
              <c:pt idx="2006">
                <c:v>100.75</c:v>
              </c:pt>
              <c:pt idx="2007">
                <c:v>100.875</c:v>
              </c:pt>
              <c:pt idx="2008">
                <c:v>101</c:v>
              </c:pt>
              <c:pt idx="2009">
                <c:v>101.125</c:v>
              </c:pt>
              <c:pt idx="2010">
                <c:v>101.25</c:v>
              </c:pt>
              <c:pt idx="2011">
                <c:v>101.375</c:v>
              </c:pt>
              <c:pt idx="2012">
                <c:v>101.5</c:v>
              </c:pt>
              <c:pt idx="2013">
                <c:v>101.625</c:v>
              </c:pt>
              <c:pt idx="2014">
                <c:v>101.75</c:v>
              </c:pt>
              <c:pt idx="2015">
                <c:v>101.875</c:v>
              </c:pt>
              <c:pt idx="2016">
                <c:v>102</c:v>
              </c:pt>
              <c:pt idx="2017">
                <c:v>102.125</c:v>
              </c:pt>
              <c:pt idx="2018">
                <c:v>102.25</c:v>
              </c:pt>
              <c:pt idx="2019">
                <c:v>102.375</c:v>
              </c:pt>
              <c:pt idx="2020">
                <c:v>102.5</c:v>
              </c:pt>
              <c:pt idx="2021">
                <c:v>102.625</c:v>
              </c:pt>
              <c:pt idx="2022">
                <c:v>102.75</c:v>
              </c:pt>
              <c:pt idx="2023">
                <c:v>102.875</c:v>
              </c:pt>
              <c:pt idx="2024">
                <c:v>103</c:v>
              </c:pt>
              <c:pt idx="2025">
                <c:v>103.125</c:v>
              </c:pt>
              <c:pt idx="2026">
                <c:v>103.25</c:v>
              </c:pt>
              <c:pt idx="2027">
                <c:v>103.375</c:v>
              </c:pt>
              <c:pt idx="2028">
                <c:v>103.5</c:v>
              </c:pt>
              <c:pt idx="2029">
                <c:v>103.625</c:v>
              </c:pt>
              <c:pt idx="2030">
                <c:v>103.75</c:v>
              </c:pt>
              <c:pt idx="2031">
                <c:v>103.875</c:v>
              </c:pt>
              <c:pt idx="2032">
                <c:v>104</c:v>
              </c:pt>
              <c:pt idx="2033">
                <c:v>104.125</c:v>
              </c:pt>
              <c:pt idx="2034">
                <c:v>104.25</c:v>
              </c:pt>
              <c:pt idx="2035">
                <c:v>104.375</c:v>
              </c:pt>
              <c:pt idx="2036">
                <c:v>104.5</c:v>
              </c:pt>
              <c:pt idx="2037">
                <c:v>104.625</c:v>
              </c:pt>
              <c:pt idx="2038">
                <c:v>104.75</c:v>
              </c:pt>
              <c:pt idx="2039">
                <c:v>104.875</c:v>
              </c:pt>
              <c:pt idx="2040">
                <c:v>105</c:v>
              </c:pt>
              <c:pt idx="2041">
                <c:v>105.125</c:v>
              </c:pt>
              <c:pt idx="2042">
                <c:v>105.25</c:v>
              </c:pt>
              <c:pt idx="2043">
                <c:v>105.375</c:v>
              </c:pt>
              <c:pt idx="2044">
                <c:v>105.5</c:v>
              </c:pt>
              <c:pt idx="2045">
                <c:v>105.625</c:v>
              </c:pt>
              <c:pt idx="2046">
                <c:v>105.75</c:v>
              </c:pt>
              <c:pt idx="2047">
                <c:v>105.875</c:v>
              </c:pt>
              <c:pt idx="2048">
                <c:v>106</c:v>
              </c:pt>
              <c:pt idx="2049">
                <c:v>106.125</c:v>
              </c:pt>
              <c:pt idx="2050">
                <c:v>106.25</c:v>
              </c:pt>
              <c:pt idx="2051">
                <c:v>106.375</c:v>
              </c:pt>
              <c:pt idx="2052">
                <c:v>106.5</c:v>
              </c:pt>
              <c:pt idx="2053">
                <c:v>106.625</c:v>
              </c:pt>
              <c:pt idx="2054">
                <c:v>106.75</c:v>
              </c:pt>
              <c:pt idx="2055">
                <c:v>106.875</c:v>
              </c:pt>
              <c:pt idx="2056">
                <c:v>107</c:v>
              </c:pt>
              <c:pt idx="2057">
                <c:v>107.125</c:v>
              </c:pt>
              <c:pt idx="2058">
                <c:v>107.25</c:v>
              </c:pt>
              <c:pt idx="2059">
                <c:v>107.375</c:v>
              </c:pt>
              <c:pt idx="2060">
                <c:v>107.5</c:v>
              </c:pt>
              <c:pt idx="2061">
                <c:v>107.625</c:v>
              </c:pt>
              <c:pt idx="2062">
                <c:v>107.75</c:v>
              </c:pt>
              <c:pt idx="2063">
                <c:v>107.875</c:v>
              </c:pt>
              <c:pt idx="2064">
                <c:v>108</c:v>
              </c:pt>
              <c:pt idx="2065">
                <c:v>108.125</c:v>
              </c:pt>
              <c:pt idx="2066">
                <c:v>108.25</c:v>
              </c:pt>
              <c:pt idx="2067">
                <c:v>108.375</c:v>
              </c:pt>
              <c:pt idx="2068">
                <c:v>108.5</c:v>
              </c:pt>
              <c:pt idx="2069">
                <c:v>108.625</c:v>
              </c:pt>
              <c:pt idx="2070">
                <c:v>108.75</c:v>
              </c:pt>
              <c:pt idx="2071">
                <c:v>108.875</c:v>
              </c:pt>
              <c:pt idx="2072">
                <c:v>109</c:v>
              </c:pt>
              <c:pt idx="2073">
                <c:v>109.125</c:v>
              </c:pt>
              <c:pt idx="2074">
                <c:v>109.25</c:v>
              </c:pt>
              <c:pt idx="2075">
                <c:v>109.375</c:v>
              </c:pt>
              <c:pt idx="2076">
                <c:v>109.5</c:v>
              </c:pt>
              <c:pt idx="2077">
                <c:v>109.625</c:v>
              </c:pt>
              <c:pt idx="2078">
                <c:v>109.75</c:v>
              </c:pt>
              <c:pt idx="2079">
                <c:v>109.875</c:v>
              </c:pt>
              <c:pt idx="2080">
                <c:v>110</c:v>
              </c:pt>
              <c:pt idx="2081">
                <c:v>110.125</c:v>
              </c:pt>
              <c:pt idx="2082">
                <c:v>110.25</c:v>
              </c:pt>
              <c:pt idx="2083">
                <c:v>110.375</c:v>
              </c:pt>
              <c:pt idx="2084">
                <c:v>110.5</c:v>
              </c:pt>
              <c:pt idx="2085">
                <c:v>110.625</c:v>
              </c:pt>
              <c:pt idx="2086">
                <c:v>110.75</c:v>
              </c:pt>
              <c:pt idx="2087">
                <c:v>110.875</c:v>
              </c:pt>
              <c:pt idx="2088">
                <c:v>111</c:v>
              </c:pt>
              <c:pt idx="2089">
                <c:v>111.125</c:v>
              </c:pt>
              <c:pt idx="2090">
                <c:v>111.25</c:v>
              </c:pt>
              <c:pt idx="2091">
                <c:v>111.375</c:v>
              </c:pt>
              <c:pt idx="2092">
                <c:v>111.5</c:v>
              </c:pt>
              <c:pt idx="2093">
                <c:v>111.625</c:v>
              </c:pt>
              <c:pt idx="2094">
                <c:v>111.75</c:v>
              </c:pt>
              <c:pt idx="2095">
                <c:v>111.875</c:v>
              </c:pt>
              <c:pt idx="2096">
                <c:v>112</c:v>
              </c:pt>
              <c:pt idx="2097">
                <c:v>112.125</c:v>
              </c:pt>
              <c:pt idx="2098">
                <c:v>112.25</c:v>
              </c:pt>
              <c:pt idx="2099">
                <c:v>112.375</c:v>
              </c:pt>
              <c:pt idx="2100">
                <c:v>112.5</c:v>
              </c:pt>
              <c:pt idx="2101">
                <c:v>112.625</c:v>
              </c:pt>
              <c:pt idx="2102">
                <c:v>112.75</c:v>
              </c:pt>
              <c:pt idx="2103">
                <c:v>112.875</c:v>
              </c:pt>
              <c:pt idx="2104">
                <c:v>113</c:v>
              </c:pt>
              <c:pt idx="2105">
                <c:v>113.125</c:v>
              </c:pt>
              <c:pt idx="2106">
                <c:v>113.25</c:v>
              </c:pt>
              <c:pt idx="2107">
                <c:v>113.375</c:v>
              </c:pt>
              <c:pt idx="2108">
                <c:v>113.5</c:v>
              </c:pt>
              <c:pt idx="2109">
                <c:v>113.625</c:v>
              </c:pt>
              <c:pt idx="2110">
                <c:v>113.75</c:v>
              </c:pt>
              <c:pt idx="2111">
                <c:v>113.875</c:v>
              </c:pt>
              <c:pt idx="2112">
                <c:v>114</c:v>
              </c:pt>
              <c:pt idx="2113">
                <c:v>114.125</c:v>
              </c:pt>
              <c:pt idx="2114">
                <c:v>114.25</c:v>
              </c:pt>
              <c:pt idx="2115">
                <c:v>114.375</c:v>
              </c:pt>
              <c:pt idx="2116">
                <c:v>114.5</c:v>
              </c:pt>
              <c:pt idx="2117">
                <c:v>114.625</c:v>
              </c:pt>
              <c:pt idx="2118">
                <c:v>114.75</c:v>
              </c:pt>
              <c:pt idx="2119">
                <c:v>114.875</c:v>
              </c:pt>
              <c:pt idx="2120">
                <c:v>115</c:v>
              </c:pt>
              <c:pt idx="2121">
                <c:v>115.125</c:v>
              </c:pt>
              <c:pt idx="2122">
                <c:v>115.25</c:v>
              </c:pt>
              <c:pt idx="2123">
                <c:v>115.375</c:v>
              </c:pt>
              <c:pt idx="2124">
                <c:v>115.5</c:v>
              </c:pt>
              <c:pt idx="2125">
                <c:v>115.625</c:v>
              </c:pt>
              <c:pt idx="2126">
                <c:v>115.75</c:v>
              </c:pt>
              <c:pt idx="2127">
                <c:v>115.875</c:v>
              </c:pt>
              <c:pt idx="2128">
                <c:v>116</c:v>
              </c:pt>
              <c:pt idx="2129">
                <c:v>116.125</c:v>
              </c:pt>
              <c:pt idx="2130">
                <c:v>116.25</c:v>
              </c:pt>
              <c:pt idx="2131">
                <c:v>116.375</c:v>
              </c:pt>
              <c:pt idx="2132">
                <c:v>116.5</c:v>
              </c:pt>
              <c:pt idx="2133">
                <c:v>116.625</c:v>
              </c:pt>
              <c:pt idx="2134">
                <c:v>116.75</c:v>
              </c:pt>
              <c:pt idx="2135">
                <c:v>116.875</c:v>
              </c:pt>
              <c:pt idx="2136">
                <c:v>117</c:v>
              </c:pt>
              <c:pt idx="2137">
                <c:v>117.125</c:v>
              </c:pt>
              <c:pt idx="2138">
                <c:v>117.25</c:v>
              </c:pt>
              <c:pt idx="2139">
                <c:v>117.375</c:v>
              </c:pt>
              <c:pt idx="2140">
                <c:v>117.5</c:v>
              </c:pt>
              <c:pt idx="2141">
                <c:v>117.625</c:v>
              </c:pt>
              <c:pt idx="2142">
                <c:v>117.75</c:v>
              </c:pt>
              <c:pt idx="2143">
                <c:v>117.875</c:v>
              </c:pt>
              <c:pt idx="2144">
                <c:v>118</c:v>
              </c:pt>
              <c:pt idx="2145">
                <c:v>118.125</c:v>
              </c:pt>
              <c:pt idx="2146">
                <c:v>118.25</c:v>
              </c:pt>
              <c:pt idx="2147">
                <c:v>118.375</c:v>
              </c:pt>
              <c:pt idx="2148">
                <c:v>118.5</c:v>
              </c:pt>
              <c:pt idx="2149">
                <c:v>118.625</c:v>
              </c:pt>
              <c:pt idx="2150">
                <c:v>118.75</c:v>
              </c:pt>
              <c:pt idx="2151">
                <c:v>118.875</c:v>
              </c:pt>
              <c:pt idx="2152">
                <c:v>119</c:v>
              </c:pt>
              <c:pt idx="2153">
                <c:v>119.125</c:v>
              </c:pt>
              <c:pt idx="2154">
                <c:v>119.25</c:v>
              </c:pt>
              <c:pt idx="2155">
                <c:v>119.375</c:v>
              </c:pt>
              <c:pt idx="2156">
                <c:v>119.5</c:v>
              </c:pt>
              <c:pt idx="2157">
                <c:v>119.625</c:v>
              </c:pt>
              <c:pt idx="2158">
                <c:v>119.75</c:v>
              </c:pt>
              <c:pt idx="2159">
                <c:v>119.875</c:v>
              </c:pt>
              <c:pt idx="2160">
                <c:v>120</c:v>
              </c:pt>
              <c:pt idx="2161">
                <c:v>120.125</c:v>
              </c:pt>
              <c:pt idx="2162">
                <c:v>120.25</c:v>
              </c:pt>
              <c:pt idx="2163">
                <c:v>120.375</c:v>
              </c:pt>
              <c:pt idx="2164">
                <c:v>120.5</c:v>
              </c:pt>
              <c:pt idx="2165">
                <c:v>120.625</c:v>
              </c:pt>
              <c:pt idx="2166">
                <c:v>120.75</c:v>
              </c:pt>
              <c:pt idx="2167">
                <c:v>120.875</c:v>
              </c:pt>
              <c:pt idx="2168">
                <c:v>121</c:v>
              </c:pt>
              <c:pt idx="2169">
                <c:v>121.125</c:v>
              </c:pt>
              <c:pt idx="2170">
                <c:v>121.25</c:v>
              </c:pt>
              <c:pt idx="2171">
                <c:v>121.375</c:v>
              </c:pt>
              <c:pt idx="2172">
                <c:v>121.5</c:v>
              </c:pt>
              <c:pt idx="2173">
                <c:v>121.625</c:v>
              </c:pt>
              <c:pt idx="2174">
                <c:v>121.75</c:v>
              </c:pt>
              <c:pt idx="2175">
                <c:v>121.875</c:v>
              </c:pt>
              <c:pt idx="2176">
                <c:v>122</c:v>
              </c:pt>
              <c:pt idx="2177">
                <c:v>122.125</c:v>
              </c:pt>
              <c:pt idx="2178">
                <c:v>122.25</c:v>
              </c:pt>
              <c:pt idx="2179">
                <c:v>122.375</c:v>
              </c:pt>
              <c:pt idx="2180">
                <c:v>122.5</c:v>
              </c:pt>
              <c:pt idx="2181">
                <c:v>122.625</c:v>
              </c:pt>
              <c:pt idx="2182">
                <c:v>122.75</c:v>
              </c:pt>
              <c:pt idx="2183">
                <c:v>122.875</c:v>
              </c:pt>
              <c:pt idx="2184">
                <c:v>123</c:v>
              </c:pt>
              <c:pt idx="2185">
                <c:v>123.125</c:v>
              </c:pt>
              <c:pt idx="2186">
                <c:v>123.25</c:v>
              </c:pt>
              <c:pt idx="2187">
                <c:v>123.375</c:v>
              </c:pt>
              <c:pt idx="2188">
                <c:v>123.5</c:v>
              </c:pt>
              <c:pt idx="2189">
                <c:v>123.625</c:v>
              </c:pt>
              <c:pt idx="2190">
                <c:v>123.75</c:v>
              </c:pt>
              <c:pt idx="2191">
                <c:v>123.875</c:v>
              </c:pt>
              <c:pt idx="2192">
                <c:v>124</c:v>
              </c:pt>
              <c:pt idx="2193">
                <c:v>124.125</c:v>
              </c:pt>
              <c:pt idx="2194">
                <c:v>124.25</c:v>
              </c:pt>
              <c:pt idx="2195">
                <c:v>124.375</c:v>
              </c:pt>
              <c:pt idx="2196">
                <c:v>124.5</c:v>
              </c:pt>
              <c:pt idx="2197">
                <c:v>124.625</c:v>
              </c:pt>
              <c:pt idx="2198">
                <c:v>124.75</c:v>
              </c:pt>
              <c:pt idx="2199">
                <c:v>124.875</c:v>
              </c:pt>
              <c:pt idx="2200">
                <c:v>125</c:v>
              </c:pt>
              <c:pt idx="2201">
                <c:v>125.125</c:v>
              </c:pt>
              <c:pt idx="2202">
                <c:v>125.25</c:v>
              </c:pt>
              <c:pt idx="2203">
                <c:v>125.375</c:v>
              </c:pt>
              <c:pt idx="2204">
                <c:v>125.5</c:v>
              </c:pt>
              <c:pt idx="2205">
                <c:v>125.625</c:v>
              </c:pt>
              <c:pt idx="2206">
                <c:v>125.75</c:v>
              </c:pt>
              <c:pt idx="2207">
                <c:v>125.875</c:v>
              </c:pt>
              <c:pt idx="2208">
                <c:v>126</c:v>
              </c:pt>
              <c:pt idx="2209">
                <c:v>126.125</c:v>
              </c:pt>
              <c:pt idx="2210">
                <c:v>126.25</c:v>
              </c:pt>
              <c:pt idx="2211">
                <c:v>126.375</c:v>
              </c:pt>
              <c:pt idx="2212">
                <c:v>126.5</c:v>
              </c:pt>
              <c:pt idx="2213">
                <c:v>126.625</c:v>
              </c:pt>
              <c:pt idx="2214">
                <c:v>126.75</c:v>
              </c:pt>
              <c:pt idx="2215">
                <c:v>126.875</c:v>
              </c:pt>
              <c:pt idx="2216">
                <c:v>127</c:v>
              </c:pt>
              <c:pt idx="2217">
                <c:v>127.125</c:v>
              </c:pt>
              <c:pt idx="2218">
                <c:v>127.25</c:v>
              </c:pt>
              <c:pt idx="2219">
                <c:v>127.375</c:v>
              </c:pt>
              <c:pt idx="2220">
                <c:v>127.5</c:v>
              </c:pt>
              <c:pt idx="2221">
                <c:v>127.625</c:v>
              </c:pt>
              <c:pt idx="2222">
                <c:v>127.75</c:v>
              </c:pt>
              <c:pt idx="2223">
                <c:v>127.875</c:v>
              </c:pt>
              <c:pt idx="2224">
                <c:v>128</c:v>
              </c:pt>
              <c:pt idx="2225">
                <c:v>128.125</c:v>
              </c:pt>
              <c:pt idx="2226">
                <c:v>128.25</c:v>
              </c:pt>
              <c:pt idx="2227">
                <c:v>128.375</c:v>
              </c:pt>
              <c:pt idx="2228">
                <c:v>128.5</c:v>
              </c:pt>
              <c:pt idx="2229">
                <c:v>128.625</c:v>
              </c:pt>
              <c:pt idx="2230">
                <c:v>128.75</c:v>
              </c:pt>
              <c:pt idx="2231">
                <c:v>128.875</c:v>
              </c:pt>
              <c:pt idx="2232">
                <c:v>129</c:v>
              </c:pt>
              <c:pt idx="2233">
                <c:v>129.125</c:v>
              </c:pt>
              <c:pt idx="2234">
                <c:v>129.25</c:v>
              </c:pt>
              <c:pt idx="2235">
                <c:v>129.375</c:v>
              </c:pt>
              <c:pt idx="2236">
                <c:v>129.5</c:v>
              </c:pt>
              <c:pt idx="2237">
                <c:v>129.625</c:v>
              </c:pt>
              <c:pt idx="2238">
                <c:v>129.75</c:v>
              </c:pt>
              <c:pt idx="2239">
                <c:v>129.875</c:v>
              </c:pt>
              <c:pt idx="2240">
                <c:v>130</c:v>
              </c:pt>
              <c:pt idx="2241">
                <c:v>130.125</c:v>
              </c:pt>
              <c:pt idx="2242">
                <c:v>130.25</c:v>
              </c:pt>
              <c:pt idx="2243">
                <c:v>130.375</c:v>
              </c:pt>
              <c:pt idx="2244">
                <c:v>130.5</c:v>
              </c:pt>
              <c:pt idx="2245">
                <c:v>130.625</c:v>
              </c:pt>
              <c:pt idx="2246">
                <c:v>130.75</c:v>
              </c:pt>
              <c:pt idx="2247">
                <c:v>130.875</c:v>
              </c:pt>
              <c:pt idx="2248">
                <c:v>131</c:v>
              </c:pt>
              <c:pt idx="2249">
                <c:v>131.125</c:v>
              </c:pt>
              <c:pt idx="2250">
                <c:v>131.25</c:v>
              </c:pt>
              <c:pt idx="2251">
                <c:v>131.375</c:v>
              </c:pt>
              <c:pt idx="2252">
                <c:v>131.5</c:v>
              </c:pt>
              <c:pt idx="2253">
                <c:v>131.625</c:v>
              </c:pt>
              <c:pt idx="2254">
                <c:v>131.75</c:v>
              </c:pt>
              <c:pt idx="2255">
                <c:v>131.875</c:v>
              </c:pt>
              <c:pt idx="2256">
                <c:v>132</c:v>
              </c:pt>
              <c:pt idx="2257">
                <c:v>132.125</c:v>
              </c:pt>
              <c:pt idx="2258">
                <c:v>132.25</c:v>
              </c:pt>
              <c:pt idx="2259">
                <c:v>132.375</c:v>
              </c:pt>
              <c:pt idx="2260">
                <c:v>132.5</c:v>
              </c:pt>
              <c:pt idx="2261">
                <c:v>132.625</c:v>
              </c:pt>
              <c:pt idx="2262">
                <c:v>132.75</c:v>
              </c:pt>
              <c:pt idx="2263">
                <c:v>132.875</c:v>
              </c:pt>
              <c:pt idx="2264">
                <c:v>133</c:v>
              </c:pt>
              <c:pt idx="2265">
                <c:v>133.125</c:v>
              </c:pt>
              <c:pt idx="2266">
                <c:v>133.25</c:v>
              </c:pt>
              <c:pt idx="2267">
                <c:v>133.375</c:v>
              </c:pt>
              <c:pt idx="2268">
                <c:v>133.5</c:v>
              </c:pt>
              <c:pt idx="2269">
                <c:v>133.625</c:v>
              </c:pt>
              <c:pt idx="2270">
                <c:v>133.75</c:v>
              </c:pt>
              <c:pt idx="2271">
                <c:v>133.875</c:v>
              </c:pt>
              <c:pt idx="2272">
                <c:v>134</c:v>
              </c:pt>
              <c:pt idx="2273">
                <c:v>134.125</c:v>
              </c:pt>
              <c:pt idx="2274">
                <c:v>134.25</c:v>
              </c:pt>
              <c:pt idx="2275">
                <c:v>134.375</c:v>
              </c:pt>
              <c:pt idx="2276">
                <c:v>134.5</c:v>
              </c:pt>
              <c:pt idx="2277">
                <c:v>134.625</c:v>
              </c:pt>
              <c:pt idx="2278">
                <c:v>134.75</c:v>
              </c:pt>
              <c:pt idx="2279">
                <c:v>134.875</c:v>
              </c:pt>
              <c:pt idx="2280">
                <c:v>135</c:v>
              </c:pt>
              <c:pt idx="2281">
                <c:v>135.125</c:v>
              </c:pt>
              <c:pt idx="2282">
                <c:v>135.25</c:v>
              </c:pt>
              <c:pt idx="2283">
                <c:v>135.375</c:v>
              </c:pt>
              <c:pt idx="2284">
                <c:v>135.5</c:v>
              </c:pt>
              <c:pt idx="2285">
                <c:v>135.625</c:v>
              </c:pt>
              <c:pt idx="2286">
                <c:v>135.75</c:v>
              </c:pt>
              <c:pt idx="2287">
                <c:v>135.875</c:v>
              </c:pt>
              <c:pt idx="2288">
                <c:v>136</c:v>
              </c:pt>
              <c:pt idx="2289">
                <c:v>136.125</c:v>
              </c:pt>
              <c:pt idx="2290">
                <c:v>136.25</c:v>
              </c:pt>
              <c:pt idx="2291">
                <c:v>136.375</c:v>
              </c:pt>
              <c:pt idx="2292">
                <c:v>136.5</c:v>
              </c:pt>
              <c:pt idx="2293">
                <c:v>136.625</c:v>
              </c:pt>
              <c:pt idx="2294">
                <c:v>136.75</c:v>
              </c:pt>
              <c:pt idx="2295">
                <c:v>136.875</c:v>
              </c:pt>
              <c:pt idx="2296">
                <c:v>137</c:v>
              </c:pt>
              <c:pt idx="2297">
                <c:v>137.125</c:v>
              </c:pt>
              <c:pt idx="2298">
                <c:v>137.25</c:v>
              </c:pt>
              <c:pt idx="2299">
                <c:v>137.375</c:v>
              </c:pt>
              <c:pt idx="2300">
                <c:v>137.5</c:v>
              </c:pt>
              <c:pt idx="2301">
                <c:v>137.625</c:v>
              </c:pt>
              <c:pt idx="2302">
                <c:v>137.75</c:v>
              </c:pt>
              <c:pt idx="2303">
                <c:v>137.875</c:v>
              </c:pt>
              <c:pt idx="2304">
                <c:v>138</c:v>
              </c:pt>
              <c:pt idx="2305">
                <c:v>138.125</c:v>
              </c:pt>
              <c:pt idx="2306">
                <c:v>138.25</c:v>
              </c:pt>
              <c:pt idx="2307">
                <c:v>138.375</c:v>
              </c:pt>
              <c:pt idx="2308">
                <c:v>138.5</c:v>
              </c:pt>
              <c:pt idx="2309">
                <c:v>138.625</c:v>
              </c:pt>
              <c:pt idx="2310">
                <c:v>138.75</c:v>
              </c:pt>
              <c:pt idx="2311">
                <c:v>138.875</c:v>
              </c:pt>
              <c:pt idx="2312">
                <c:v>139</c:v>
              </c:pt>
              <c:pt idx="2313">
                <c:v>139.125</c:v>
              </c:pt>
              <c:pt idx="2314">
                <c:v>139.25</c:v>
              </c:pt>
              <c:pt idx="2315">
                <c:v>139.375</c:v>
              </c:pt>
              <c:pt idx="2316">
                <c:v>139.5</c:v>
              </c:pt>
              <c:pt idx="2317">
                <c:v>139.625</c:v>
              </c:pt>
              <c:pt idx="2318">
                <c:v>139.75</c:v>
              </c:pt>
              <c:pt idx="2319">
                <c:v>139.875</c:v>
              </c:pt>
              <c:pt idx="2320">
                <c:v>140</c:v>
              </c:pt>
              <c:pt idx="2321">
                <c:v>140.125</c:v>
              </c:pt>
              <c:pt idx="2322">
                <c:v>140.25</c:v>
              </c:pt>
              <c:pt idx="2323">
                <c:v>140.375</c:v>
              </c:pt>
              <c:pt idx="2324">
                <c:v>140.5</c:v>
              </c:pt>
              <c:pt idx="2325">
                <c:v>140.625</c:v>
              </c:pt>
              <c:pt idx="2326">
                <c:v>140.75</c:v>
              </c:pt>
              <c:pt idx="2327">
                <c:v>140.875</c:v>
              </c:pt>
              <c:pt idx="2328">
                <c:v>141</c:v>
              </c:pt>
              <c:pt idx="2329">
                <c:v>141.125</c:v>
              </c:pt>
              <c:pt idx="2330">
                <c:v>141.25</c:v>
              </c:pt>
              <c:pt idx="2331">
                <c:v>141.375</c:v>
              </c:pt>
              <c:pt idx="2332">
                <c:v>141.5</c:v>
              </c:pt>
              <c:pt idx="2333">
                <c:v>141.625</c:v>
              </c:pt>
              <c:pt idx="2334">
                <c:v>141.75</c:v>
              </c:pt>
              <c:pt idx="2335">
                <c:v>141.875</c:v>
              </c:pt>
              <c:pt idx="2336">
                <c:v>142</c:v>
              </c:pt>
              <c:pt idx="2337">
                <c:v>142.125</c:v>
              </c:pt>
              <c:pt idx="2338">
                <c:v>142.25</c:v>
              </c:pt>
              <c:pt idx="2339">
                <c:v>142.375</c:v>
              </c:pt>
              <c:pt idx="2340">
                <c:v>142.5</c:v>
              </c:pt>
              <c:pt idx="2341">
                <c:v>142.625</c:v>
              </c:pt>
              <c:pt idx="2342">
                <c:v>142.75</c:v>
              </c:pt>
              <c:pt idx="2343">
                <c:v>142.875</c:v>
              </c:pt>
              <c:pt idx="2344">
                <c:v>143</c:v>
              </c:pt>
              <c:pt idx="2345">
                <c:v>143.125</c:v>
              </c:pt>
              <c:pt idx="2346">
                <c:v>143.25</c:v>
              </c:pt>
              <c:pt idx="2347">
                <c:v>143.375</c:v>
              </c:pt>
              <c:pt idx="2348">
                <c:v>143.5</c:v>
              </c:pt>
              <c:pt idx="2349">
                <c:v>143.625</c:v>
              </c:pt>
              <c:pt idx="2350">
                <c:v>143.75</c:v>
              </c:pt>
              <c:pt idx="2351">
                <c:v>143.875</c:v>
              </c:pt>
              <c:pt idx="2352">
                <c:v>144</c:v>
              </c:pt>
              <c:pt idx="2353">
                <c:v>144.125</c:v>
              </c:pt>
              <c:pt idx="2354">
                <c:v>144.25</c:v>
              </c:pt>
              <c:pt idx="2355">
                <c:v>144.375</c:v>
              </c:pt>
              <c:pt idx="2356">
                <c:v>144.5</c:v>
              </c:pt>
              <c:pt idx="2357">
                <c:v>144.625</c:v>
              </c:pt>
              <c:pt idx="2358">
                <c:v>144.75</c:v>
              </c:pt>
              <c:pt idx="2359">
                <c:v>144.875</c:v>
              </c:pt>
              <c:pt idx="2360">
                <c:v>145</c:v>
              </c:pt>
              <c:pt idx="2361">
                <c:v>145.125</c:v>
              </c:pt>
              <c:pt idx="2362">
                <c:v>145.25</c:v>
              </c:pt>
              <c:pt idx="2363">
                <c:v>145.375</c:v>
              </c:pt>
              <c:pt idx="2364">
                <c:v>145.5</c:v>
              </c:pt>
              <c:pt idx="2365">
                <c:v>145.625</c:v>
              </c:pt>
              <c:pt idx="2366">
                <c:v>145.75</c:v>
              </c:pt>
              <c:pt idx="2367">
                <c:v>145.875</c:v>
              </c:pt>
              <c:pt idx="2368">
                <c:v>146</c:v>
              </c:pt>
              <c:pt idx="2369">
                <c:v>146.125</c:v>
              </c:pt>
              <c:pt idx="2370">
                <c:v>146.25</c:v>
              </c:pt>
              <c:pt idx="2371">
                <c:v>146.375</c:v>
              </c:pt>
              <c:pt idx="2372">
                <c:v>146.5</c:v>
              </c:pt>
              <c:pt idx="2373">
                <c:v>146.625</c:v>
              </c:pt>
              <c:pt idx="2374">
                <c:v>146.75</c:v>
              </c:pt>
              <c:pt idx="2375">
                <c:v>146.875</c:v>
              </c:pt>
              <c:pt idx="2376">
                <c:v>147</c:v>
              </c:pt>
              <c:pt idx="2377">
                <c:v>147.125</c:v>
              </c:pt>
              <c:pt idx="2378">
                <c:v>147.25</c:v>
              </c:pt>
              <c:pt idx="2379">
                <c:v>147.375</c:v>
              </c:pt>
              <c:pt idx="2380">
                <c:v>147.5</c:v>
              </c:pt>
              <c:pt idx="2381">
                <c:v>147.625</c:v>
              </c:pt>
              <c:pt idx="2382">
                <c:v>147.75</c:v>
              </c:pt>
              <c:pt idx="2383">
                <c:v>147.875</c:v>
              </c:pt>
              <c:pt idx="2384">
                <c:v>148</c:v>
              </c:pt>
              <c:pt idx="2385">
                <c:v>148.125</c:v>
              </c:pt>
              <c:pt idx="2386">
                <c:v>148.25</c:v>
              </c:pt>
              <c:pt idx="2387">
                <c:v>148.375</c:v>
              </c:pt>
              <c:pt idx="2388">
                <c:v>148.5</c:v>
              </c:pt>
              <c:pt idx="2389">
                <c:v>148.625</c:v>
              </c:pt>
              <c:pt idx="2390">
                <c:v>148.75</c:v>
              </c:pt>
              <c:pt idx="2391">
                <c:v>148.875</c:v>
              </c:pt>
              <c:pt idx="2392">
                <c:v>149</c:v>
              </c:pt>
              <c:pt idx="2393">
                <c:v>149.125</c:v>
              </c:pt>
              <c:pt idx="2394">
                <c:v>149.25</c:v>
              </c:pt>
              <c:pt idx="2395">
                <c:v>149.375</c:v>
              </c:pt>
              <c:pt idx="2396">
                <c:v>149.5</c:v>
              </c:pt>
              <c:pt idx="2397">
                <c:v>149.625</c:v>
              </c:pt>
              <c:pt idx="2398">
                <c:v>149.75</c:v>
              </c:pt>
              <c:pt idx="2399">
                <c:v>149.875</c:v>
              </c:pt>
              <c:pt idx="2400">
                <c:v>150</c:v>
              </c:pt>
            </c:numLit>
          </c:xVal>
          <c:yVal>
            <c:numLit>
              <c:formatCode>0</c:formatCode>
              <c:ptCount val="2401"/>
              <c:pt idx="0">
                <c:v>-80</c:v>
              </c:pt>
              <c:pt idx="1">
                <c:v>-80</c:v>
              </c:pt>
              <c:pt idx="2">
                <c:v>-80</c:v>
              </c:pt>
              <c:pt idx="3">
                <c:v>-80</c:v>
              </c:pt>
              <c:pt idx="4">
                <c:v>-80</c:v>
              </c:pt>
              <c:pt idx="5">
                <c:v>-80</c:v>
              </c:pt>
              <c:pt idx="6">
                <c:v>-80</c:v>
              </c:pt>
              <c:pt idx="7">
                <c:v>-80</c:v>
              </c:pt>
              <c:pt idx="8">
                <c:v>-80</c:v>
              </c:pt>
              <c:pt idx="9">
                <c:v>-80</c:v>
              </c:pt>
              <c:pt idx="10">
                <c:v>-80</c:v>
              </c:pt>
              <c:pt idx="11">
                <c:v>-80</c:v>
              </c:pt>
              <c:pt idx="12">
                <c:v>-80</c:v>
              </c:pt>
              <c:pt idx="13">
                <c:v>-79.590765236441541</c:v>
              </c:pt>
              <c:pt idx="14">
                <c:v>-79.001189458728589</c:v>
              </c:pt>
              <c:pt idx="15">
                <c:v>-78.460785349764421</c:v>
              </c:pt>
              <c:pt idx="16">
                <c:v>-77.963858055881119</c:v>
              </c:pt>
              <c:pt idx="17">
                <c:v>-77.505761417127445</c:v>
              </c:pt>
              <c:pt idx="18">
                <c:v>-77.082658924324917</c:v>
              </c:pt>
              <c:pt idx="19">
                <c:v>-76.691349453605625</c:v>
              </c:pt>
              <c:pt idx="20">
                <c:v>-76.32913781680611</c:v>
              </c:pt>
              <c:pt idx="21">
                <c:v>-75.993736996202244</c:v>
              </c:pt>
              <c:pt idx="22">
                <c:v>-75.683193215667316</c:v>
              </c:pt>
              <c:pt idx="23">
                <c:v>-75.395827758175287</c:v>
              </c:pt>
              <c:pt idx="24">
                <c:v>-75.130191257126228</c:v>
              </c:pt>
              <c:pt idx="25">
                <c:v>-74.885027412261394</c:v>
              </c:pt>
              <c:pt idx="26">
                <c:v>-74.659243920055161</c:v>
              </c:pt>
              <c:pt idx="27">
                <c:v>-74.45188899410752</c:v>
              </c:pt>
              <c:pt idx="28">
                <c:v>-74.262132266305031</c:v>
              </c:pt>
              <c:pt idx="29">
                <c:v>-74.089249158275351</c:v>
              </c:pt>
              <c:pt idx="30">
                <c:v>-73.932608030548124</c:v>
              </c:pt>
              <c:pt idx="31">
                <c:v>-73.791659577772165</c:v>
              </c:pt>
              <c:pt idx="32">
                <c:v>-73.665928058671142</c:v>
              </c:pt>
              <c:pt idx="33">
                <c:v>-73.555004040446974</c:v>
              </c:pt>
              <c:pt idx="34">
                <c:v>-73.458538407011901</c:v>
              </c:pt>
              <c:pt idx="35">
                <c:v>-73.376237434396927</c:v>
              </c:pt>
              <c:pt idx="36">
                <c:v>-73.307858779019796</c:v>
              </c:pt>
              <c:pt idx="37">
                <c:v>-73.253208258181132</c:v>
              </c:pt>
              <c:pt idx="38">
                <c:v>-73.212137329398658</c:v>
              </c:pt>
              <c:pt idx="39">
                <c:v>-73.184541197652621</c:v>
              </c:pt>
              <c:pt idx="40">
                <c:v>-73.170357498582177</c:v>
              </c:pt>
              <c:pt idx="41">
                <c:v>-73.16956552215305</c:v>
              </c:pt>
              <c:pt idx="42">
                <c:v>-73.182185956140771</c:v>
              </c:pt>
              <c:pt idx="43">
                <c:v>-73.208281142647166</c:v>
              </c:pt>
              <c:pt idx="44">
                <c:v>-73.247955854432604</c:v>
              </c:pt>
              <c:pt idx="45">
                <c:v>-73.301358611719422</c:v>
              </c:pt>
              <c:pt idx="46">
                <c:v>-73.368683574946246</c:v>
              </c:pt>
              <c:pt idx="47">
                <c:v>-73.45017306543356</c:v>
              </c:pt>
              <c:pt idx="48">
                <c:v>-73.546120784887421</c:v>
              </c:pt>
              <c:pt idx="49">
                <c:v>-73.65687582713123</c:v>
              </c:pt>
              <c:pt idx="50">
                <c:v>-73.782847602697117</c:v>
              </c:pt>
              <c:pt idx="51">
                <c:v>-73.924511830593786</c:v>
              </c:pt>
              <c:pt idx="52">
                <c:v>-74.082417793902692</c:v>
              </c:pt>
              <c:pt idx="53">
                <c:v>-74.257197109822329</c:v>
              </c:pt>
              <c:pt idx="54">
                <c:v>-74.449574334450702</c:v>
              </c:pt>
              <c:pt idx="55">
                <c:v>-74.660379813624473</c:v>
              </c:pt>
              <c:pt idx="56">
                <c:v>-74.890565311463945</c:v>
              </c:pt>
              <c:pt idx="57">
                <c:v>-75.141223109212234</c:v>
              </c:pt>
              <c:pt idx="58">
                <c:v>-75.413609484842254</c:v>
              </c:pt>
              <c:pt idx="59">
                <c:v>-75.709173782664806</c:v>
              </c:pt>
              <c:pt idx="60">
                <c:v>-76.029594697413103</c:v>
              </c:pt>
              <c:pt idx="61">
                <c:v>-76.37682598291741</c:v>
              </c:pt>
              <c:pt idx="62">
                <c:v>-76.753154634601231</c:v>
              </c:pt>
              <c:pt idx="63">
                <c:v>-77.161275818323546</c:v>
              </c:pt>
              <c:pt idx="64">
                <c:v>-77.604390635643185</c:v>
              </c:pt>
              <c:pt idx="65">
                <c:v>-78.08633557342489</c:v>
              </c:pt>
              <c:pt idx="66">
                <c:v>-78.611756769301564</c:v>
              </c:pt>
              <c:pt idx="67">
                <c:v>-79.186349054617665</c:v>
              </c:pt>
              <c:pt idx="68">
                <c:v>-79.817190954028746</c:v>
              </c:pt>
              <c:pt idx="69">
                <c:v>-80</c:v>
              </c:pt>
              <c:pt idx="70">
                <c:v>-80</c:v>
              </c:pt>
              <c:pt idx="71">
                <c:v>-80</c:v>
              </c:pt>
              <c:pt idx="72">
                <c:v>-80</c:v>
              </c:pt>
              <c:pt idx="73">
                <c:v>-80</c:v>
              </c:pt>
              <c:pt idx="74">
                <c:v>-80</c:v>
              </c:pt>
              <c:pt idx="75">
                <c:v>-80</c:v>
              </c:pt>
              <c:pt idx="76">
                <c:v>-80</c:v>
              </c:pt>
              <c:pt idx="77">
                <c:v>-80</c:v>
              </c:pt>
              <c:pt idx="78">
                <c:v>-80</c:v>
              </c:pt>
              <c:pt idx="79">
                <c:v>-80</c:v>
              </c:pt>
              <c:pt idx="80">
                <c:v>-80</c:v>
              </c:pt>
              <c:pt idx="81">
                <c:v>-80</c:v>
              </c:pt>
              <c:pt idx="82">
                <c:v>-80</c:v>
              </c:pt>
              <c:pt idx="83">
                <c:v>-80</c:v>
              </c:pt>
              <c:pt idx="84">
                <c:v>-80</c:v>
              </c:pt>
              <c:pt idx="85">
                <c:v>-80</c:v>
              </c:pt>
              <c:pt idx="86">
                <c:v>-80</c:v>
              </c:pt>
              <c:pt idx="87">
                <c:v>-80</c:v>
              </c:pt>
              <c:pt idx="88">
                <c:v>-80</c:v>
              </c:pt>
              <c:pt idx="89">
                <c:v>-80</c:v>
              </c:pt>
              <c:pt idx="90">
                <c:v>-80</c:v>
              </c:pt>
              <c:pt idx="91">
                <c:v>-80</c:v>
              </c:pt>
              <c:pt idx="92">
                <c:v>-79.63105762483184</c:v>
              </c:pt>
              <c:pt idx="93">
                <c:v>-78.984703274924115</c:v>
              </c:pt>
              <c:pt idx="94">
                <c:v>-78.394598217537336</c:v>
              </c:pt>
              <c:pt idx="95">
                <c:v>-77.853663903264604</c:v>
              </c:pt>
              <c:pt idx="96">
                <c:v>-77.35620547600675</c:v>
              </c:pt>
              <c:pt idx="97">
                <c:v>-76.897576773372606</c:v>
              </c:pt>
              <c:pt idx="98">
                <c:v>-76.473941283735471</c:v>
              </c:pt>
              <c:pt idx="99">
                <c:v>-76.082097880770405</c:v>
              </c:pt>
              <c:pt idx="100">
                <c:v>-75.719351373848127</c:v>
              </c:pt>
              <c:pt idx="101">
                <c:v>-75.383414742770299</c:v>
              </c:pt>
              <c:pt idx="102">
                <c:v>-75.072334208927103</c:v>
              </c:pt>
              <c:pt idx="103">
                <c:v>-74.784431052800798</c:v>
              </c:pt>
              <c:pt idx="104">
                <c:v>-74.518255905290815</c:v>
              </c:pt>
              <c:pt idx="105">
                <c:v>-74.272552463629054</c:v>
              </c:pt>
              <c:pt idx="106">
                <c:v>-74.046228421771488</c:v>
              </c:pt>
              <c:pt idx="107">
                <c:v>-73.838331990791005</c:v>
              </c:pt>
              <c:pt idx="108">
                <c:v>-73.648032800037953</c:v>
              </c:pt>
              <c:pt idx="109">
                <c:v>-73.474606268594897</c:v>
              </c:pt>
              <c:pt idx="110">
                <c:v>-73.31742075443735</c:v>
              </c:pt>
              <c:pt idx="111">
                <c:v>-73.175926949650872</c:v>
              </c:pt>
              <c:pt idx="112">
                <c:v>-73.049649110386767</c:v>
              </c:pt>
              <c:pt idx="113">
                <c:v>-72.938177801265468</c:v>
              </c:pt>
              <c:pt idx="114">
                <c:v>-72.841163903608546</c:v>
              </c:pt>
              <c:pt idx="115">
                <c:v>-72.758313690847132</c:v>
              </c:pt>
              <c:pt idx="116">
                <c:v>-72.689384816789754</c:v>
              </c:pt>
              <c:pt idx="117">
                <c:v>-72.634183096118591</c:v>
              </c:pt>
              <c:pt idx="118">
                <c:v>-72.592559983723433</c:v>
              </c:pt>
              <c:pt idx="119">
                <c:v>-72.564410681947336</c:v>
              </c:pt>
              <c:pt idx="120">
                <c:v>-72.549672823782799</c:v>
              </c:pt>
              <c:pt idx="121">
                <c:v>-72.548325696539351</c:v>
              </c:pt>
              <c:pt idx="122">
                <c:v>-72.560389985326822</c:v>
              </c:pt>
              <c:pt idx="123">
                <c:v>-72.585928029571804</c:v>
              </c:pt>
              <c:pt idx="124">
                <c:v>-72.62504459934982</c:v>
              </c:pt>
              <c:pt idx="125">
                <c:v>-72.677888212188662</c:v>
              </c:pt>
              <c:pt idx="126">
                <c:v>-72.744653025822728</c:v>
              </c:pt>
              <c:pt idx="127">
                <c:v>-72.825581358858599</c:v>
              </c:pt>
              <c:pt idx="128">
                <c:v>-72.920966910278565</c:v>
              </c:pt>
              <c:pt idx="129">
                <c:v>-73.031158771172485</c:v>
              </c:pt>
              <c:pt idx="130">
                <c:v>-73.156566349329097</c:v>
              </c:pt>
              <c:pt idx="131">
                <c:v>-73.297665361003652</c:v>
              </c:pt>
              <c:pt idx="132">
                <c:v>-73.455005086514362</c:v>
              </c:pt>
              <c:pt idx="133">
                <c:v>-73.629217140286357</c:v>
              </c:pt>
              <c:pt idx="134">
                <c:v>-73.821026075634322</c:v>
              </c:pt>
              <c:pt idx="135">
                <c:v>-74.031262235601446</c:v>
              </c:pt>
              <c:pt idx="136">
                <c:v>-74.260877381504443</c:v>
              </c:pt>
              <c:pt idx="137">
                <c:v>-74.510963791772554</c:v>
              </c:pt>
              <c:pt idx="138">
                <c:v>-74.782777741554696</c:v>
              </c:pt>
              <c:pt idx="139">
                <c:v>-75.077768572327301</c:v>
              </c:pt>
              <c:pt idx="140">
                <c:v>-75.397614975979025</c:v>
              </c:pt>
              <c:pt idx="141">
                <c:v>-75.744270703485071</c:v>
              </c:pt>
              <c:pt idx="142">
                <c:v>-76.120022747403553</c:v>
              </c:pt>
              <c:pt idx="143">
                <c:v>-76.527566270717401</c:v>
              </c:pt>
              <c:pt idx="144">
                <c:v>-76.970102372099007</c:v>
              </c:pt>
              <c:pt idx="145">
                <c:v>-77.451467535516244</c:v>
              </c:pt>
              <c:pt idx="146">
                <c:v>-77.976307895694305</c:v>
              </c:pt>
              <c:pt idx="147">
                <c:v>-78.550318281059489</c:v>
              </c:pt>
              <c:pt idx="148">
                <c:v>-79.180577213338154</c:v>
              </c:pt>
              <c:pt idx="149">
                <c:v>-79.87602809770587</c:v>
              </c:pt>
              <c:pt idx="150">
                <c:v>-80</c:v>
              </c:pt>
              <c:pt idx="151">
                <c:v>-80</c:v>
              </c:pt>
              <c:pt idx="152">
                <c:v>-80</c:v>
              </c:pt>
              <c:pt idx="153">
                <c:v>-80</c:v>
              </c:pt>
              <c:pt idx="154">
                <c:v>-80</c:v>
              </c:pt>
              <c:pt idx="155">
                <c:v>-80</c:v>
              </c:pt>
              <c:pt idx="156">
                <c:v>-80</c:v>
              </c:pt>
              <c:pt idx="157">
                <c:v>-80</c:v>
              </c:pt>
              <c:pt idx="158">
                <c:v>-80</c:v>
              </c:pt>
              <c:pt idx="159">
                <c:v>-80</c:v>
              </c:pt>
              <c:pt idx="160">
                <c:v>-80</c:v>
              </c:pt>
              <c:pt idx="161">
                <c:v>-80</c:v>
              </c:pt>
              <c:pt idx="162">
                <c:v>-80</c:v>
              </c:pt>
              <c:pt idx="163">
                <c:v>-80</c:v>
              </c:pt>
              <c:pt idx="164">
                <c:v>-80</c:v>
              </c:pt>
              <c:pt idx="165">
                <c:v>-80</c:v>
              </c:pt>
              <c:pt idx="166">
                <c:v>-80</c:v>
              </c:pt>
              <c:pt idx="167">
                <c:v>-80</c:v>
              </c:pt>
              <c:pt idx="168">
                <c:v>-80</c:v>
              </c:pt>
              <c:pt idx="169">
                <c:v>-80</c:v>
              </c:pt>
              <c:pt idx="170">
                <c:v>-80</c:v>
              </c:pt>
              <c:pt idx="171">
                <c:v>-79.692281272389621</c:v>
              </c:pt>
              <c:pt idx="172">
                <c:v>-78.980124710168823</c:v>
              </c:pt>
              <c:pt idx="173">
                <c:v>-78.333159729295275</c:v>
              </c:pt>
              <c:pt idx="174">
                <c:v>-77.742442893679652</c:v>
              </c:pt>
              <c:pt idx="175">
                <c:v>-77.200895650677438</c:v>
              </c:pt>
              <c:pt idx="176">
                <c:v>-76.702823140939344</c:v>
              </c:pt>
              <c:pt idx="177">
                <c:v>-76.243579198812043</c:v>
              </c:pt>
              <c:pt idx="178">
                <c:v>-75.819327309394069</c:v>
              </c:pt>
              <c:pt idx="179">
                <c:v>-75.426866343073542</c:v>
              </c:pt>
              <c:pt idx="180">
                <c:v>-75.063501105921944</c:v>
              </c:pt>
              <c:pt idx="181">
                <c:v>-74.726944574428998</c:v>
              </c:pt>
              <c:pt idx="182">
                <c:v>-74.415242966660472</c:v>
              </c:pt>
              <c:pt idx="183">
                <c:v>-74.126717559761488</c:v>
              </c:pt>
              <c:pt idx="184">
                <c:v>-73.859918981281837</c:v>
              </c:pt>
              <c:pt idx="185">
                <c:v>-73.613590925090932</c:v>
              </c:pt>
              <c:pt idx="186">
                <c:v>-73.386641081769582</c:v>
              </c:pt>
              <c:pt idx="187">
                <c:v>-73.178117659002538</c:v>
              </c:pt>
              <c:pt idx="188">
                <c:v>-72.987190282739206</c:v>
              </c:pt>
              <c:pt idx="189">
                <c:v>-72.813134368648093</c:v>
              </c:pt>
              <c:pt idx="190">
                <c:v>-72.65531827127775</c:v>
              </c:pt>
              <c:pt idx="191">
                <c:v>-72.513192679273587</c:v>
              </c:pt>
              <c:pt idx="192">
                <c:v>-72.386281845333656</c:v>
              </c:pt>
              <c:pt idx="193">
                <c:v>-72.274176330611922</c:v>
              </c:pt>
              <c:pt idx="194">
                <c:v>-72.17652701295016</c:v>
              </c:pt>
              <c:pt idx="195">
                <c:v>-72.093040162286314</c:v>
              </c:pt>
              <c:pt idx="196">
                <c:v>-72.023473428922415</c:v>
              </c:pt>
              <c:pt idx="197">
                <c:v>-71.967632624020538</c:v>
              </c:pt>
              <c:pt idx="198">
                <c:v>-71.925369198936963</c:v>
              </c:pt>
              <c:pt idx="199">
                <c:v>-71.896578352467515</c:v>
              </c:pt>
              <c:pt idx="200">
                <c:v>-71.881197714043807</c:v>
              </c:pt>
              <c:pt idx="201">
                <c:v>-71.879206567400786</c:v>
              </c:pt>
              <c:pt idx="202">
                <c:v>-71.890625594059841</c:v>
              </c:pt>
              <c:pt idx="203">
                <c:v>-71.915517129845298</c:v>
              </c:pt>
              <c:pt idx="204">
                <c:v>-71.953985941216388</c:v>
              </c:pt>
              <c:pt idx="205">
                <c:v>-72.00618054207068</c:v>
              </c:pt>
              <c:pt idx="206">
                <c:v>-72.072295086498258</c:v>
              </c:pt>
              <c:pt idx="207">
                <c:v>-72.152571889447202</c:v>
              </c:pt>
              <c:pt idx="208">
                <c:v>-72.247304646227121</c:v>
              </c:pt>
              <c:pt idx="209">
                <c:v>-72.356842444240897</c:v>
              </c:pt>
              <c:pt idx="210">
                <c:v>-72.481594687575893</c:v>
              </c:pt>
              <c:pt idx="211">
                <c:v>-72.622037088771677</c:v>
              </c:pt>
              <c:pt idx="212">
                <c:v>-72.778718924416154</c:v>
              </c:pt>
              <c:pt idx="213">
                <c:v>-72.952271805189696</c:v>
              </c:pt>
              <c:pt idx="214">
                <c:v>-73.14342028064749</c:v>
              </c:pt>
              <c:pt idx="215">
                <c:v>-73.35299469005858</c:v>
              </c:pt>
              <c:pt idx="216">
                <c:v>-73.581946790950667</c:v>
              </c:pt>
              <c:pt idx="217">
                <c:v>-73.8313688579493</c:v>
              </c:pt>
              <c:pt idx="218">
                <c:v>-74.102517162384657</c:v>
              </c:pt>
              <c:pt idx="219">
                <c:v>-74.396841041899492</c:v>
              </c:pt>
              <c:pt idx="220">
                <c:v>-74.71601918453355</c:v>
              </c:pt>
              <c:pt idx="221">
                <c:v>-75.062005337398162</c:v>
              </c:pt>
              <c:pt idx="222">
                <c:v>-75.437086489172202</c:v>
              </c:pt>
              <c:pt idx="223">
                <c:v>-75.843957798944302</c:v>
              </c:pt>
              <c:pt idx="224">
                <c:v>-76.285820361477022</c:v>
              </c:pt>
              <c:pt idx="225">
                <c:v>-76.766510656812798</c:v>
              </c:pt>
              <c:pt idx="226">
                <c:v>-77.290674815736111</c:v>
              </c:pt>
              <c:pt idx="227">
                <c:v>-77.864007662716745</c:v>
              </c:pt>
              <c:pt idx="228">
                <c:v>-78.493587715509165</c:v>
              </c:pt>
              <c:pt idx="229">
                <c:v>-79.188358375301178</c:v>
              </c:pt>
              <c:pt idx="230">
                <c:v>-79.959839187707104</c:v>
              </c:pt>
              <c:pt idx="231">
                <c:v>-80</c:v>
              </c:pt>
              <c:pt idx="232">
                <c:v>-80</c:v>
              </c:pt>
              <c:pt idx="233">
                <c:v>-80</c:v>
              </c:pt>
              <c:pt idx="234">
                <c:v>-80</c:v>
              </c:pt>
              <c:pt idx="235">
                <c:v>-80</c:v>
              </c:pt>
              <c:pt idx="236">
                <c:v>-80</c:v>
              </c:pt>
              <c:pt idx="237">
                <c:v>-80</c:v>
              </c:pt>
              <c:pt idx="238">
                <c:v>-80</c:v>
              </c:pt>
              <c:pt idx="239">
                <c:v>-80</c:v>
              </c:pt>
              <c:pt idx="240">
                <c:v>-80</c:v>
              </c:pt>
              <c:pt idx="241">
                <c:v>-80</c:v>
              </c:pt>
              <c:pt idx="242">
                <c:v>-80</c:v>
              </c:pt>
              <c:pt idx="243">
                <c:v>-80</c:v>
              </c:pt>
              <c:pt idx="244">
                <c:v>-80</c:v>
              </c:pt>
              <c:pt idx="245">
                <c:v>-80</c:v>
              </c:pt>
              <c:pt idx="246">
                <c:v>-80</c:v>
              </c:pt>
              <c:pt idx="247">
                <c:v>-80</c:v>
              </c:pt>
              <c:pt idx="248">
                <c:v>-80</c:v>
              </c:pt>
              <c:pt idx="249">
                <c:v>-80</c:v>
              </c:pt>
              <c:pt idx="250">
                <c:v>-79.778876608159109</c:v>
              </c:pt>
              <c:pt idx="251">
                <c:v>-78.989298025686878</c:v>
              </c:pt>
              <c:pt idx="252">
                <c:v>-78.27642916374495</c:v>
              </c:pt>
              <c:pt idx="253">
                <c:v>-77.628750437415135</c:v>
              </c:pt>
              <c:pt idx="254">
                <c:v>-77.037318406199617</c:v>
              </c:pt>
              <c:pt idx="255">
                <c:v>-76.495054513027284</c:v>
              </c:pt>
              <c:pt idx="256">
                <c:v>-75.99626389410453</c:v>
              </c:pt>
              <c:pt idx="257">
                <c:v>-75.536300379315378</c:v>
              </c:pt>
              <c:pt idx="258">
                <c:v>-75.111327449277695</c:v>
              </c:pt>
              <c:pt idx="259">
                <c:v>-74.718143969880515</c:v>
              </c:pt>
              <c:pt idx="260">
                <c:v>-74.354054742677604</c:v>
              </c:pt>
              <c:pt idx="261">
                <c:v>-74.016772739622709</c:v>
              </c:pt>
              <c:pt idx="262">
                <c:v>-73.704344174226932</c:v>
              </c:pt>
              <c:pt idx="263">
                <c:v>-73.415090319062145</c:v>
              </c:pt>
              <c:pt idx="264">
                <c:v>-73.147561797085913</c:v>
              </c:pt>
              <c:pt idx="265">
                <c:v>-72.90050229755667</c:v>
              </c:pt>
              <c:pt idx="266">
                <c:v>-72.672819506425128</c:v>
              </c:pt>
              <c:pt idx="267">
                <c:v>-72.463561626726957</c:v>
              </c:pt>
              <c:pt idx="268">
                <c:v>-72.271898279743198</c:v>
              </c:pt>
              <c:pt idx="269">
                <c:v>-72.097104876454921</c:v>
              </c:pt>
              <c:pt idx="270">
                <c:v>-71.938549766703574</c:v>
              </c:pt>
              <c:pt idx="271">
                <c:v>-71.795683634408206</c:v>
              </c:pt>
              <c:pt idx="272">
                <c:v>-71.668030727520787</c:v>
              </c:pt>
              <c:pt idx="273">
                <c:v>-71.555181602429514</c:v>
              </c:pt>
              <c:pt idx="274">
                <c:v>-71.456787132190669</c:v>
              </c:pt>
              <c:pt idx="275">
                <c:v>-71.372553581936813</c:v>
              </c:pt>
              <c:pt idx="276">
                <c:v>-71.302238597144537</c:v>
              </c:pt>
              <c:pt idx="277">
                <c:v>-71.245647984130414</c:v>
              </c:pt>
              <c:pt idx="278">
                <c:v>-71.202633189385011</c:v>
              </c:pt>
              <c:pt idx="279">
                <c:v>-71.173089406818107</c:v>
              </c:pt>
              <c:pt idx="280">
                <c:v>-71.156954260954905</c:v>
              </c:pt>
              <c:pt idx="281">
                <c:v>-71.154207030603359</c:v>
              </c:pt>
              <c:pt idx="282">
                <c:v>-71.164868392337269</c:v>
              </c:pt>
              <c:pt idx="283">
                <c:v>-71.189000677012601</c:v>
              </c:pt>
              <c:pt idx="284">
                <c:v>-71.226708646099425</c:v>
              </c:pt>
              <c:pt idx="285">
                <c:v>-71.278140808485148</c:v>
              </c:pt>
              <c:pt idx="286">
                <c:v>-71.343491313228625</c:v>
              </c:pt>
              <c:pt idx="287">
                <c:v>-71.423002470225555</c:v>
              </c:pt>
              <c:pt idx="288">
                <c:v>-71.516967969711857</c:v>
              </c:pt>
              <c:pt idx="289">
                <c:v>-71.625736893995338</c:v>
              </c:pt>
              <c:pt idx="290">
                <c:v>-71.749718642046773</c:v>
              </c:pt>
              <c:pt idx="291">
                <c:v>-71.88938892126744</c:v>
              </c:pt>
              <c:pt idx="292">
                <c:v>-72.045297003085309</c:v>
              </c:pt>
              <c:pt idx="293">
                <c:v>-72.218074492998852</c:v>
              </c:pt>
              <c:pt idx="294">
                <c:v>-72.408445935359509</c:v>
              </c:pt>
              <c:pt idx="295">
                <c:v>-72.617241664210383</c:v>
              </c:pt>
              <c:pt idx="296">
                <c:v>-72.845413431831119</c:v>
              </c:pt>
              <c:pt idx="297">
                <c:v>-73.094053507576731</c:v>
              </c:pt>
              <c:pt idx="298">
                <c:v>-73.364418157484522</c:v>
              </c:pt>
              <c:pt idx="299">
                <c:v>-73.657956713881745</c:v>
              </c:pt>
              <c:pt idx="300">
                <c:v>-73.976347859470124</c:v>
              </c:pt>
              <c:pt idx="301">
                <c:v>-74.321545335999943</c:v>
              </c:pt>
              <c:pt idx="302">
                <c:v>-74.695836126766309</c:v>
              </c:pt>
              <c:pt idx="303">
                <c:v>-75.10191538545071</c:v>
              </c:pt>
              <c:pt idx="304">
                <c:v>-75.542984201385636</c:v>
              </c:pt>
              <c:pt idx="305">
                <c:v>-76.022879049160252</c:v>
              </c:pt>
              <c:pt idx="306">
                <c:v>-76.546246054082104</c:v>
              </c:pt>
              <c:pt idx="307">
                <c:v>-77.118780035120693</c:v>
              </c:pt>
              <c:pt idx="308">
                <c:v>-77.747559504506199</c:v>
              </c:pt>
              <c:pt idx="309">
                <c:v>-78.441527857878512</c:v>
              </c:pt>
              <c:pt idx="310">
                <c:v>-79.212204635280386</c:v>
              </c:pt>
              <c:pt idx="311">
                <c:v>-80</c:v>
              </c:pt>
              <c:pt idx="312">
                <c:v>-80</c:v>
              </c:pt>
              <c:pt idx="313">
                <c:v>-80</c:v>
              </c:pt>
              <c:pt idx="314">
                <c:v>-80</c:v>
              </c:pt>
              <c:pt idx="315">
                <c:v>-80</c:v>
              </c:pt>
              <c:pt idx="316">
                <c:v>-80</c:v>
              </c:pt>
              <c:pt idx="317">
                <c:v>-80</c:v>
              </c:pt>
              <c:pt idx="318">
                <c:v>-80</c:v>
              </c:pt>
              <c:pt idx="319">
                <c:v>-80</c:v>
              </c:pt>
              <c:pt idx="320">
                <c:v>-80</c:v>
              </c:pt>
              <c:pt idx="321">
                <c:v>-80</c:v>
              </c:pt>
              <c:pt idx="322">
                <c:v>-80</c:v>
              </c:pt>
              <c:pt idx="323">
                <c:v>-80</c:v>
              </c:pt>
              <c:pt idx="324">
                <c:v>-80</c:v>
              </c:pt>
              <c:pt idx="325">
                <c:v>-80</c:v>
              </c:pt>
              <c:pt idx="326">
                <c:v>-80</c:v>
              </c:pt>
              <c:pt idx="327">
                <c:v>-80</c:v>
              </c:pt>
              <c:pt idx="328">
                <c:v>-80</c:v>
              </c:pt>
              <c:pt idx="329">
                <c:v>-79.897100766361376</c:v>
              </c:pt>
              <c:pt idx="330">
                <c:v>-79.014789554754444</c:v>
              </c:pt>
              <c:pt idx="331">
                <c:v>-78.224369306114298</c:v>
              </c:pt>
              <c:pt idx="332">
                <c:v>-77.510656920513526</c:v>
              </c:pt>
              <c:pt idx="333">
                <c:v>-76.86213280687393</c:v>
              </c:pt>
              <c:pt idx="334">
                <c:v>-76.269853518510644</c:v>
              </c:pt>
              <c:pt idx="335">
                <c:v>-75.726740492138262</c:v>
              </c:pt>
              <c:pt idx="336">
                <c:v>-75.227098857720975</c:v>
              </c:pt>
              <c:pt idx="337">
                <c:v>-74.766282438873034</c:v>
              </c:pt>
              <c:pt idx="338">
                <c:v>-74.340454709914439</c:v>
              </c:pt>
              <c:pt idx="339">
                <c:v>-73.946414530408447</c:v>
              </c:pt>
              <c:pt idx="340">
                <c:v>-73.581466695554951</c:v>
              </c:pt>
              <c:pt idx="341">
                <c:v>-73.24332417092532</c:v>
              </c:pt>
              <c:pt idx="342">
                <c:v>-72.930033163619782</c:v>
              </c:pt>
              <c:pt idx="343">
                <c:v>-72.639914939770563</c:v>
              </c:pt>
              <c:pt idx="344">
                <c:v>-72.3715201158669</c:v>
              </c:pt>
              <c:pt idx="345">
                <c:v>-72.123592374669755</c:v>
              </c:pt>
              <c:pt idx="346">
                <c:v>-71.895039395603334</c:v>
              </c:pt>
              <c:pt idx="347">
                <c:v>-71.684909375147399</c:v>
              </c:pt>
              <c:pt idx="348">
                <c:v>-71.492371927997596</c:v>
              </c:pt>
              <c:pt idx="349">
                <c:v>-71.316702458519842</c:v>
              </c:pt>
              <c:pt idx="350">
                <c:v>-71.157269309910745</c:v>
              </c:pt>
              <c:pt idx="351">
                <c:v>-71.013523159414419</c:v>
              </c:pt>
              <c:pt idx="352">
                <c:v>-70.884988248277807</c:v>
              </c:pt>
              <c:pt idx="353">
                <c:v>-70.771255126153704</c:v>
              </c:pt>
              <c:pt idx="354">
                <c:v>-70.671974659332463</c:v>
              </c:pt>
              <c:pt idx="355">
                <c:v>-70.586853106150016</c:v>
              </c:pt>
              <c:pt idx="356">
                <c:v>-70.515648105255508</c:v>
              </c:pt>
              <c:pt idx="357">
                <c:v>-70.458165456107025</c:v>
              </c:pt>
              <c:pt idx="358">
                <c:v>-70.4142565983054</c:v>
              </c:pt>
              <c:pt idx="359">
                <c:v>-70.383816718839384</c:v>
              </c:pt>
              <c:pt idx="360">
                <c:v>-70.366783435281434</c:v>
              </c:pt>
              <c:pt idx="361">
                <c:v>-70.363136019455141</c:v>
              </c:pt>
              <c:pt idx="362">
                <c:v>-70.372895140917947</c:v>
              </c:pt>
              <c:pt idx="363">
                <c:v>-70.396123123477381</c:v>
              </c:pt>
              <c:pt idx="364">
                <c:v>-70.432924721522724</c:v>
              </c:pt>
              <c:pt idx="365">
                <c:v>-70.483448436828212</c:v>
              </c:pt>
              <c:pt idx="366">
                <c:v>-70.547888411306758</c:v>
              </c:pt>
              <c:pt idx="367">
                <c:v>-70.626486947675332</c:v>
              </c:pt>
              <c:pt idx="368">
                <c:v>-70.719537728958031</c:v>
              </c:pt>
              <c:pt idx="369">
                <c:v>-70.827389830217598</c:v>
              </c:pt>
              <c:pt idx="370">
                <c:v>-70.950452643146363</c:v>
              </c:pt>
              <c:pt idx="371">
                <c:v>-71.089201867833552</c:v>
              </c:pt>
              <c:pt idx="372">
                <c:v>-71.244186768361189</c:v>
              </c:pt>
              <c:pt idx="373">
                <c:v>-71.416038942847905</c:v>
              </c:pt>
              <c:pt idx="374">
                <c:v>-71.605482928230913</c:v>
              </c:pt>
              <c:pt idx="375">
                <c:v>-71.813349051104836</c:v>
              </c:pt>
              <c:pt idx="376">
                <c:v>-72.040589056266143</c:v>
              </c:pt>
              <c:pt idx="377">
                <c:v>-72.288295205551989</c:v>
              </c:pt>
              <c:pt idx="378">
                <c:v>-72.557723757446666</c:v>
              </c:pt>
              <c:pt idx="379">
                <c:v>-72.850324036689329</c:v>
              </c:pt>
              <c:pt idx="380">
                <c:v>-73.167774718357975</c:v>
              </c:pt>
              <c:pt idx="381">
                <c:v>-73.512029536543764</c:v>
              </c:pt>
              <c:pt idx="382">
                <c:v>-73.885375466846639</c:v>
              </c:pt>
              <c:pt idx="383">
                <c:v>-74.290507655217141</c:v>
              </c:pt>
              <c:pt idx="384">
                <c:v>-74.730627183220392</c:v>
              </c:pt>
              <c:pt idx="385">
                <c:v>-75.209570517641581</c:v>
              </c:pt>
              <c:pt idx="386">
                <c:v>-75.731983775947768</c:v>
              </c:pt>
              <c:pt idx="387">
                <c:v>-76.303561769231123</c:v>
              </c:pt>
              <c:pt idx="388">
                <c:v>-76.931383001807177</c:v>
              </c:pt>
              <c:pt idx="389">
                <c:v>-77.624390861364191</c:v>
              </c:pt>
              <c:pt idx="390">
                <c:v>-78.394104879955208</c:v>
              </c:pt>
              <c:pt idx="391">
                <c:v>-79.255708098453624</c:v>
              </c:pt>
              <c:pt idx="392">
                <c:v>-80</c:v>
              </c:pt>
              <c:pt idx="393">
                <c:v>-80</c:v>
              </c:pt>
              <c:pt idx="394">
                <c:v>-80</c:v>
              </c:pt>
              <c:pt idx="395">
                <c:v>-80</c:v>
              </c:pt>
              <c:pt idx="396">
                <c:v>-80</c:v>
              </c:pt>
              <c:pt idx="397">
                <c:v>-80</c:v>
              </c:pt>
              <c:pt idx="398">
                <c:v>-80</c:v>
              </c:pt>
              <c:pt idx="399">
                <c:v>-80</c:v>
              </c:pt>
              <c:pt idx="400">
                <c:v>-80</c:v>
              </c:pt>
              <c:pt idx="401">
                <c:v>-80</c:v>
              </c:pt>
              <c:pt idx="402">
                <c:v>-80</c:v>
              </c:pt>
              <c:pt idx="403">
                <c:v>-80</c:v>
              </c:pt>
              <c:pt idx="404">
                <c:v>-80</c:v>
              </c:pt>
              <c:pt idx="405">
                <c:v>-80</c:v>
              </c:pt>
              <c:pt idx="406">
                <c:v>-80</c:v>
              </c:pt>
              <c:pt idx="407">
                <c:v>-80</c:v>
              </c:pt>
              <c:pt idx="408">
                <c:v>-80</c:v>
              </c:pt>
              <c:pt idx="409">
                <c:v>-79.060267336161644</c:v>
              </c:pt>
              <c:pt idx="410">
                <c:v>-78.176946328190994</c:v>
              </c:pt>
              <c:pt idx="411">
                <c:v>-77.385513841329441</c:v>
              </c:pt>
              <c:pt idx="412">
                <c:v>-76.670786766774739</c:v>
              </c:pt>
              <c:pt idx="413">
                <c:v>-76.021245504531009</c:v>
              </c:pt>
              <c:pt idx="414">
                <c:v>-75.427946598951877</c:v>
              </c:pt>
              <c:pt idx="415">
                <c:v>-74.883811477747031</c:v>
              </c:pt>
              <c:pt idx="416">
                <c:v>-74.383145261831928</c:v>
              </c:pt>
              <c:pt idx="417">
                <c:v>-73.921301765727677</c:v>
              </c:pt>
              <c:pt idx="418">
                <c:v>-73.49444445461711</c:v>
              </c:pt>
              <c:pt idx="419">
                <c:v>-73.099372178881353</c:v>
              </c:pt>
              <c:pt idx="420">
                <c:v>-72.733389724493207</c:v>
              </c:pt>
              <c:pt idx="421">
                <c:v>-72.394210047751756</c:v>
              </c:pt>
              <c:pt idx="422">
                <c:v>-72.079879346439412</c:v>
              </c:pt>
              <c:pt idx="423">
                <c:v>-71.788718877324854</c:v>
              </c:pt>
              <c:pt idx="424">
                <c:v>-71.519279247487603</c:v>
              </c:pt>
              <c:pt idx="425">
                <c:v>-71.270304130232503</c:v>
              </c:pt>
              <c:pt idx="426">
                <c:v>-71.040701195481091</c:v>
              </c:pt>
              <c:pt idx="427">
                <c:v>-70.829518630163449</c:v>
              </c:pt>
              <c:pt idx="428">
                <c:v>-70.635926039378305</c:v>
              </c:pt>
              <c:pt idx="429">
                <c:v>-70.459198817847223</c:v>
              </c:pt>
              <c:pt idx="430">
                <c:v>-70.298705299074527</c:v>
              </c:pt>
              <c:pt idx="431">
                <c:v>-70.15389615056398</c:v>
              </c:pt>
              <c:pt idx="432">
                <c:v>-70.02429560377378</c:v>
              </c:pt>
              <c:pt idx="433">
                <c:v>-69.909494198519198</c:v>
              </c:pt>
              <c:pt idx="434">
                <c:v>-69.809142791204067</c:v>
              </c:pt>
              <c:pt idx="435">
                <c:v>-69.722947630228532</c:v>
              </c:pt>
              <c:pt idx="436">
                <c:v>-69.650666344256209</c:v>
              </c:pt>
              <c:pt idx="437">
                <c:v>-69.592104722709792</c:v>
              </c:pt>
              <c:pt idx="438">
                <c:v>-69.547114195104427</c:v>
              </c:pt>
              <c:pt idx="439">
                <c:v>-69.515589938292592</c:v>
              </c:pt>
              <c:pt idx="440">
                <c:v>-69.497469559659635</c:v>
              </c:pt>
              <c:pt idx="441">
                <c:v>-69.492732320790751</c:v>
              </c:pt>
              <c:pt idx="442">
                <c:v>-69.501398880953488</c:v>
              </c:pt>
              <c:pt idx="443">
                <c:v>-69.523531553613637</c:v>
              </c:pt>
              <c:pt idx="444">
                <c:v>-69.559235082766534</c:v>
              </c:pt>
              <c:pt idx="445">
                <c:v>-69.608657959739944</c:v>
              </c:pt>
              <c:pt idx="446">
                <c:v>-69.671994315947472</c:v>
              </c:pt>
              <c:pt idx="447">
                <c:v>-69.749486443553593</c:v>
              </c:pt>
              <c:pt idx="448">
                <c:v>-69.841428014976387</c:v>
              </c:pt>
              <c:pt idx="449">
                <c:v>-69.948168094618751</c:v>
              </c:pt>
              <c:pt idx="450">
                <c:v>-70.070116063458897</c:v>
              </c:pt>
              <c:pt idx="451">
                <c:v>-70.207747610817421</c:v>
              </c:pt>
              <c:pt idx="452">
                <c:v>-70.36161198995282</c:v>
              </c:pt>
              <c:pt idx="453">
                <c:v>-70.532340788104946</c:v>
              </c:pt>
              <c:pt idx="454">
                <c:v>-70.720658531276626</c:v>
              </c:pt>
              <c:pt idx="455">
                <c:v>-70.927395535072165</c:v>
              </c:pt>
              <c:pt idx="456">
                <c:v>-71.153503533241434</c:v>
              </c:pt>
              <c:pt idx="457">
                <c:v>-71.400074776518096</c:v>
              </c:pt>
              <c:pt idx="458">
                <c:v>-71.668365512226202</c:v>
              </c:pt>
              <c:pt idx="459">
                <c:v>-71.959825053887045</c:v>
              </c:pt>
              <c:pt idx="460">
                <c:v>-72.276132065303145</c:v>
              </c:pt>
              <c:pt idx="461">
                <c:v>-72.619240269231881</c:v>
              </c:pt>
              <c:pt idx="462">
                <c:v>-72.991436629881008</c:v>
              </c:pt>
              <c:pt idx="463">
                <c:v>-73.39541628174986</c:v>
              </c:pt>
              <c:pt idx="464">
                <c:v>-73.834380294893151</c:v>
              </c:pt>
              <c:pt idx="465">
                <c:v>-74.312165124525905</c:v>
              </c:pt>
              <c:pt idx="466">
                <c:v>-74.83341687648516</c:v>
              </c:pt>
              <c:pt idx="467">
                <c:v>-75.403830350172314</c:v>
              </c:pt>
              <c:pt idx="468">
                <c:v>-76.030484038151513</c:v>
              </c:pt>
              <c:pt idx="469">
                <c:v>-76.722321316298277</c:v>
              </c:pt>
              <c:pt idx="470">
                <c:v>-77.490861704791328</c:v>
              </c:pt>
              <c:pt idx="471">
                <c:v>-78.351288232567669</c:v>
              </c:pt>
              <c:pt idx="472">
                <c:v>-79.324178018583822</c:v>
              </c:pt>
              <c:pt idx="473">
                <c:v>-80</c:v>
              </c:pt>
              <c:pt idx="474">
                <c:v>-80</c:v>
              </c:pt>
              <c:pt idx="475">
                <c:v>-80</c:v>
              </c:pt>
              <c:pt idx="476">
                <c:v>-80</c:v>
              </c:pt>
              <c:pt idx="477">
                <c:v>-80</c:v>
              </c:pt>
              <c:pt idx="478">
                <c:v>-80</c:v>
              </c:pt>
              <c:pt idx="479">
                <c:v>-80</c:v>
              </c:pt>
              <c:pt idx="480">
                <c:v>-80</c:v>
              </c:pt>
              <c:pt idx="481">
                <c:v>-80</c:v>
              </c:pt>
              <c:pt idx="482">
                <c:v>-80</c:v>
              </c:pt>
              <c:pt idx="483">
                <c:v>-80</c:v>
              </c:pt>
              <c:pt idx="484">
                <c:v>-80</c:v>
              </c:pt>
              <c:pt idx="485">
                <c:v>-80</c:v>
              </c:pt>
              <c:pt idx="486">
                <c:v>-80</c:v>
              </c:pt>
              <c:pt idx="487">
                <c:v>-80</c:v>
              </c:pt>
              <c:pt idx="488">
                <c:v>-79.131150305060146</c:v>
              </c:pt>
              <c:pt idx="489">
                <c:v>-78.13412968080344</c:v>
              </c:pt>
              <c:pt idx="490">
                <c:v>-77.249571476763663</c:v>
              </c:pt>
              <c:pt idx="491">
                <c:v>-76.456898480802366</c:v>
              </c:pt>
              <c:pt idx="492">
                <c:v>-75.740927570779021</c:v>
              </c:pt>
              <c:pt idx="493">
                <c:v>-75.090139133287707</c:v>
              </c:pt>
              <c:pt idx="494">
                <c:v>-74.495589699199783</c:v>
              </c:pt>
              <c:pt idx="495">
                <c:v>-73.950200682669958</c:v>
              </c:pt>
              <c:pt idx="496">
                <c:v>-73.448277190985394</c:v>
              </c:pt>
              <c:pt idx="497">
                <c:v>-72.985173024965292</c:v>
              </c:pt>
              <c:pt idx="498">
                <c:v>-72.557051636016269</c:v>
              </c:pt>
              <c:pt idx="499">
                <c:v>-72.160711860668513</c:v>
              </c:pt>
              <c:pt idx="500">
                <c:v>-71.793458470968744</c:v>
              </c:pt>
              <c:pt idx="501">
                <c:v>-71.453004409214088</c:v>
              </c:pt>
              <c:pt idx="502">
                <c:v>-71.137395859108864</c:v>
              </c:pt>
              <c:pt idx="503">
                <c:v>-70.844954063266769</c:v>
              </c:pt>
              <c:pt idx="504">
                <c:v>-70.574229614535085</c:v>
              </c:pt>
              <c:pt idx="505">
                <c:v>-70.32396617190858</c:v>
              </c:pt>
              <c:pt idx="506">
                <c:v>-70.093071390920329</c:v>
              </c:pt>
              <c:pt idx="507">
                <c:v>-69.880593444033096</c:v>
              </c:pt>
              <c:pt idx="508">
                <c:v>-69.685701921798739</c:v>
              </c:pt>
              <c:pt idx="509">
                <c:v>-69.507672204312058</c:v>
              </c:pt>
              <c:pt idx="510">
                <c:v>-69.345872610369995</c:v>
              </c:pt>
              <c:pt idx="511">
                <c:v>-69.199753792687886</c:v>
              </c:pt>
              <c:pt idx="512">
                <c:v>-69.068839967853776</c:v>
              </c:pt>
              <c:pt idx="513">
                <c:v>-68.952721660730589</c:v>
              </c:pt>
              <c:pt idx="514">
                <c:v>-68.851049712687015</c:v>
              </c:pt>
              <c:pt idx="515">
                <c:v>-68.763530357004683</c:v>
              </c:pt>
              <c:pt idx="516">
                <c:v>-68.689921207144735</c:v>
              </c:pt>
              <c:pt idx="517">
                <c:v>-68.630028037242823</c:v>
              </c:pt>
              <c:pt idx="518">
                <c:v>-68.583702261441999</c:v>
              </c:pt>
              <c:pt idx="519">
                <c:v>-68.55083904113684</c:v>
              </c:pt>
              <c:pt idx="520">
                <c:v>-68.531375968168533</c:v>
              </c:pt>
              <c:pt idx="521">
                <c:v>-68.525292288491173</c:v>
              </c:pt>
              <c:pt idx="522">
                <c:v>-68.532608645653681</c:v>
              </c:pt>
              <c:pt idx="523">
                <c:v>-68.553387337315058</c:v>
              </c:pt>
              <c:pt idx="524">
                <c:v>-68.587733091575132</c:v>
              </c:pt>
              <c:pt idx="525">
                <c:v>-68.63579438377667</c:v>
              </c:pt>
              <c:pt idx="526">
                <c:v>-68.697765329258388</c:v>
              </c:pt>
              <c:pt idx="527">
                <c:v>-68.773888204019116</c:v>
              </c:pt>
              <c:pt idx="528">
                <c:v>-68.864456664220057</c:v>
              </c:pt>
              <c:pt idx="529">
                <c:v>-68.969819757915218</c:v>
              </c:pt>
              <c:pt idx="530">
                <c:v>-69.090386849641433</c:v>
              </c:pt>
              <c:pt idx="531">
                <c:v>-69.226633612184557</c:v>
              </c:pt>
              <c:pt idx="532">
                <c:v>-69.379109282174497</c:v>
              </c:pt>
              <c:pt idx="533">
                <c:v>-69.548445430127941</c:v>
              </c:pt>
              <c:pt idx="534">
                <c:v>-69.73536656522927</c:v>
              </c:pt>
              <c:pt idx="535">
                <c:v>-69.940702986168404</c:v>
              </c:pt>
              <c:pt idx="536">
                <c:v>-70.165406409684195</c:v>
              </c:pt>
              <c:pt idx="537">
                <c:v>-70.410569069402044</c:v>
              </c:pt>
              <c:pt idx="538">
                <c:v>-70.677447195439655</c:v>
              </c:pt>
              <c:pt idx="539">
                <c:v>-70.967490084013292</c:v>
              </c:pt>
              <c:pt idx="540">
                <c:v>-71.28237638152099</c:v>
              </c:pt>
              <c:pt idx="541">
                <c:v>-71.624059793215565</c:v>
              </c:pt>
              <c:pt idx="542">
                <c:v>-71.994827265699286</c:v>
              </c:pt>
              <c:pt idx="543">
                <c:v>-72.397373915764447</c:v>
              </c:pt>
              <c:pt idx="544">
                <c:v>-72.834900795656381</c:v>
              </c:pt>
              <c:pt idx="545">
                <c:v>-73.311244342677668</c:v>
              </c:pt>
              <c:pt idx="546">
                <c:v>-73.831050644649082</c:v>
              </c:pt>
              <c:pt idx="547">
                <c:v>-74.400014482851233</c:v>
              </c:pt>
              <c:pt idx="548">
                <c:v>-75.025214331622081</c:v>
              </c:pt>
              <c:pt idx="549">
                <c:v>-75.715593548504913</c:v>
              </c:pt>
              <c:pt idx="550">
                <c:v>-76.482671635239313</c:v>
              </c:pt>
              <c:pt idx="551">
                <c:v>-77.341631602215557</c:v>
              </c:pt>
              <c:pt idx="552">
                <c:v>-78.313050549734953</c:v>
              </c:pt>
              <c:pt idx="553">
                <c:v>-79.425791999321675</c:v>
              </c:pt>
              <c:pt idx="554">
                <c:v>-80</c:v>
              </c:pt>
              <c:pt idx="555">
                <c:v>-80</c:v>
              </c:pt>
              <c:pt idx="556">
                <c:v>-80</c:v>
              </c:pt>
              <c:pt idx="557">
                <c:v>-80</c:v>
              </c:pt>
              <c:pt idx="558">
                <c:v>-80</c:v>
              </c:pt>
              <c:pt idx="559">
                <c:v>-80</c:v>
              </c:pt>
              <c:pt idx="560">
                <c:v>-80</c:v>
              </c:pt>
              <c:pt idx="561">
                <c:v>-80</c:v>
              </c:pt>
              <c:pt idx="562">
                <c:v>-80</c:v>
              </c:pt>
              <c:pt idx="563">
                <c:v>-80</c:v>
              </c:pt>
              <c:pt idx="564">
                <c:v>-80</c:v>
              </c:pt>
              <c:pt idx="565">
                <c:v>-80</c:v>
              </c:pt>
              <c:pt idx="566">
                <c:v>-80</c:v>
              </c:pt>
              <c:pt idx="567">
                <c:v>-79.235780586294709</c:v>
              </c:pt>
              <c:pt idx="568">
                <c:v>-78.095891997970725</c:v>
              </c:pt>
              <c:pt idx="569">
                <c:v>-77.097324851090889</c:v>
              </c:pt>
              <c:pt idx="570">
                <c:v>-76.2112154914538</c:v>
              </c:pt>
              <c:pt idx="571">
                <c:v>-75.416986686046357</c:v>
              </c:pt>
              <c:pt idx="572">
                <c:v>-74.69945529172756</c:v>
              </c:pt>
              <c:pt idx="573">
                <c:v>-74.04710167396405</c:v>
              </c:pt>
              <c:pt idx="574">
                <c:v>-73.450982342372356</c:v>
              </c:pt>
              <c:pt idx="575">
                <c:v>-72.904018689723486</c:v>
              </c:pt>
              <c:pt idx="576">
                <c:v>-72.400515801791585</c:v>
              </c:pt>
              <c:pt idx="577">
                <c:v>-71.935827457752197</c:v>
              </c:pt>
              <c:pt idx="578">
                <c:v>-71.506117087236532</c:v>
              </c:pt>
              <c:pt idx="579">
                <c:v>-71.108183504866986</c:v>
              </c:pt>
              <c:pt idx="580">
                <c:v>-70.739331460648685</c:v>
              </c:pt>
              <c:pt idx="581">
                <c:v>-70.397273874702819</c:v>
              </c:pt>
              <c:pt idx="582">
                <c:v>-70.080056908421966</c:v>
              </c:pt>
              <c:pt idx="583">
                <c:v>-69.786001781971407</c:v>
              </c:pt>
              <c:pt idx="584">
                <c:v>-69.513659065612373</c:v>
              </c:pt>
              <c:pt idx="585">
                <c:v>-69.261772395614628</c:v>
              </c:pt>
              <c:pt idx="586">
                <c:v>-69.029249404646578</c:v>
              </c:pt>
              <c:pt idx="587">
                <c:v>-68.815138242165247</c:v>
              </c:pt>
              <c:pt idx="588">
                <c:v>-68.618608475574803</c:v>
              </c:pt>
              <c:pt idx="589">
                <c:v>-68.438935461679165</c:v>
              </c:pt>
              <c:pt idx="590">
                <c:v>-68.275487495840238</c:v>
              </c:pt>
              <c:pt idx="591">
                <c:v>-68.127715207192864</c:v>
              </c:pt>
              <c:pt idx="592">
                <c:v>-67.995142788598244</c:v>
              </c:pt>
              <c:pt idx="593">
                <c:v>-67.87736074104474</c:v>
              </c:pt>
              <c:pt idx="594">
                <c:v>-67.77401988187772</c:v>
              </c:pt>
              <c:pt idx="595">
                <c:v>-67.684826420205553</c:v>
              </c:pt>
              <c:pt idx="596">
                <c:v>-67.609537945165044</c:v>
              </c:pt>
              <c:pt idx="597">
                <c:v>-67.547960206415198</c:v>
              </c:pt>
              <c:pt idx="598">
                <c:v>-67.499944593468911</c:v>
              </c:pt>
              <c:pt idx="599">
                <c:v>-67.465386242935935</c:v>
              </c:pt>
              <c:pt idx="600">
                <c:v>-67.44422272171667</c:v>
              </c:pt>
              <c:pt idx="601">
                <c:v>-67.436433250667363</c:v>
              </c:pt>
              <c:pt idx="602">
                <c:v>-67.442038448080638</c:v>
              </c:pt>
              <c:pt idx="603">
                <c:v>-67.461100586199564</c:v>
              </c:pt>
              <c:pt idx="604">
                <c:v>-67.493724367547131</c:v>
              </c:pt>
              <c:pt idx="605">
                <c:v>-67.540058241727166</c:v>
              </c:pt>
              <c:pt idx="606">
                <c:v>-67.600296298175863</c:v>
              </c:pt>
              <c:pt idx="607">
                <c:v>-67.674680786824837</c:v>
              </c:pt>
              <c:pt idx="608">
                <c:v>-67.763505337601941</c:v>
              </c:pt>
              <c:pt idx="609">
                <c:v>-67.867118972160469</c:v>
              </c:pt>
              <c:pt idx="610">
                <c:v>-67.985931028467775</c:v>
              </c:pt>
              <c:pt idx="611">
                <c:v>-68.120417152570127</c:v>
              </c:pt>
              <c:pt idx="612">
                <c:v>-68.271126554186367</c:v>
              </c:pt>
              <c:pt idx="613">
                <c:v>-68.438690776749254</c:v>
              </c:pt>
              <c:pt idx="614">
                <c:v>-68.623834302185045</c:v>
              </c:pt>
              <c:pt idx="615">
                <c:v>-68.827387401749917</c:v>
              </c:pt>
              <c:pt idx="616">
                <c:v>-69.050301764571856</c:v>
              </c:pt>
              <c:pt idx="617">
                <c:v>-69.293669596486865</c:v>
              </c:pt>
              <c:pt idx="618">
                <c:v>-69.558747099643426</c:v>
              </c:pt>
              <c:pt idx="619">
                <c:v>-69.846983542107097</c:v>
              </c:pt>
              <c:pt idx="620">
                <c:v>-70.160057541942365</c:v>
              </c:pt>
              <c:pt idx="621">
                <c:v>-70.49992277588413</c:v>
              </c:pt>
              <c:pt idx="622">
                <c:v>-70.868866161830766</c:v>
              </c:pt>
              <c:pt idx="623">
                <c:v>-71.269582787683461</c:v>
              </c:pt>
              <c:pt idx="624">
                <c:v>-71.705273676607376</c:v>
              </c:pt>
              <c:pt idx="625">
                <c:v>-72.179775236634612</c:v>
              </c:pt>
              <c:pt idx="626">
                <c:v>-72.697733526123258</c:v>
              </c:pt>
              <c:pt idx="627">
                <c:v>-73.264843296697549</c:v>
              </c:pt>
              <c:pt idx="628">
                <c:v>-73.88818299284415</c:v>
              </c:pt>
              <c:pt idx="629">
                <c:v>-74.576695942057967</c:v>
              </c:pt>
              <c:pt idx="630">
                <c:v>-75.341901615832029</c:v>
              </c:pt>
              <c:pt idx="631">
                <c:v>-76.19898299410967</c:v>
              </c:pt>
              <c:pt idx="632">
                <c:v>-77.168517146543451</c:v>
              </c:pt>
              <c:pt idx="633">
                <c:v>-78.279367563805792</c:v>
              </c:pt>
              <c:pt idx="634">
                <c:v>-79.57382126952055</c:v>
              </c:pt>
              <c:pt idx="635">
                <c:v>-80</c:v>
              </c:pt>
              <c:pt idx="636">
                <c:v>-80</c:v>
              </c:pt>
              <c:pt idx="637">
                <c:v>-80</c:v>
              </c:pt>
              <c:pt idx="638">
                <c:v>-80</c:v>
              </c:pt>
              <c:pt idx="639">
                <c:v>-80</c:v>
              </c:pt>
              <c:pt idx="640">
                <c:v>-80</c:v>
              </c:pt>
              <c:pt idx="641">
                <c:v>-80</c:v>
              </c:pt>
              <c:pt idx="642">
                <c:v>-80</c:v>
              </c:pt>
              <c:pt idx="643">
                <c:v>-80</c:v>
              </c:pt>
              <c:pt idx="644">
                <c:v>-80</c:v>
              </c:pt>
              <c:pt idx="645">
                <c:v>-80</c:v>
              </c:pt>
              <c:pt idx="646">
                <c:v>-79.387687940323644</c:v>
              </c:pt>
              <c:pt idx="647">
                <c:v>-78.062209012041578</c:v>
              </c:pt>
              <c:pt idx="648">
                <c:v>-76.920331986907001</c:v>
              </c:pt>
              <c:pt idx="649">
                <c:v>-75.91976964324391</c:v>
              </c:pt>
              <c:pt idx="650">
                <c:v>-75.031658292267039</c:v>
              </c:pt>
              <c:pt idx="651">
                <c:v>-74.235420666142801</c:v>
              </c:pt>
              <c:pt idx="652">
                <c:v>-73.51587358667102</c:v>
              </c:pt>
              <c:pt idx="653">
                <c:v>-72.86149738401835</c:v>
              </c:pt>
              <c:pt idx="654">
                <c:v>-72.263348532258519</c:v>
              </c:pt>
              <c:pt idx="655">
                <c:v>-71.71434838837483</c:v>
              </c:pt>
              <c:pt idx="656">
                <c:v>-71.208802002106708</c:v>
              </c:pt>
              <c:pt idx="657">
                <c:v>-70.742063116345747</c:v>
              </c:pt>
              <c:pt idx="658">
                <c:v>-70.310295124187888</c:v>
              </c:pt>
              <c:pt idx="659">
                <c:v>-69.910296803466764</c:v>
              </c:pt>
              <c:pt idx="660">
                <c:v>-69.539372867142973</c:v>
              </c:pt>
              <c:pt idx="661">
                <c:v>-69.195236198035246</c:v>
              </c:pt>
              <c:pt idx="662">
                <c:v>-68.875932919973437</c:v>
              </c:pt>
              <c:pt idx="663">
                <c:v>-68.579784215297693</c:v>
              </c:pt>
              <c:pt idx="664">
                <c:v>-68.305340616179265</c:v>
              </c:pt>
              <c:pt idx="665">
                <c:v>-68.051345720530875</c:v>
              </c:pt>
              <c:pt idx="666">
                <c:v>-67.816707122394348</c:v>
              </c:pt>
              <c:pt idx="667">
                <c:v>-67.600472932328401</c:v>
              </c:pt>
              <c:pt idx="668">
                <c:v>-67.401812678564553</c:v>
              </c:pt>
              <c:pt idx="669">
                <c:v>-67.220001678457464</c:v>
              </c:pt>
              <c:pt idx="670">
                <c:v>-67.054408187640675</c:v>
              </c:pt>
              <c:pt idx="671">
                <c:v>-66.904482795239076</c:v>
              </c:pt>
              <c:pt idx="672">
                <c:v>-66.769749653819787</c:v>
              </c:pt>
              <c:pt idx="673">
                <c:v>-66.649799223790509</c:v>
              </c:pt>
              <c:pt idx="674">
                <c:v>-66.544282281626778</c:v>
              </c:pt>
              <c:pt idx="675">
                <c:v>-66.452904995275304</c:v>
              </c:pt>
              <c:pt idx="676">
                <c:v>-66.375424912416932</c:v>
              </c:pt>
              <c:pt idx="677">
                <c:v>-66.311647740957653</c:v>
              </c:pt>
              <c:pt idx="678">
                <c:v>-66.261424828357661</c:v>
              </c:pt>
              <c:pt idx="679">
                <c:v>-66.224651268871625</c:v>
              </c:pt>
              <c:pt idx="680">
                <c:v>-66.201264586739782</c:v>
              </c:pt>
              <c:pt idx="681">
                <c:v>-66.191243959850297</c:v>
              </c:pt>
              <c:pt idx="682">
                <c:v>-66.194609963217076</c:v>
              </c:pt>
              <c:pt idx="683">
                <c:v>-66.211424825491022</c:v>
              </c:pt>
              <c:pt idx="684">
                <c:v>-66.241793205286626</c:v>
              </c:pt>
              <c:pt idx="685">
                <c:v>-66.285863507979997</c:v>
              </c:pt>
              <c:pt idx="686">
                <c:v>-66.343829778457518</c:v>
              </c:pt>
              <c:pt idx="687">
                <c:v>-66.415934221775913</c:v>
              </c:pt>
              <c:pt idx="688">
                <c:v>-66.502470422660167</c:v>
              </c:pt>
              <c:pt idx="689">
                <c:v>-66.603787357229606</c:v>
              </c:pt>
              <c:pt idx="690">
                <c:v>-66.720294317583623</c:v>
              </c:pt>
              <c:pt idx="691">
                <c:v>-66.852466903563268</c:v>
              </c:pt>
              <c:pt idx="692">
                <c:v>-67.000854278341976</c:v>
              </c:pt>
              <c:pt idx="693">
                <c:v>-67.166087938463676</c:v>
              </c:pt>
              <c:pt idx="694">
                <c:v>-67.348892318619221</c:v>
              </c:pt>
              <c:pt idx="695">
                <c:v>-67.550097642479543</c:v>
              </c:pt>
              <c:pt idx="696">
                <c:v>-67.77065555123437</c:v>
              </c:pt>
              <c:pt idx="697">
                <c:v>-68.011658202425139</c:v>
              </c:pt>
              <c:pt idx="698">
                <c:v>-68.274361749546046</c:v>
              </c:pt>
              <c:pt idx="699">
                <c:v>-68.560215411645402</c:v>
              </c:pt>
              <c:pt idx="700">
                <c:v>-68.870897757403995</c:v>
              </c:pt>
              <c:pt idx="701">
                <c:v>-69.208362413803187</c:v>
              </c:pt>
              <c:pt idx="702">
                <c:v>-69.574896248614522</c:v>
              </c:pt>
              <c:pt idx="703">
                <c:v>-69.973194299235473</c:v>
              </c:pt>
              <c:pt idx="704">
                <c:v>-70.406457537947077</c:v>
              </c:pt>
              <c:pt idx="705">
                <c:v>-70.878522321513373</c:v>
              </c:pt>
              <c:pt idx="706">
                <c:v>-71.394034656636734</c:v>
              </c:pt>
              <c:pt idx="707">
                <c:v>-71.958689242894351</c:v>
              </c:pt>
              <c:pt idx="708">
                <c:v>-72.579564472330873</c:v>
              </c:pt>
              <c:pt idx="709">
                <c:v>-73.26560361960037</c:v>
              </c:pt>
              <c:pt idx="710">
                <c:v>-74.028326102952477</c:v>
              </c:pt>
              <c:pt idx="711">
                <c:v>-74.882914848680656</c:v>
              </c:pt>
              <c:pt idx="712">
                <c:v>-75.849946872377274</c:v>
              </c:pt>
              <c:pt idx="713">
                <c:v>-76.958285610240338</c:v>
              </c:pt>
              <c:pt idx="714">
                <c:v>-78.250218031000983</c:v>
              </c:pt>
              <c:pt idx="715">
                <c:v>-79.791317974594747</c:v>
              </c:pt>
              <c:pt idx="716">
                <c:v>-80</c:v>
              </c:pt>
              <c:pt idx="717">
                <c:v>-80</c:v>
              </c:pt>
              <c:pt idx="718">
                <c:v>-80</c:v>
              </c:pt>
              <c:pt idx="719">
                <c:v>-80</c:v>
              </c:pt>
              <c:pt idx="720">
                <c:v>-80</c:v>
              </c:pt>
              <c:pt idx="721">
                <c:v>-80</c:v>
              </c:pt>
              <c:pt idx="722">
                <c:v>-80</c:v>
              </c:pt>
              <c:pt idx="723">
                <c:v>-80</c:v>
              </c:pt>
              <c:pt idx="724">
                <c:v>-80</c:v>
              </c:pt>
              <c:pt idx="725">
                <c:v>-79.610355395046753</c:v>
              </c:pt>
              <c:pt idx="726">
                <c:v>-78.033059479236755</c:v>
              </c:pt>
              <c:pt idx="727">
                <c:v>-76.704929200703845</c:v>
              </c:pt>
              <c:pt idx="728">
                <c:v>-75.560390405004782</c:v>
              </c:pt>
              <c:pt idx="729">
                <c:v>-74.557155808786135</c:v>
              </c:pt>
              <c:pt idx="730">
                <c:v>-73.666361661096516</c:v>
              </c:pt>
              <c:pt idx="731">
                <c:v>-72.86743063144263</c:v>
              </c:pt>
              <c:pt idx="732">
                <c:v>-72.145179478466133</c:v>
              </c:pt>
              <c:pt idx="733">
                <c:v>-71.488088468671975</c:v>
              </c:pt>
              <c:pt idx="734">
                <c:v>-70.887214011963778</c:v>
              </c:pt>
              <c:pt idx="735">
                <c:v>-70.335477400641068</c:v>
              </c:pt>
              <c:pt idx="736">
                <c:v>-69.827183619240728</c:v>
              </c:pt>
              <c:pt idx="737">
                <c:v>-69.35768634492787</c:v>
              </c:pt>
              <c:pt idx="738">
                <c:v>-68.923148904542671</c:v>
              </c:pt>
              <c:pt idx="739">
                <c:v>-68.520370009128342</c:v>
              </c:pt>
              <c:pt idx="740">
                <c:v>-68.146654304315078</c:v>
              </c:pt>
              <c:pt idx="741">
                <c:v>-67.799714605045693</c:v>
              </c:pt>
              <c:pt idx="742">
                <c:v>-67.477596966723027</c:v>
              </c:pt>
              <c:pt idx="743">
                <c:v>-67.17862250270359</c:v>
              </c:pt>
              <c:pt idx="744">
                <c:v>-66.901341675612557</c:v>
              </c:pt>
              <c:pt idx="745">
                <c:v>-66.644498013248551</c:v>
              </c:pt>
              <c:pt idx="746">
                <c:v>-66.406999038965296</c:v>
              </c:pt>
              <c:pt idx="747">
                <c:v>-66.187892792053603</c:v>
              </c:pt>
              <c:pt idx="748">
                <c:v>-65.98634872889123</c:v>
              </c:pt>
              <c:pt idx="749">
                <c:v>-65.80164209438729</c:v>
              </c:pt>
              <c:pt idx="750">
                <c:v>-65.63314107113176</c:v>
              </c:pt>
              <c:pt idx="751">
                <c:v>-65.480296174601818</c:v>
              </c:pt>
              <c:pt idx="752">
                <c:v>-65.34263148310643</c:v>
              </c:pt>
              <c:pt idx="753">
                <c:v>-65.219737382178309</c:v>
              </c:pt>
              <c:pt idx="754">
                <c:v>-65.111264572794838</c:v>
              </c:pt>
              <c:pt idx="755">
                <c:v>-65.016919146774811</c:v>
              </c:pt>
              <c:pt idx="756">
                <c:v>-64.936458575034791</c:v>
              </c:pt>
              <c:pt idx="757">
                <c:v>-64.869688488073564</c:v>
              </c:pt>
              <c:pt idx="758">
                <c:v>-64.816460155294266</c:v>
              </c:pt>
              <c:pt idx="759">
                <c:v>-64.776668592237911</c:v>
              </c:pt>
              <c:pt idx="760">
                <c:v>-64.750251243767551</c:v>
              </c:pt>
              <c:pt idx="761">
                <c:v>-64.737187207723565</c:v>
              </c:pt>
              <c:pt idx="762">
                <c:v>-64.737496978394404</c:v>
              </c:pt>
              <c:pt idx="763">
                <c:v>-64.751242703020608</c:v>
              </c:pt>
              <c:pt idx="764">
                <c:v>-64.778528958114123</c:v>
              </c:pt>
              <c:pt idx="765">
                <c:v>-64.819504066248925</c:v>
              </c:pt>
              <c:pt idx="766">
                <c:v>-64.874361988802207</c:v>
              </c:pt>
              <c:pt idx="767">
                <c:v>-64.943344846606891</c:v>
              </c:pt>
              <c:pt idx="768">
                <c:v>-65.026746139441784</c:v>
              </c:pt>
              <c:pt idx="769">
                <c:v>-65.124914757749991</c:v>
              </c:pt>
              <c:pt idx="770">
                <c:v>-65.23825990721663</c:v>
              </c:pt>
              <c:pt idx="771">
                <c:v>-65.367257100522579</c:v>
              </c:pt>
              <c:pt idx="772">
                <c:v>-65.512455412927025</c:v>
              </c:pt>
              <c:pt idx="773">
                <c:v>-65.674486252297442</c:v>
              </c:pt>
              <c:pt idx="774">
                <c:v>-65.85407396387761</c:v>
              </c:pt>
              <c:pt idx="775">
                <c:v>-66.052048681112552</c:v>
              </c:pt>
              <c:pt idx="776">
                <c:v>-66.269361954178521</c:v>
              </c:pt>
              <c:pt idx="777">
                <c:v>-66.507105848807427</c:v>
              </c:pt>
              <c:pt idx="778">
                <c:v>-66.766536425879139</c:v>
              </c:pt>
              <c:pt idx="779">
                <c:v>-67.049102811013853</c:v>
              </c:pt>
              <c:pt idx="780">
                <c:v>-67.356483478641621</c:v>
              </c:pt>
              <c:pt idx="781">
                <c:v>-67.690631960661293</c:v>
              </c:pt>
              <c:pt idx="782">
                <c:v>-68.053835028920872</c:v>
              </c:pt>
              <c:pt idx="783">
                <c:v>-68.448787624043973</c:v>
              </c:pt>
              <c:pt idx="784">
                <c:v>-68.878690620677986</c:v>
              </c:pt>
              <c:pt idx="785">
                <c:v>-69.347380277083857</c:v>
              </c:pt>
              <c:pt idx="786">
                <c:v>-69.859502500581769</c:v>
              </c:pt>
              <c:pt idx="787">
                <c:v>-70.420751890477774</c:v>
              </c:pt>
              <c:pt idx="788">
                <c:v>-71.038206737646362</c:v>
              </c:pt>
              <c:pt idx="789">
                <c:v>-71.720810214662379</c:v>
              </c:pt>
              <c:pt idx="790">
                <c:v>-72.480081636776902</c:v>
              </c:pt>
              <c:pt idx="791">
                <c:v>-73.331203826355079</c:v>
              </c:pt>
              <c:pt idx="792">
                <c:v>-74.294753694120658</c:v>
              </c:pt>
              <c:pt idx="793">
                <c:v>-75.399594570451995</c:v>
              </c:pt>
              <c:pt idx="794">
                <c:v>-76.688013317298982</c:v>
              </c:pt>
              <c:pt idx="795">
                <c:v>-78.225583666842837</c:v>
              </c:pt>
              <c:pt idx="796">
                <c:v>-80</c:v>
              </c:pt>
              <c:pt idx="797">
                <c:v>-80</c:v>
              </c:pt>
              <c:pt idx="798">
                <c:v>-80</c:v>
              </c:pt>
              <c:pt idx="799">
                <c:v>-80</c:v>
              </c:pt>
              <c:pt idx="800">
                <c:v>-80</c:v>
              </c:pt>
              <c:pt idx="801">
                <c:v>-80</c:v>
              </c:pt>
              <c:pt idx="802">
                <c:v>-80</c:v>
              </c:pt>
              <c:pt idx="803">
                <c:v>-80</c:v>
              </c:pt>
              <c:pt idx="804">
                <c:v>-79.948452605414289</c:v>
              </c:pt>
              <c:pt idx="805">
                <c:v>-78.008425115078623</c:v>
              </c:pt>
              <c:pt idx="806">
                <c:v>-76.427417082266544</c:v>
              </c:pt>
              <c:pt idx="807">
                <c:v>-75.09555739345609</c:v>
              </c:pt>
              <c:pt idx="808">
                <c:v>-73.947271772732179</c:v>
              </c:pt>
              <c:pt idx="809">
                <c:v>-72.940272814125549</c:v>
              </c:pt>
              <c:pt idx="810">
                <c:v>-72.04569664291212</c:v>
              </c:pt>
              <c:pt idx="811">
                <c:v>-71.242965803655125</c:v>
              </c:pt>
              <c:pt idx="812">
                <c:v>-70.516896928867823</c:v>
              </c:pt>
              <c:pt idx="813">
                <c:v>-69.855970157727938</c:v>
              </c:pt>
              <c:pt idx="814">
                <c:v>-69.25124177159887</c:v>
              </c:pt>
              <c:pt idx="815">
                <c:v>-68.695632933012021</c:v>
              </c:pt>
              <c:pt idx="816">
                <c:v>-68.183448495493735</c:v>
              </c:pt>
              <c:pt idx="817">
                <c:v>-67.710042003941268</c:v>
              </c:pt>
              <c:pt idx="818">
                <c:v>-67.271576651654357</c:v>
              </c:pt>
              <c:pt idx="819">
                <c:v>-66.864851014847773</c:v>
              </c:pt>
              <c:pt idx="820">
                <c:v>-66.487169603019808</c:v>
              </c:pt>
              <c:pt idx="821">
                <c:v>-66.136245093661913</c:v>
              </c:pt>
              <c:pt idx="822">
                <c:v>-65.810123403390165</c:v>
              </c:pt>
              <c:pt idx="823">
                <c:v>-65.507125505422451</c:v>
              </c:pt>
              <c:pt idx="824">
                <c:v>-65.225801720877072</c:v>
              </c:pt>
              <c:pt idx="825">
                <c:v>-64.964895434660676</c:v>
              </c:pt>
              <c:pt idx="826">
                <c:v>-64.723314025832835</c:v>
              </c:pt>
              <c:pt idx="827">
                <c:v>-64.500105387970706</c:v>
              </c:pt>
              <c:pt idx="828">
                <c:v>-64.29443883030153</c:v>
              </c:pt>
              <c:pt idx="829">
                <c:v>-64.105589449129013</c:v>
              </c:pt>
              <c:pt idx="830">
                <c:v>-63.932925276964795</c:v>
              </c:pt>
              <c:pt idx="831">
                <c:v>-63.775896677716574</c:v>
              </c:pt>
              <c:pt idx="832">
                <c:v>-63.634027576613896</c:v>
              </c:pt>
              <c:pt idx="833">
                <c:v>-63.506908204581372</c:v>
              </c:pt>
              <c:pt idx="834">
                <c:v>-63.394189106440209</c:v>
              </c:pt>
              <c:pt idx="835">
                <c:v>-63.29557621628566</c:v>
              </c:pt>
              <c:pt idx="836">
                <c:v>-63.210826845723524</c:v>
              </c:pt>
              <c:pt idx="837">
                <c:v>-63.139746464334429</c:v>
              </c:pt>
              <c:pt idx="838">
                <c:v>-63.082186178975732</c:v>
              </c:pt>
              <c:pt idx="839">
                <c:v>-63.038040840994299</c:v>
              </c:pt>
              <c:pt idx="840">
                <c:v>-63.007247729389555</c:v>
              </c:pt>
              <c:pt idx="841">
                <c:v>-62.989785774447526</c:v>
              </c:pt>
              <c:pt idx="842">
                <c:v>-62.985675301189907</c:v>
              </c:pt>
              <c:pt idx="843">
                <c:v>-62.994978285856043</c:v>
              </c:pt>
              <c:pt idx="844">
                <c:v>-63.017799132199912</c:v>
              </c:pt>
              <c:pt idx="845">
                <c:v>-63.054285988258052</c:v>
              </c:pt>
              <c:pt idx="846">
                <c:v>-63.104632639067759</c:v>
              </c:pt>
              <c:pt idx="847">
                <c:v>-63.169081027296031</c:v>
              </c:pt>
              <c:pt idx="848">
                <c:v>-63.247924472706167</c:v>
              </c:pt>
              <c:pt idx="849">
                <c:v>-63.341511683851849</c:v>
              </c:pt>
              <c:pt idx="850">
                <c:v>-63.450251682630409</c:v>
              </c:pt>
              <c:pt idx="851">
                <c:v>-63.574619796011696</c:v>
              </c:pt>
              <c:pt idx="852">
                <c:v>-63.71516491159521</c:v>
              </c:pt>
              <c:pt idx="853">
                <c:v>-63.872518247614437</c:v>
              </c:pt>
              <c:pt idx="854">
                <c:v>-64.047403957678767</c:v>
              </c:pt>
              <c:pt idx="855">
                <c:v>-64.240651981571787</c:v>
              </c:pt>
              <c:pt idx="856">
                <c:v>-64.453213673754462</c:v>
              </c:pt>
              <c:pt idx="857">
                <c:v>-64.686180902162008</c:v>
              </c:pt>
              <c:pt idx="858">
                <c:v>-64.940809527768351</c:v>
              </c:pt>
              <c:pt idx="859">
                <c:v>-65.218548474150424</c:v>
              </c:pt>
              <c:pt idx="860">
                <c:v>-65.52107601152872</c:v>
              </c:pt>
              <c:pt idx="861">
                <c:v>-65.850345465397041</c:v>
              </c:pt>
              <c:pt idx="862">
                <c:v>-66.20864339897328</c:v>
              </c:pt>
              <c:pt idx="863">
                <c:v>-66.598664541995603</c:v>
              </c:pt>
              <c:pt idx="864">
                <c:v>-67.023609555940013</c:v>
              </c:pt>
              <c:pt idx="865">
                <c:v>-67.487314483578928</c:v>
              </c:pt>
              <c:pt idx="866">
                <c:v>-67.994425014395077</c:v>
              </c:pt>
              <c:pt idx="867">
                <c:v>-68.550635527476118</c:v>
              </c:pt>
              <c:pt idx="868">
                <c:v>-69.163024091064415</c:v>
              </c:pt>
              <c:pt idx="869">
                <c:v>-69.840533652655367</c:v>
              </c:pt>
              <c:pt idx="870">
                <c:v>-70.594683299939902</c:v>
              </c:pt>
              <c:pt idx="871">
                <c:v>-71.440655625207725</c:v>
              </c:pt>
              <c:pt idx="872">
                <c:v>-72.399027306556647</c:v>
              </c:pt>
              <c:pt idx="873">
                <c:v>-73.498661439153324</c:v>
              </c:pt>
              <c:pt idx="874">
                <c:v>-74.781844647113886</c:v>
              </c:pt>
              <c:pt idx="875">
                <c:v>-76.314150422126957</c:v>
              </c:pt>
              <c:pt idx="876">
                <c:v>-78.205449091036343</c:v>
              </c:pt>
              <c:pt idx="877">
                <c:v>-80</c:v>
              </c:pt>
              <c:pt idx="878">
                <c:v>-80</c:v>
              </c:pt>
              <c:pt idx="879">
                <c:v>-80</c:v>
              </c:pt>
              <c:pt idx="880">
                <c:v>-80</c:v>
              </c:pt>
              <c:pt idx="881">
                <c:v>-80</c:v>
              </c:pt>
              <c:pt idx="882">
                <c:v>-80</c:v>
              </c:pt>
              <c:pt idx="883">
                <c:v>-80</c:v>
              </c:pt>
              <c:pt idx="884">
                <c:v>-77.988290539272128</c:v>
              </c:pt>
              <c:pt idx="885">
                <c:v>-76.042694278341429</c:v>
              </c:pt>
              <c:pt idx="886">
                <c:v>-74.456085607219364</c:v>
              </c:pt>
              <c:pt idx="887">
                <c:v>-73.118593136876584</c:v>
              </c:pt>
              <c:pt idx="888">
                <c:v>-71.964642312691851</c:v>
              </c:pt>
              <c:pt idx="889">
                <c:v>-70.951945446744972</c:v>
              </c:pt>
              <c:pt idx="890">
                <c:v>-70.051638379067583</c:v>
              </c:pt>
              <c:pt idx="891">
                <c:v>-69.243143365637664</c:v>
              </c:pt>
              <c:pt idx="892">
                <c:v>-68.511276746992593</c:v>
              </c:pt>
              <c:pt idx="893">
                <c:v>-67.844518366893411</c:v>
              </c:pt>
              <c:pt idx="894">
                <c:v>-67.233924207795368</c:v>
              </c:pt>
              <c:pt idx="895">
                <c:v>-66.672415129777733</c:v>
              </c:pt>
              <c:pt idx="896">
                <c:v>-66.154295680318199</c:v>
              </c:pt>
              <c:pt idx="897">
                <c:v>-65.674919094614935</c:v>
              </c:pt>
              <c:pt idx="898">
                <c:v>-65.230448252563178</c:v>
              </c:pt>
              <c:pt idx="899">
                <c:v>-64.817681413212242</c:v>
              </c:pt>
              <c:pt idx="900">
                <c:v>-64.433922765076858</c:v>
              </c:pt>
              <c:pt idx="901">
                <c:v>-64.076884660789062</c:v>
              </c:pt>
              <c:pt idx="902">
                <c:v>-63.744612688170776</c:v>
              </c:pt>
              <c:pt idx="903">
                <c:v>-63.435427487650827</c:v>
              </c:pt>
              <c:pt idx="904">
                <c:v>-63.14787904350262</c:v>
              </c:pt>
              <c:pt idx="905">
                <c:v>-62.880710399669567</c:v>
              </c:pt>
              <c:pt idx="906">
                <c:v>-62.632828590066374</c:v>
              </c:pt>
              <c:pt idx="907">
                <c:v>-62.40328115887916</c:v>
              </c:pt>
              <c:pt idx="908">
                <c:v>-62.191237061631945</c:v>
              </c:pt>
              <c:pt idx="909">
                <c:v>-61.995971036546244</c:v>
              </c:pt>
              <c:pt idx="910">
                <c:v>-61.816850753604015</c:v>
              </c:pt>
              <c:pt idx="911">
                <c:v>-61.653326209666318</c:v>
              </c:pt>
              <c:pt idx="912">
                <c:v>-61.504920958328164</c:v>
              </c:pt>
              <c:pt idx="913">
                <c:v>-61.37122485421942</c:v>
              </c:pt>
              <c:pt idx="914">
                <c:v>-61.25188806113286</c:v>
              </c:pt>
              <c:pt idx="915">
                <c:v>-61.146616127326368</c:v>
              </c:pt>
              <c:pt idx="916">
                <c:v>-61.055165973683152</c:v>
              </c:pt>
              <c:pt idx="917">
                <c:v>-60.977342674097983</c:v>
              </c:pt>
              <c:pt idx="918">
                <c:v>-60.912996934699642</c:v>
              </c:pt>
              <c:pt idx="919">
                <c:v>-60.862023200982733</c:v>
              </c:pt>
              <c:pt idx="920">
                <c:v>-60.824358340888189</c:v>
              </c:pt>
              <c:pt idx="921">
                <c:v>-60.799980868353089</c:v>
              </c:pt>
              <c:pt idx="922">
                <c:v>-60.788910686673944</c:v>
              </c:pt>
              <c:pt idx="923">
                <c:v>-60.791209344901148</c:v>
              </c:pt>
              <c:pt idx="924">
                <c:v>-60.80698081404676</c:v>
              </c:pt>
              <c:pt idx="925">
                <c:v>-60.836372803761421</c:v>
              </c:pt>
              <c:pt idx="926">
                <c:v>-60.879578654959758</c:v>
              </c:pt>
              <c:pt idx="927">
                <c:v>-60.936839860354695</c:v>
              </c:pt>
              <c:pt idx="928">
                <c:v>-61.008449283827524</c:v>
              </c:pt>
              <c:pt idx="929">
                <c:v>-61.094755172023483</c:v>
              </c:pt>
              <c:pt idx="930">
                <c:v>-61.196166078804637</c:v>
              </c:pt>
              <c:pt idx="931">
                <c:v>-61.313156856876255</c:v>
              </c:pt>
              <c:pt idx="932">
                <c:v>-61.446275913239354</c:v>
              </c:pt>
              <c:pt idx="933">
                <c:v>-61.596153979088477</c:v>
              </c:pt>
              <c:pt idx="934">
                <c:v>-61.763514714444582</c:v>
              </c:pt>
              <c:pt idx="935">
                <c:v>-61.949187558842461</c:v>
              </c:pt>
              <c:pt idx="936">
                <c:v>-62.154123359720479</c:v>
              </c:pt>
              <c:pt idx="937">
                <c:v>-62.379413471101742</c:v>
              </c:pt>
              <c:pt idx="938">
                <c:v>-62.626313233040577</c:v>
              </c:pt>
              <c:pt idx="939">
                <c:v>-62.896271041066086</c:v>
              </c:pt>
              <c:pt idx="940">
                <c:v>-63.190964630099977</c:v>
              </c:pt>
              <c:pt idx="941">
                <c:v>-63.512346782960421</c:v>
              </c:pt>
              <c:pt idx="942">
                <c:v>-63.862703512684774</c:v>
              </c:pt>
              <c:pt idx="943">
                <c:v>-64.244728991194734</c:v>
              </c:pt>
              <c:pt idx="944">
                <c:v>-64.661623314380122</c:v>
              </c:pt>
              <c:pt idx="945">
                <c:v>-65.117221951521117</c:v>
              </c:pt>
              <c:pt idx="946">
                <c:v>-65.616170010562541</c:v>
              </c:pt>
              <c:pt idx="947">
                <c:v>-66.164161280866054</c:v>
              </c:pt>
              <c:pt idx="948">
                <c:v>-66.768273232614604</c:v>
              </c:pt>
              <c:pt idx="949">
                <c:v>-67.437448206761758</c:v>
              </c:pt>
              <c:pt idx="950">
                <c:v>-68.183204675822907</c:v>
              </c:pt>
              <c:pt idx="951">
                <c:v>-69.020724608122961</c:v>
              </c:pt>
              <c:pt idx="952">
                <c:v>-69.970584048847343</c:v>
              </c:pt>
              <c:pt idx="953">
                <c:v>-71.061645451140961</c:v>
              </c:pt>
              <c:pt idx="954">
                <c:v>-72.336194787822677</c:v>
              </c:pt>
              <c:pt idx="955">
                <c:v>-73.859804889840106</c:v>
              </c:pt>
              <c:pt idx="956">
                <c:v>-75.742345413678692</c:v>
              </c:pt>
              <c:pt idx="957">
                <c:v>-78.189801781432607</c:v>
              </c:pt>
              <c:pt idx="958">
                <c:v>-80</c:v>
              </c:pt>
              <c:pt idx="959">
                <c:v>-80</c:v>
              </c:pt>
              <c:pt idx="960">
                <c:v>-80</c:v>
              </c:pt>
              <c:pt idx="961">
                <c:v>-80</c:v>
              </c:pt>
              <c:pt idx="962">
                <c:v>-80</c:v>
              </c:pt>
              <c:pt idx="963">
                <c:v>-77.972643229668392</c:v>
              </c:pt>
              <c:pt idx="964">
                <c:v>-75.452788946306185</c:v>
              </c:pt>
              <c:pt idx="965">
                <c:v>-73.497840447984146</c:v>
              </c:pt>
              <c:pt idx="966">
                <c:v>-71.901809793957923</c:v>
              </c:pt>
              <c:pt idx="967">
                <c:v>-70.554824806468005</c:v>
              </c:pt>
              <c:pt idx="968">
                <c:v>-69.391310130140994</c:v>
              </c:pt>
              <c:pt idx="969">
                <c:v>-68.368977264051111</c:v>
              </c:pt>
              <c:pt idx="970">
                <c:v>-67.45896122273399</c:v>
              </c:pt>
              <c:pt idx="971">
                <c:v>-66.640683423938739</c:v>
              </c:pt>
              <c:pt idx="972">
                <c:v>-65.898959356992776</c:v>
              </c:pt>
              <c:pt idx="973">
                <c:v>-65.222268001212143</c:v>
              </c:pt>
              <c:pt idx="974">
                <c:v>-64.601664461111795</c:v>
              </c:pt>
              <c:pt idx="975">
                <c:v>-64.030068705069269</c:v>
              </c:pt>
              <c:pt idx="976">
                <c:v>-63.501784374826372</c:v>
              </c:pt>
              <c:pt idx="977">
                <c:v>-63.012163785532053</c:v>
              </c:pt>
              <c:pt idx="978">
                <c:v>-62.557368882432939</c:v>
              </c:pt>
              <c:pt idx="979">
                <c:v>-62.134196975037597</c:v>
              </c:pt>
              <c:pt idx="980">
                <c:v>-61.739951287127724</c:v>
              </c:pt>
              <c:pt idx="981">
                <c:v>-61.372343191102829</c:v>
              </c:pt>
              <c:pt idx="982">
                <c:v>-61.02941727873776</c:v>
              </c:pt>
              <c:pt idx="983">
                <c:v>-60.709493178277178</c:v>
              </c:pt>
              <c:pt idx="984">
                <c:v>-60.411119845342469</c:v>
              </c:pt>
              <c:pt idx="985">
                <c:v>-60.133039278418408</c:v>
              </c:pt>
              <c:pt idx="986">
                <c:v>-59.874157448807054</c:v>
              </c:pt>
              <c:pt idx="987">
                <c:v>-59.633520820571718</c:v>
              </c:pt>
              <c:pt idx="988">
                <c:v>-59.410297251238603</c:v>
              </c:pt>
              <c:pt idx="989">
                <c:v>-59.203760362781949</c:v>
              </c:pt>
              <c:pt idx="990">
                <c:v>-59.013276690303286</c:v>
              </c:pt>
              <c:pt idx="991">
                <c:v>-58.838295076756438</c:v>
              </c:pt>
              <c:pt idx="992">
                <c:v>-58.678337902398781</c:v>
              </c:pt>
              <c:pt idx="993">
                <c:v>-58.532993828677931</c:v>
              </c:pt>
              <c:pt idx="994">
                <c:v>-58.401911805935072</c:v>
              </c:pt>
              <c:pt idx="995">
                <c:v>-58.284796148271248</c:v>
              </c:pt>
              <c:pt idx="996">
                <c:v>-58.181402521260381</c:v>
              </c:pt>
              <c:pt idx="997">
                <c:v>-58.091534721876442</c:v>
              </c:pt>
              <c:pt idx="998">
                <c:v>-58.015042157244892</c:v>
              </c:pt>
              <c:pt idx="999">
                <c:v>-57.95181795129092</c:v>
              </c:pt>
              <c:pt idx="1000">
                <c:v>-57.901797627323432</c:v>
              </c:pt>
              <c:pt idx="1001">
                <c:v>-57.864958331075272</c:v>
              </c:pt>
              <c:pt idx="1002">
                <c:v>-57.841318573543042</c:v>
              </c:pt>
              <c:pt idx="1003">
                <c:v>-57.830938486844033</c:v>
              </c:pt>
              <c:pt idx="1004">
                <c:v>-57.833920599871931</c:v>
              </c:pt>
              <c:pt idx="1005">
                <c:v>-57.85041115440653</c:v>
              </c:pt>
              <c:pt idx="1006">
                <c:v>-57.880601997156518</c:v>
              </c:pt>
              <c:pt idx="1007">
                <c:v>-57.924733099695054</c:v>
              </c:pt>
              <c:pt idx="1008">
                <c:v>-57.983095777214544</c:v>
              </c:pt>
              <c:pt idx="1009">
                <c:v>-58.056036699489908</c:v>
              </c:pt>
              <c:pt idx="1010">
                <c:v>-58.143962814681473</c:v>
              </c:pt>
              <c:pt idx="1011">
                <c:v>-58.247347340292983</c:v>
              </c:pt>
              <c:pt idx="1012">
                <c:v>-58.366737017937183</c:v>
              </c:pt>
              <c:pt idx="1013">
                <c:v>-58.50276088252695</c:v>
              </c:pt>
              <c:pt idx="1014">
                <c:v>-58.656140866181573</c:v>
              </c:pt>
              <c:pt idx="1015">
                <c:v>-58.827704648166588</c:v>
              </c:pt>
              <c:pt idx="1016">
                <c:v>-59.018401282514589</c:v>
              </c:pt>
              <c:pt idx="1017">
                <c:v>-59.229320295915173</c:v>
              </c:pt>
              <c:pt idx="1018">
                <c:v>-59.461715166347162</c:v>
              </c:pt>
              <c:pt idx="1019">
                <c:v>-59.717032391684164</c:v>
              </c:pt>
              <c:pt idx="1020">
                <c:v>-59.996947772749742</c:v>
              </c:pt>
              <c:pt idx="1021">
                <c:v>-60.303412120933245</c:v>
              </c:pt>
              <c:pt idx="1022">
                <c:v>-60.638709439598053</c:v>
              </c:pt>
              <c:pt idx="1023">
                <c:v>-61.005531851804982</c:v>
              </c:pt>
              <c:pt idx="1024">
                <c:v>-61.407077364426115</c:v>
              </c:pt>
              <c:pt idx="1025">
                <c:v>-61.84717931656791</c:v>
              </c:pt>
              <c:pt idx="1026">
                <c:v>-62.330480643815775</c:v>
              </c:pt>
              <c:pt idx="1027">
                <c:v>-62.862672919925615</c:v>
              </c:pt>
              <c:pt idx="1028">
                <c:v>-63.450831355134689</c:v>
              </c:pt>
              <c:pt idx="1029">
                <c:v>-64.103895984984064</c:v>
              </c:pt>
              <c:pt idx="1030">
                <c:v>-64.833382929947618</c:v>
              </c:pt>
              <c:pt idx="1031">
                <c:v>-65.654471758481719</c:v>
              </c:pt>
              <c:pt idx="1032">
                <c:v>-66.587736066840264</c:v>
              </c:pt>
              <c:pt idx="1033">
                <c:v>-67.662035808899304</c:v>
              </c:pt>
              <c:pt idx="1034">
                <c:v>-68.919654406556234</c:v>
              </c:pt>
              <c:pt idx="1035">
                <c:v>-70.426162086827546</c:v>
              </c:pt>
              <c:pt idx="1036">
                <c:v>-72.291425847858051</c:v>
              </c:pt>
              <c:pt idx="1037">
                <c:v>-74.721428397545509</c:v>
              </c:pt>
              <c:pt idx="1038">
                <c:v>-78.178632036767738</c:v>
              </c:pt>
              <c:pt idx="1039">
                <c:v>-80</c:v>
              </c:pt>
              <c:pt idx="1040">
                <c:v>-80</c:v>
              </c:pt>
              <c:pt idx="1041">
                <c:v>-80</c:v>
              </c:pt>
              <c:pt idx="1042">
                <c:v>-77.961473485003523</c:v>
              </c:pt>
              <c:pt idx="1043">
                <c:v>-74.395669357650988</c:v>
              </c:pt>
              <c:pt idx="1044">
                <c:v>-71.85704085399324</c:v>
              </c:pt>
              <c:pt idx="1045">
                <c:v>-69.883117165955213</c:v>
              </c:pt>
              <c:pt idx="1046">
                <c:v>-68.267907062484397</c:v>
              </c:pt>
              <c:pt idx="1047">
                <c:v>-66.901535002299596</c:v>
              </c:pt>
              <c:pt idx="1048">
                <c:v>-65.718422191218451</c:v>
              </c:pt>
              <c:pt idx="1049">
                <c:v>-64.676276612071618</c:v>
              </c:pt>
              <c:pt idx="1050">
                <c:v>-63.746229683495763</c:v>
              </c:pt>
              <c:pt idx="1051">
                <c:v>-62.907699145386488</c:v>
              </c:pt>
              <c:pt idx="1052">
                <c:v>-62.145496724882847</c:v>
              </c:pt>
              <c:pt idx="1053">
                <c:v>-61.448097552313214</c:v>
              </c:pt>
              <c:pt idx="1054">
                <c:v>-60.806552793852504</c:v>
              </c:pt>
              <c:pt idx="1055">
                <c:v>-60.21377838754151</c:v>
              </c:pt>
              <c:pt idx="1056">
                <c:v>-59.664073850048112</c:v>
              </c:pt>
              <c:pt idx="1057">
                <c:v>-59.152787273870082</c:v>
              </c:pt>
              <c:pt idx="1058">
                <c:v>-58.676076281081293</c:v>
              </c:pt>
              <c:pt idx="1059">
                <c:v>-58.23073375444298</c:v>
              </c:pt>
              <c:pt idx="1060">
                <c:v>-57.814058384248376</c:v>
              </c:pt>
              <c:pt idx="1061">
                <c:v>-57.423756899382369</c:v>
              </c:pt>
              <c:pt idx="1062">
                <c:v>-57.057869134670398</c:v>
              </c:pt>
              <c:pt idx="1063">
                <c:v>-56.714709844434708</c:v>
              </c:pt>
              <c:pt idx="1064">
                <c:v>-56.392822989728202</c:v>
              </c:pt>
              <c:pt idx="1065">
                <c:v>-56.09094545000643</c:v>
              </c:pt>
              <c:pt idx="1066">
                <c:v>-55.80797794911939</c:v>
              </c:pt>
              <c:pt idx="1067">
                <c:v>-55.542961571138683</c:v>
              </c:pt>
              <c:pt idx="1068">
                <c:v>-55.295058656780576</c:v>
              </c:pt>
              <c:pt idx="1069">
                <c:v>-55.063537169943373</c:v>
              </c:pt>
              <c:pt idx="1070">
                <c:v>-54.847757841761634</c:v>
              </c:pt>
              <c:pt idx="1071">
                <c:v>-54.64716356052034</c:v>
              </c:pt>
              <c:pt idx="1072">
                <c:v>-54.461270596100917</c:v>
              </c:pt>
              <c:pt idx="1073">
                <c:v>-54.289661338658711</c:v>
              </c:pt>
              <c:pt idx="1074">
                <c:v>-54.131978300903256</c:v>
              </c:pt>
              <c:pt idx="1075">
                <c:v>-53.987919187317303</c:v>
              </c:pt>
              <c:pt idx="1076">
                <c:v>-53.857232875987108</c:v>
              </c:pt>
              <c:pt idx="1077">
                <c:v>-53.739716192400138</c:v>
              </c:pt>
              <c:pt idx="1078">
                <c:v>-53.63521138180738</c:v>
              </c:pt>
              <c:pt idx="1079">
                <c:v>-53.543604209210145</c:v>
              </c:pt>
              <c:pt idx="1080">
                <c:v>-53.464822634996302</c:v>
              </c:pt>
              <c:pt idx="1081">
                <c:v>-53.398836030731751</c:v>
              </c:pt>
              <c:pt idx="1082">
                <c:v>-53.345654914434924</c:v>
              </c:pt>
              <c:pt idx="1083">
                <c:v>-53.305331198535413</c:v>
              </c:pt>
              <c:pt idx="1084">
                <c:v>-53.277958957280774</c:v>
              </c:pt>
              <c:pt idx="1085">
                <c:v>-53.2636757342284</c:v>
              </c:pt>
              <c:pt idx="1086">
                <c:v>-53.26266442528145</c:v>
              </c:pt>
              <c:pt idx="1087">
                <c:v>-53.275155789207972</c:v>
              </c:pt>
              <c:pt idx="1088">
                <c:v>-53.30143165654718</c:v>
              </c:pt>
              <c:pt idx="1089">
                <c:v>-53.341828930268505</c:v>
              </c:pt>
              <c:pt idx="1090">
                <c:v>-53.396744498789403</c:v>
              </c:pt>
              <c:pt idx="1091">
                <c:v>-53.466641215640564</c:v>
              </c:pt>
              <c:pt idx="1092">
                <c:v>-53.55205514240258</c:v>
              </c:pt>
              <c:pt idx="1093">
                <c:v>-53.653604305501162</c:v>
              </c:pt>
              <c:pt idx="1094">
                <c:v>-53.771999287118646</c:v>
              </c:pt>
              <c:pt idx="1095">
                <c:v>-53.908056061505071</c:v>
              </c:pt>
              <c:pt idx="1096">
                <c:v>-54.062711608299459</c:v>
              </c:pt>
              <c:pt idx="1097">
                <c:v>-54.237042995410022</c:v>
              </c:pt>
              <c:pt idx="1098">
                <c:v>-54.432290841884019</c:v>
              </c:pt>
              <c:pt idx="1099">
                <c:v>-54.649888369953324</c:v>
              </c:pt>
              <c:pt idx="1100">
                <c:v>-54.89149767068362</c:v>
              </c:pt>
              <c:pt idx="1101">
                <c:v>-55.15905539328638</c:v>
              </c:pt>
              <c:pt idx="1102">
                <c:v>-55.454830907270065</c:v>
              </c:pt>
              <c:pt idx="1103">
                <c:v>-55.78150120989374</c:v>
              </c:pt>
              <c:pt idx="1104">
                <c:v>-56.142248668934485</c:v>
              </c:pt>
              <c:pt idx="1105">
                <c:v>-56.540890448618974</c:v>
              </c:pt>
              <c:pt idx="1106">
                <c:v>-56.982052750157742</c:v>
              </c:pt>
              <c:pt idx="1107">
                <c:v>-57.471409828428406</c:v>
              </c:pt>
              <c:pt idx="1108">
                <c:v>-58.016018963894815</c:v>
              </c:pt>
              <c:pt idx="1109">
                <c:v>-58.624801623562881</c:v>
              </c:pt>
              <c:pt idx="1110">
                <c:v>-59.309254691168654</c:v>
              </c:pt>
              <c:pt idx="1111">
                <c:v>-60.084537799106492</c:v>
              </c:pt>
              <c:pt idx="1112">
                <c:v>-60.971203875326367</c:v>
              </c:pt>
              <c:pt idx="1113">
                <c:v>-61.998091438320003</c:v>
              </c:pt>
              <c:pt idx="1114">
                <c:v>-63.2074616706265</c:v>
              </c:pt>
              <c:pt idx="1115">
                <c:v>-64.664861716835262</c:v>
              </c:pt>
              <c:pt idx="1116">
                <c:v>-66.480134608141668</c:v>
              </c:pt>
              <c:pt idx="1117">
                <c:v>-68.859238156987857</c:v>
              </c:pt>
              <c:pt idx="1118">
                <c:v>-72.264608793589431</c:v>
              </c:pt>
              <c:pt idx="1119">
                <c:v>-78.171932947930401</c:v>
              </c:pt>
              <c:pt idx="1120">
                <c:v>-80</c:v>
              </c:pt>
              <c:pt idx="1121">
                <c:v>-77.954774396166172</c:v>
              </c:pt>
              <c:pt idx="1122">
                <c:v>-71.830223799724635</c:v>
              </c:pt>
              <c:pt idx="1123">
                <c:v>-68.207490812916035</c:v>
              </c:pt>
              <c:pt idx="1124">
                <c:v>-65.610820732519841</c:v>
              </c:pt>
              <c:pt idx="1125">
                <c:v>-63.577708470383392</c:v>
              </c:pt>
              <c:pt idx="1126">
                <c:v>-61.902127040374651</c:v>
              </c:pt>
              <c:pt idx="1127">
                <c:v>-60.474163588356731</c:v>
              </c:pt>
              <c:pt idx="1128">
                <c:v>-59.228200360948371</c:v>
              </c:pt>
              <c:pt idx="1129">
                <c:v>-58.121904640589726</c:v>
              </c:pt>
              <c:pt idx="1130">
                <c:v>-57.126365302667288</c:v>
              </c:pt>
              <c:pt idx="1131">
                <c:v>-56.22095559188611</c:v>
              </c:pt>
              <c:pt idx="1132">
                <c:v>-55.390440671108429</c:v>
              </c:pt>
              <c:pt idx="1133">
                <c:v>-54.62324691136623</c:v>
              </c:pt>
              <c:pt idx="1134">
                <c:v>-53.910374389001142</c:v>
              </c:pt>
              <c:pt idx="1135">
                <c:v>-53.244685475699129</c:v>
              </c:pt>
              <c:pt idx="1136">
                <c:v>-52.620423487820858</c:v>
              </c:pt>
              <c:pt idx="1137">
                <c:v>-52.032877513640472</c:v>
              </c:pt>
              <c:pt idx="1138">
                <c:v>-51.478143183385249</c:v>
              </c:pt>
              <c:pt idx="1139">
                <c:v>-50.952948201550711</c:v>
              </c:pt>
              <c:pt idx="1140">
                <c:v>-50.45452267835649</c:v>
              </c:pt>
              <c:pt idx="1141">
                <c:v>-49.980501127143356</c:v>
              </c:pt>
              <c:pt idx="1142">
                <c:v>-49.528847277904404</c:v>
              </c:pt>
              <c:pt idx="1143">
                <c:v>-49.097795614756414</c:v>
              </c:pt>
              <c:pt idx="1144">
                <c:v>-48.685805362447859</c:v>
              </c:pt>
              <c:pt idx="1145">
                <c:v>-48.291523869991181</c:v>
              </c:pt>
              <c:pt idx="1146">
                <c:v>-47.913757178282609</c:v>
              </c:pt>
              <c:pt idx="1147">
                <c:v>-47.55144614381274</c:v>
              </c:pt>
              <c:pt idx="1148">
                <c:v>-47.203646905359562</c:v>
              </c:pt>
              <c:pt idx="1149">
                <c:v>-46.869514778786822</c:v>
              </c:pt>
              <c:pt idx="1150">
                <c:v>-46.54829088234527</c:v>
              </c:pt>
              <c:pt idx="1151">
                <c:v>-46.239290955105645</c:v>
              </c:pt>
              <c:pt idx="1152">
                <c:v>-45.941895950655294</c:v>
              </c:pt>
              <c:pt idx="1153">
                <c:v>-45.655544078253925</c:v>
              </c:pt>
              <c:pt idx="1154">
                <c:v>-45.379724032183475</c:v>
              </c:pt>
              <c:pt idx="1155">
                <c:v>-45.113969202663043</c:v>
              </c:pt>
              <c:pt idx="1156">
                <c:v>-44.857852702466154</c:v>
              </c:pt>
              <c:pt idx="1157">
                <c:v>-44.610983075203904</c:v>
              </c:pt>
              <c:pt idx="1158">
                <c:v>-44.373000576270428</c:v>
              </c:pt>
              <c:pt idx="1159">
                <c:v>-44.143573937275846</c:v>
              </c:pt>
              <c:pt idx="1160">
                <c:v>-43.92239754060305</c:v>
              </c:pt>
              <c:pt idx="1161">
                <c:v>-43.709188943411121</c:v>
              </c:pt>
              <c:pt idx="1162">
                <c:v>-43.503686700648615</c:v>
              </c:pt>
              <c:pt idx="1163">
                <c:v>-43.305648444952077</c:v>
              </c:pt>
              <c:pt idx="1164">
                <c:v>-43.114849188088151</c:v>
              </c:pt>
              <c:pt idx="1165">
                <c:v>-42.931079814161691</c:v>
              </c:pt>
              <c:pt idx="1166">
                <c:v>-42.754145739397096</c:v>
              </c:pt>
              <c:pt idx="1167">
                <c:v>-42.583865717097325</c:v>
              </c:pt>
              <c:pt idx="1168">
                <c:v>-42.420070769541667</c:v>
              </c:pt>
              <c:pt idx="1169">
                <c:v>-42.262603231220822</c:v>
              </c:pt>
              <c:pt idx="1170">
                <c:v>-42.111315890018147</c:v>
              </c:pt>
              <c:pt idx="1171">
                <c:v>-41.966071214807215</c:v>
              </c:pt>
              <c:pt idx="1172">
                <c:v>-41.826740659507962</c:v>
              </c:pt>
              <c:pt idx="1173">
                <c:v>-41.693204034976716</c:v>
              </c:pt>
              <c:pt idx="1174">
                <c:v>-41.565348941239591</c:v>
              </c:pt>
              <c:pt idx="1175">
                <c:v>-41.443070253547063</c:v>
              </c:pt>
              <c:pt idx="1176">
                <c:v>-41.326269656555972</c:v>
              </c:pt>
              <c:pt idx="1177">
                <c:v>-41.214855221658439</c:v>
              </c:pt>
              <c:pt idx="1178">
                <c:v>-41.108741023089792</c:v>
              </c:pt>
              <c:pt idx="1179">
                <c:v>-41.007846788978853</c:v>
              </c:pt>
              <c:pt idx="1180">
                <c:v>-40.912097583963245</c:v>
              </c:pt>
              <c:pt idx="1181">
                <c:v>-40.821423520391953</c:v>
              </c:pt>
              <c:pt idx="1182">
                <c:v>-40.735759495486292</c:v>
              </c:pt>
              <c:pt idx="1183">
                <c:v>-40.655044952134325</c:v>
              </c:pt>
              <c:pt idx="1184">
                <c:v>-40.579223661261622</c:v>
              </c:pt>
              <c:pt idx="1185">
                <c:v>-40.508243523955642</c:v>
              </c:pt>
              <c:pt idx="1186">
                <c:v>-40.442056391728528</c:v>
              </c:pt>
              <c:pt idx="1187">
                <c:v>-40.380617903486439</c:v>
              </c:pt>
              <c:pt idx="1188">
                <c:v>-40.323887337936199</c:v>
              </c:pt>
              <c:pt idx="1189">
                <c:v>-40.271827480305504</c:v>
              </c:pt>
              <c:pt idx="1190">
                <c:v>-40.22440450238215</c:v>
              </c:pt>
              <c:pt idx="1191">
                <c:v>-40.181587854994731</c:v>
              </c:pt>
              <c:pt idx="1192">
                <c:v>-40.143350172161874</c:v>
              </c:pt>
              <c:pt idx="1193">
                <c:v>-40.109667186232763</c:v>
              </c:pt>
              <c:pt idx="1194">
                <c:v>-40.080517653428004</c:v>
              </c:pt>
              <c:pt idx="1195">
                <c:v>-40.055883289269786</c:v>
              </c:pt>
              <c:pt idx="1196">
                <c:v>-40.035748713463278</c:v>
              </c:pt>
              <c:pt idx="1197">
                <c:v>-40.020101403859634</c:v>
              </c:pt>
              <c:pt idx="1198">
                <c:v>-40.008931659194658</c:v>
              </c:pt>
              <c:pt idx="1199">
                <c:v>-40.002232570357336</c:v>
              </c:pt>
              <c:pt idx="1200">
                <c:v>-40</c:v>
              </c:pt>
              <c:pt idx="1201">
                <c:v>-40.002232570357336</c:v>
              </c:pt>
              <c:pt idx="1202">
                <c:v>-40.008931659194658</c:v>
              </c:pt>
              <c:pt idx="1203">
                <c:v>-40.020101403859634</c:v>
              </c:pt>
              <c:pt idx="1204">
                <c:v>-40.035748713463278</c:v>
              </c:pt>
              <c:pt idx="1205">
                <c:v>-40.055883289269786</c:v>
              </c:pt>
              <c:pt idx="1206">
                <c:v>-40.080517653428004</c:v>
              </c:pt>
              <c:pt idx="1207">
                <c:v>-40.109667186232763</c:v>
              </c:pt>
              <c:pt idx="1208">
                <c:v>-40.143350172161874</c:v>
              </c:pt>
              <c:pt idx="1209">
                <c:v>-40.181587854994731</c:v>
              </c:pt>
              <c:pt idx="1210">
                <c:v>-40.22440450238215</c:v>
              </c:pt>
              <c:pt idx="1211">
                <c:v>-40.271827480305504</c:v>
              </c:pt>
              <c:pt idx="1212">
                <c:v>-40.323887337936199</c:v>
              </c:pt>
              <c:pt idx="1213">
                <c:v>-40.380617903486439</c:v>
              </c:pt>
              <c:pt idx="1214">
                <c:v>-40.442056391728528</c:v>
              </c:pt>
              <c:pt idx="1215">
                <c:v>-40.508243523955642</c:v>
              </c:pt>
              <c:pt idx="1216">
                <c:v>-40.579223661261622</c:v>
              </c:pt>
              <c:pt idx="1217">
                <c:v>-40.655044952134325</c:v>
              </c:pt>
              <c:pt idx="1218">
                <c:v>-40.735759495486292</c:v>
              </c:pt>
              <c:pt idx="1219">
                <c:v>-40.821423520391953</c:v>
              </c:pt>
              <c:pt idx="1220">
                <c:v>-40.912097583963245</c:v>
              </c:pt>
              <c:pt idx="1221">
                <c:v>-41.007846788978853</c:v>
              </c:pt>
              <c:pt idx="1222">
                <c:v>-41.108741023089792</c:v>
              </c:pt>
              <c:pt idx="1223">
                <c:v>-41.214855221658439</c:v>
              </c:pt>
              <c:pt idx="1224">
                <c:v>-41.326269656555972</c:v>
              </c:pt>
              <c:pt idx="1225">
                <c:v>-41.443070253547063</c:v>
              </c:pt>
              <c:pt idx="1226">
                <c:v>-41.565348941239591</c:v>
              </c:pt>
              <c:pt idx="1227">
                <c:v>-41.693204034976716</c:v>
              </c:pt>
              <c:pt idx="1228">
                <c:v>-41.826740659507962</c:v>
              </c:pt>
              <c:pt idx="1229">
                <c:v>-41.966071214807215</c:v>
              </c:pt>
              <c:pt idx="1230">
                <c:v>-42.111315890018147</c:v>
              </c:pt>
              <c:pt idx="1231">
                <c:v>-42.262603231220822</c:v>
              </c:pt>
              <c:pt idx="1232">
                <c:v>-42.420070769541667</c:v>
              </c:pt>
              <c:pt idx="1233">
                <c:v>-42.583865717097325</c:v>
              </c:pt>
              <c:pt idx="1234">
                <c:v>-42.754145739397096</c:v>
              </c:pt>
              <c:pt idx="1235">
                <c:v>-42.931079814161691</c:v>
              </c:pt>
              <c:pt idx="1236">
                <c:v>-43.114849188088151</c:v>
              </c:pt>
              <c:pt idx="1237">
                <c:v>-43.305648444952077</c:v>
              </c:pt>
              <c:pt idx="1238">
                <c:v>-43.503686700648615</c:v>
              </c:pt>
              <c:pt idx="1239">
                <c:v>-43.709188943411121</c:v>
              </c:pt>
              <c:pt idx="1240">
                <c:v>-43.92239754060305</c:v>
              </c:pt>
              <c:pt idx="1241">
                <c:v>-44.143573937275846</c:v>
              </c:pt>
              <c:pt idx="1242">
                <c:v>-44.373000576270428</c:v>
              </c:pt>
              <c:pt idx="1243">
                <c:v>-44.610983075203904</c:v>
              </c:pt>
              <c:pt idx="1244">
                <c:v>-44.857852702466154</c:v>
              </c:pt>
              <c:pt idx="1245">
                <c:v>-45.113969202663043</c:v>
              </c:pt>
              <c:pt idx="1246">
                <c:v>-45.379724032183475</c:v>
              </c:pt>
              <c:pt idx="1247">
                <c:v>-45.655544078253925</c:v>
              </c:pt>
              <c:pt idx="1248">
                <c:v>-45.941895950655294</c:v>
              </c:pt>
              <c:pt idx="1249">
                <c:v>-46.239290955105645</c:v>
              </c:pt>
              <c:pt idx="1250">
                <c:v>-46.54829088234527</c:v>
              </c:pt>
              <c:pt idx="1251">
                <c:v>-46.869514778786822</c:v>
              </c:pt>
              <c:pt idx="1252">
                <c:v>-47.203646905359562</c:v>
              </c:pt>
              <c:pt idx="1253">
                <c:v>-47.55144614381274</c:v>
              </c:pt>
              <c:pt idx="1254">
                <c:v>-47.913757178282609</c:v>
              </c:pt>
              <c:pt idx="1255">
                <c:v>-48.291523869991181</c:v>
              </c:pt>
              <c:pt idx="1256">
                <c:v>-48.685805362447859</c:v>
              </c:pt>
              <c:pt idx="1257">
                <c:v>-49.097795614756414</c:v>
              </c:pt>
              <c:pt idx="1258">
                <c:v>-49.528847277904404</c:v>
              </c:pt>
              <c:pt idx="1259">
                <c:v>-49.980501127143356</c:v>
              </c:pt>
              <c:pt idx="1260">
                <c:v>-50.45452267835649</c:v>
              </c:pt>
              <c:pt idx="1261">
                <c:v>-50.952948201550711</c:v>
              </c:pt>
              <c:pt idx="1262">
                <c:v>-51.478143183385249</c:v>
              </c:pt>
              <c:pt idx="1263">
                <c:v>-52.032877513640472</c:v>
              </c:pt>
              <c:pt idx="1264">
                <c:v>-52.620423487820858</c:v>
              </c:pt>
              <c:pt idx="1265">
                <c:v>-53.244685475699129</c:v>
              </c:pt>
              <c:pt idx="1266">
                <c:v>-53.910374389001142</c:v>
              </c:pt>
              <c:pt idx="1267">
                <c:v>-54.62324691136623</c:v>
              </c:pt>
              <c:pt idx="1268">
                <c:v>-55.390440671108429</c:v>
              </c:pt>
              <c:pt idx="1269">
                <c:v>-56.22095559188611</c:v>
              </c:pt>
              <c:pt idx="1270">
                <c:v>-57.126365302667288</c:v>
              </c:pt>
              <c:pt idx="1271">
                <c:v>-58.121904640589726</c:v>
              </c:pt>
              <c:pt idx="1272">
                <c:v>-59.228200360948371</c:v>
              </c:pt>
              <c:pt idx="1273">
                <c:v>-60.474163588356731</c:v>
              </c:pt>
              <c:pt idx="1274">
                <c:v>-61.902127040374651</c:v>
              </c:pt>
              <c:pt idx="1275">
                <c:v>-63.577708470383392</c:v>
              </c:pt>
              <c:pt idx="1276">
                <c:v>-65.610820732519841</c:v>
              </c:pt>
              <c:pt idx="1277">
                <c:v>-68.207490812916035</c:v>
              </c:pt>
              <c:pt idx="1278">
                <c:v>-71.830223799724635</c:v>
              </c:pt>
              <c:pt idx="1279">
                <c:v>-77.954774396166172</c:v>
              </c:pt>
              <c:pt idx="1280">
                <c:v>-80</c:v>
              </c:pt>
              <c:pt idx="1281">
                <c:v>-78.171932947930401</c:v>
              </c:pt>
              <c:pt idx="1282">
                <c:v>-72.264608793589431</c:v>
              </c:pt>
              <c:pt idx="1283">
                <c:v>-68.859238156987857</c:v>
              </c:pt>
              <c:pt idx="1284">
                <c:v>-66.480134608141668</c:v>
              </c:pt>
              <c:pt idx="1285">
                <c:v>-64.664861716835262</c:v>
              </c:pt>
              <c:pt idx="1286">
                <c:v>-63.2074616706265</c:v>
              </c:pt>
              <c:pt idx="1287">
                <c:v>-61.998091438320003</c:v>
              </c:pt>
              <c:pt idx="1288">
                <c:v>-60.971203875326367</c:v>
              </c:pt>
              <c:pt idx="1289">
                <c:v>-60.084537799106492</c:v>
              </c:pt>
              <c:pt idx="1290">
                <c:v>-59.309254691168654</c:v>
              </c:pt>
              <c:pt idx="1291">
                <c:v>-58.624801623562881</c:v>
              </c:pt>
              <c:pt idx="1292">
                <c:v>-58.016018963894815</c:v>
              </c:pt>
              <c:pt idx="1293">
                <c:v>-57.471409828428406</c:v>
              </c:pt>
              <c:pt idx="1294">
                <c:v>-56.982052750157742</c:v>
              </c:pt>
              <c:pt idx="1295">
                <c:v>-56.540890448618974</c:v>
              </c:pt>
              <c:pt idx="1296">
                <c:v>-56.142248668934485</c:v>
              </c:pt>
              <c:pt idx="1297">
                <c:v>-55.78150120989374</c:v>
              </c:pt>
              <c:pt idx="1298">
                <c:v>-55.454830907270065</c:v>
              </c:pt>
              <c:pt idx="1299">
                <c:v>-55.15905539328638</c:v>
              </c:pt>
              <c:pt idx="1300">
                <c:v>-54.89149767068362</c:v>
              </c:pt>
              <c:pt idx="1301">
                <c:v>-54.649888369953324</c:v>
              </c:pt>
              <c:pt idx="1302">
                <c:v>-54.432290841884019</c:v>
              </c:pt>
              <c:pt idx="1303">
                <c:v>-54.237042995410022</c:v>
              </c:pt>
              <c:pt idx="1304">
                <c:v>-54.062711608299459</c:v>
              </c:pt>
              <c:pt idx="1305">
                <c:v>-53.908056061505071</c:v>
              </c:pt>
              <c:pt idx="1306">
                <c:v>-53.771999287118646</c:v>
              </c:pt>
              <c:pt idx="1307">
                <c:v>-53.653604305501162</c:v>
              </c:pt>
              <c:pt idx="1308">
                <c:v>-53.55205514240258</c:v>
              </c:pt>
              <c:pt idx="1309">
                <c:v>-53.466641215640564</c:v>
              </c:pt>
              <c:pt idx="1310">
                <c:v>-53.396744498789403</c:v>
              </c:pt>
              <c:pt idx="1311">
                <c:v>-53.341828930268505</c:v>
              </c:pt>
              <c:pt idx="1312">
                <c:v>-53.30143165654718</c:v>
              </c:pt>
              <c:pt idx="1313">
                <c:v>-53.275155789207972</c:v>
              </c:pt>
              <c:pt idx="1314">
                <c:v>-53.26266442528145</c:v>
              </c:pt>
              <c:pt idx="1315">
                <c:v>-53.2636757342284</c:v>
              </c:pt>
              <c:pt idx="1316">
                <c:v>-53.277958957280774</c:v>
              </c:pt>
              <c:pt idx="1317">
                <c:v>-53.305331198535413</c:v>
              </c:pt>
              <c:pt idx="1318">
                <c:v>-53.345654914434924</c:v>
              </c:pt>
              <c:pt idx="1319">
                <c:v>-53.398836030731751</c:v>
              </c:pt>
              <c:pt idx="1320">
                <c:v>-53.464822634996302</c:v>
              </c:pt>
              <c:pt idx="1321">
                <c:v>-53.543604209210145</c:v>
              </c:pt>
              <c:pt idx="1322">
                <c:v>-53.63521138180738</c:v>
              </c:pt>
              <c:pt idx="1323">
                <c:v>-53.739716192400138</c:v>
              </c:pt>
              <c:pt idx="1324">
                <c:v>-53.857232875987108</c:v>
              </c:pt>
              <c:pt idx="1325">
                <c:v>-53.987919187317303</c:v>
              </c:pt>
              <c:pt idx="1326">
                <c:v>-54.131978300903256</c:v>
              </c:pt>
              <c:pt idx="1327">
                <c:v>-54.289661338658711</c:v>
              </c:pt>
              <c:pt idx="1328">
                <c:v>-54.461270596100917</c:v>
              </c:pt>
              <c:pt idx="1329">
                <c:v>-54.64716356052034</c:v>
              </c:pt>
              <c:pt idx="1330">
                <c:v>-54.847757841761634</c:v>
              </c:pt>
              <c:pt idx="1331">
                <c:v>-55.063537169943373</c:v>
              </c:pt>
              <c:pt idx="1332">
                <c:v>-55.295058656780576</c:v>
              </c:pt>
              <c:pt idx="1333">
                <c:v>-55.542961571138683</c:v>
              </c:pt>
              <c:pt idx="1334">
                <c:v>-55.80797794911939</c:v>
              </c:pt>
              <c:pt idx="1335">
                <c:v>-56.09094545000643</c:v>
              </c:pt>
              <c:pt idx="1336">
                <c:v>-56.392822989728202</c:v>
              </c:pt>
              <c:pt idx="1337">
                <c:v>-56.714709844434708</c:v>
              </c:pt>
              <c:pt idx="1338">
                <c:v>-57.057869134670398</c:v>
              </c:pt>
              <c:pt idx="1339">
                <c:v>-57.423756899382369</c:v>
              </c:pt>
              <c:pt idx="1340">
                <c:v>-57.814058384248376</c:v>
              </c:pt>
              <c:pt idx="1341">
                <c:v>-58.23073375444298</c:v>
              </c:pt>
              <c:pt idx="1342">
                <c:v>-58.676076281081293</c:v>
              </c:pt>
              <c:pt idx="1343">
                <c:v>-59.152787273870082</c:v>
              </c:pt>
              <c:pt idx="1344">
                <c:v>-59.664073850048112</c:v>
              </c:pt>
              <c:pt idx="1345">
                <c:v>-60.21377838754151</c:v>
              </c:pt>
              <c:pt idx="1346">
                <c:v>-60.806552793852504</c:v>
              </c:pt>
              <c:pt idx="1347">
                <c:v>-61.448097552313214</c:v>
              </c:pt>
              <c:pt idx="1348">
                <c:v>-62.145496724882847</c:v>
              </c:pt>
              <c:pt idx="1349">
                <c:v>-62.907699145386488</c:v>
              </c:pt>
              <c:pt idx="1350">
                <c:v>-63.746229683495763</c:v>
              </c:pt>
              <c:pt idx="1351">
                <c:v>-64.676276612071618</c:v>
              </c:pt>
              <c:pt idx="1352">
                <c:v>-65.718422191218451</c:v>
              </c:pt>
              <c:pt idx="1353">
                <c:v>-66.901535002299596</c:v>
              </c:pt>
              <c:pt idx="1354">
                <c:v>-68.267907062484397</c:v>
              </c:pt>
              <c:pt idx="1355">
                <c:v>-69.883117165955213</c:v>
              </c:pt>
              <c:pt idx="1356">
                <c:v>-71.85704085399324</c:v>
              </c:pt>
              <c:pt idx="1357">
                <c:v>-74.395669357650988</c:v>
              </c:pt>
              <c:pt idx="1358">
                <c:v>-77.961473485003523</c:v>
              </c:pt>
              <c:pt idx="1359">
                <c:v>-80</c:v>
              </c:pt>
              <c:pt idx="1360">
                <c:v>-80</c:v>
              </c:pt>
              <c:pt idx="1361">
                <c:v>-80</c:v>
              </c:pt>
              <c:pt idx="1362">
                <c:v>-78.178632036767738</c:v>
              </c:pt>
              <c:pt idx="1363">
                <c:v>-74.721428397545509</c:v>
              </c:pt>
              <c:pt idx="1364">
                <c:v>-72.291425847858051</c:v>
              </c:pt>
              <c:pt idx="1365">
                <c:v>-70.426162086827546</c:v>
              </c:pt>
              <c:pt idx="1366">
                <c:v>-68.919654406556234</c:v>
              </c:pt>
              <c:pt idx="1367">
                <c:v>-67.662035808899304</c:v>
              </c:pt>
              <c:pt idx="1368">
                <c:v>-66.587736066840264</c:v>
              </c:pt>
              <c:pt idx="1369">
                <c:v>-65.654471758481719</c:v>
              </c:pt>
              <c:pt idx="1370">
                <c:v>-64.833382929947618</c:v>
              </c:pt>
              <c:pt idx="1371">
                <c:v>-64.103895984984064</c:v>
              </c:pt>
              <c:pt idx="1372">
                <c:v>-63.450831355134689</c:v>
              </c:pt>
              <c:pt idx="1373">
                <c:v>-62.862672919925615</c:v>
              </c:pt>
              <c:pt idx="1374">
                <c:v>-62.330480643815775</c:v>
              </c:pt>
              <c:pt idx="1375">
                <c:v>-61.84717931656791</c:v>
              </c:pt>
              <c:pt idx="1376">
                <c:v>-61.407077364426115</c:v>
              </c:pt>
              <c:pt idx="1377">
                <c:v>-61.005531851804982</c:v>
              </c:pt>
              <c:pt idx="1378">
                <c:v>-60.638709439598053</c:v>
              </c:pt>
              <c:pt idx="1379">
                <c:v>-60.303412120933245</c:v>
              </c:pt>
              <c:pt idx="1380">
                <c:v>-59.996947772749742</c:v>
              </c:pt>
              <c:pt idx="1381">
                <c:v>-59.717032391684164</c:v>
              </c:pt>
              <c:pt idx="1382">
                <c:v>-59.461715166347162</c:v>
              </c:pt>
              <c:pt idx="1383">
                <c:v>-59.229320295915173</c:v>
              </c:pt>
              <c:pt idx="1384">
                <c:v>-59.018401282514589</c:v>
              </c:pt>
              <c:pt idx="1385">
                <c:v>-58.827704648166588</c:v>
              </c:pt>
              <c:pt idx="1386">
                <c:v>-58.656140866181573</c:v>
              </c:pt>
              <c:pt idx="1387">
                <c:v>-58.50276088252695</c:v>
              </c:pt>
              <c:pt idx="1388">
                <c:v>-58.366737017937183</c:v>
              </c:pt>
              <c:pt idx="1389">
                <c:v>-58.247347340292983</c:v>
              </c:pt>
              <c:pt idx="1390">
                <c:v>-58.143962814681473</c:v>
              </c:pt>
              <c:pt idx="1391">
                <c:v>-58.056036699489908</c:v>
              </c:pt>
              <c:pt idx="1392">
                <c:v>-57.983095777214544</c:v>
              </c:pt>
              <c:pt idx="1393">
                <c:v>-57.924733099695054</c:v>
              </c:pt>
              <c:pt idx="1394">
                <c:v>-57.880601997156518</c:v>
              </c:pt>
              <c:pt idx="1395">
                <c:v>-57.85041115440653</c:v>
              </c:pt>
              <c:pt idx="1396">
                <c:v>-57.833920599871931</c:v>
              </c:pt>
              <c:pt idx="1397">
                <c:v>-57.830938486844033</c:v>
              </c:pt>
              <c:pt idx="1398">
                <c:v>-57.841318573543042</c:v>
              </c:pt>
              <c:pt idx="1399">
                <c:v>-57.864958331075272</c:v>
              </c:pt>
              <c:pt idx="1400">
                <c:v>-57.901797627323432</c:v>
              </c:pt>
              <c:pt idx="1401">
                <c:v>-57.95181795129092</c:v>
              </c:pt>
              <c:pt idx="1402">
                <c:v>-58.015042157244892</c:v>
              </c:pt>
              <c:pt idx="1403">
                <c:v>-58.091534721876442</c:v>
              </c:pt>
              <c:pt idx="1404">
                <c:v>-58.181402521260381</c:v>
              </c:pt>
              <c:pt idx="1405">
                <c:v>-58.284796148271248</c:v>
              </c:pt>
              <c:pt idx="1406">
                <c:v>-58.401911805935072</c:v>
              </c:pt>
              <c:pt idx="1407">
                <c:v>-58.532993828677931</c:v>
              </c:pt>
              <c:pt idx="1408">
                <c:v>-58.678337902398781</c:v>
              </c:pt>
              <c:pt idx="1409">
                <c:v>-58.838295076756438</c:v>
              </c:pt>
              <c:pt idx="1410">
                <c:v>-59.013276690303286</c:v>
              </c:pt>
              <c:pt idx="1411">
                <c:v>-59.203760362781949</c:v>
              </c:pt>
              <c:pt idx="1412">
                <c:v>-59.410297251238603</c:v>
              </c:pt>
              <c:pt idx="1413">
                <c:v>-59.633520820571718</c:v>
              </c:pt>
              <c:pt idx="1414">
                <c:v>-59.874157448807054</c:v>
              </c:pt>
              <c:pt idx="1415">
                <c:v>-60.133039278418408</c:v>
              </c:pt>
              <c:pt idx="1416">
                <c:v>-60.411119845342469</c:v>
              </c:pt>
              <c:pt idx="1417">
                <c:v>-60.709493178277178</c:v>
              </c:pt>
              <c:pt idx="1418">
                <c:v>-61.02941727873776</c:v>
              </c:pt>
              <c:pt idx="1419">
                <c:v>-61.372343191102829</c:v>
              </c:pt>
              <c:pt idx="1420">
                <c:v>-61.739951287127724</c:v>
              </c:pt>
              <c:pt idx="1421">
                <c:v>-62.134196975037597</c:v>
              </c:pt>
              <c:pt idx="1422">
                <c:v>-62.557368882432939</c:v>
              </c:pt>
              <c:pt idx="1423">
                <c:v>-63.012163785532053</c:v>
              </c:pt>
              <c:pt idx="1424">
                <c:v>-63.501784374826372</c:v>
              </c:pt>
              <c:pt idx="1425">
                <c:v>-64.030068705069269</c:v>
              </c:pt>
              <c:pt idx="1426">
                <c:v>-64.601664461111795</c:v>
              </c:pt>
              <c:pt idx="1427">
                <c:v>-65.222268001212143</c:v>
              </c:pt>
              <c:pt idx="1428">
                <c:v>-65.898959356992776</c:v>
              </c:pt>
              <c:pt idx="1429">
                <c:v>-66.640683423938739</c:v>
              </c:pt>
              <c:pt idx="1430">
                <c:v>-67.45896122273399</c:v>
              </c:pt>
              <c:pt idx="1431">
                <c:v>-68.368977264051111</c:v>
              </c:pt>
              <c:pt idx="1432">
                <c:v>-69.391310130140994</c:v>
              </c:pt>
              <c:pt idx="1433">
                <c:v>-70.554824806468005</c:v>
              </c:pt>
              <c:pt idx="1434">
                <c:v>-71.901809793957923</c:v>
              </c:pt>
              <c:pt idx="1435">
                <c:v>-73.497840447984146</c:v>
              </c:pt>
              <c:pt idx="1436">
                <c:v>-75.452788946306185</c:v>
              </c:pt>
              <c:pt idx="1437">
                <c:v>-77.972643229668392</c:v>
              </c:pt>
              <c:pt idx="1438">
                <c:v>-80</c:v>
              </c:pt>
              <c:pt idx="1439">
                <c:v>-80</c:v>
              </c:pt>
              <c:pt idx="1440">
                <c:v>-80</c:v>
              </c:pt>
              <c:pt idx="1441">
                <c:v>-80</c:v>
              </c:pt>
              <c:pt idx="1442">
                <c:v>-80</c:v>
              </c:pt>
              <c:pt idx="1443">
                <c:v>-78.189801781432607</c:v>
              </c:pt>
              <c:pt idx="1444">
                <c:v>-75.742345413678692</c:v>
              </c:pt>
              <c:pt idx="1445">
                <c:v>-73.859804889840106</c:v>
              </c:pt>
              <c:pt idx="1446">
                <c:v>-72.336194787822677</c:v>
              </c:pt>
              <c:pt idx="1447">
                <c:v>-71.061645451140961</c:v>
              </c:pt>
              <c:pt idx="1448">
                <c:v>-69.970584048847343</c:v>
              </c:pt>
              <c:pt idx="1449">
                <c:v>-69.020724608122961</c:v>
              </c:pt>
              <c:pt idx="1450">
                <c:v>-68.183204675822907</c:v>
              </c:pt>
              <c:pt idx="1451">
                <c:v>-67.437448206761758</c:v>
              </c:pt>
              <c:pt idx="1452">
                <c:v>-66.768273232614604</c:v>
              </c:pt>
              <c:pt idx="1453">
                <c:v>-66.164161280866054</c:v>
              </c:pt>
              <c:pt idx="1454">
                <c:v>-65.616170010562541</c:v>
              </c:pt>
              <c:pt idx="1455">
                <c:v>-65.117221951521117</c:v>
              </c:pt>
              <c:pt idx="1456">
                <c:v>-64.661623314380122</c:v>
              </c:pt>
              <c:pt idx="1457">
                <c:v>-64.244728991194734</c:v>
              </c:pt>
              <c:pt idx="1458">
                <c:v>-63.862703512684774</c:v>
              </c:pt>
              <c:pt idx="1459">
                <c:v>-63.512346782960421</c:v>
              </c:pt>
              <c:pt idx="1460">
                <c:v>-63.190964630099977</c:v>
              </c:pt>
              <c:pt idx="1461">
                <c:v>-62.896271041066086</c:v>
              </c:pt>
              <c:pt idx="1462">
                <c:v>-62.626313233040577</c:v>
              </c:pt>
              <c:pt idx="1463">
                <c:v>-62.379413471101742</c:v>
              </c:pt>
              <c:pt idx="1464">
                <c:v>-62.154123359720479</c:v>
              </c:pt>
              <c:pt idx="1465">
                <c:v>-61.949187558842461</c:v>
              </c:pt>
              <c:pt idx="1466">
                <c:v>-61.763514714444582</c:v>
              </c:pt>
              <c:pt idx="1467">
                <c:v>-61.596153979088477</c:v>
              </c:pt>
              <c:pt idx="1468">
                <c:v>-61.446275913239354</c:v>
              </c:pt>
              <c:pt idx="1469">
                <c:v>-61.313156856876255</c:v>
              </c:pt>
              <c:pt idx="1470">
                <c:v>-61.196166078804637</c:v>
              </c:pt>
              <c:pt idx="1471">
                <c:v>-61.094755172023483</c:v>
              </c:pt>
              <c:pt idx="1472">
                <c:v>-61.008449283827524</c:v>
              </c:pt>
              <c:pt idx="1473">
                <c:v>-60.936839860354695</c:v>
              </c:pt>
              <c:pt idx="1474">
                <c:v>-60.879578654959758</c:v>
              </c:pt>
              <c:pt idx="1475">
                <c:v>-60.836372803761421</c:v>
              </c:pt>
              <c:pt idx="1476">
                <c:v>-60.80698081404676</c:v>
              </c:pt>
              <c:pt idx="1477">
                <c:v>-60.791209344901148</c:v>
              </c:pt>
              <c:pt idx="1478">
                <c:v>-60.788910686673944</c:v>
              </c:pt>
              <c:pt idx="1479">
                <c:v>-60.799980868353089</c:v>
              </c:pt>
              <c:pt idx="1480">
                <c:v>-60.824358340888189</c:v>
              </c:pt>
              <c:pt idx="1481">
                <c:v>-60.862023200982733</c:v>
              </c:pt>
              <c:pt idx="1482">
                <c:v>-60.912996934699642</c:v>
              </c:pt>
              <c:pt idx="1483">
                <c:v>-60.977342674097983</c:v>
              </c:pt>
              <c:pt idx="1484">
                <c:v>-61.055165973683152</c:v>
              </c:pt>
              <c:pt idx="1485">
                <c:v>-61.146616127326368</c:v>
              </c:pt>
              <c:pt idx="1486">
                <c:v>-61.25188806113286</c:v>
              </c:pt>
              <c:pt idx="1487">
                <c:v>-61.37122485421942</c:v>
              </c:pt>
              <c:pt idx="1488">
                <c:v>-61.504920958328164</c:v>
              </c:pt>
              <c:pt idx="1489">
                <c:v>-61.653326209666318</c:v>
              </c:pt>
              <c:pt idx="1490">
                <c:v>-61.816850753604015</c:v>
              </c:pt>
              <c:pt idx="1491">
                <c:v>-61.995971036546244</c:v>
              </c:pt>
              <c:pt idx="1492">
                <c:v>-62.191237061631945</c:v>
              </c:pt>
              <c:pt idx="1493">
                <c:v>-62.40328115887916</c:v>
              </c:pt>
              <c:pt idx="1494">
                <c:v>-62.632828590066374</c:v>
              </c:pt>
              <c:pt idx="1495">
                <c:v>-62.880710399669567</c:v>
              </c:pt>
              <c:pt idx="1496">
                <c:v>-63.14787904350262</c:v>
              </c:pt>
              <c:pt idx="1497">
                <c:v>-63.435427487650827</c:v>
              </c:pt>
              <c:pt idx="1498">
                <c:v>-63.744612688170776</c:v>
              </c:pt>
              <c:pt idx="1499">
                <c:v>-64.076884660789062</c:v>
              </c:pt>
              <c:pt idx="1500">
                <c:v>-64.433922765076858</c:v>
              </c:pt>
              <c:pt idx="1501">
                <c:v>-64.817681413212242</c:v>
              </c:pt>
              <c:pt idx="1502">
                <c:v>-65.230448252563178</c:v>
              </c:pt>
              <c:pt idx="1503">
                <c:v>-65.674919094614935</c:v>
              </c:pt>
              <c:pt idx="1504">
                <c:v>-66.154295680318199</c:v>
              </c:pt>
              <c:pt idx="1505">
                <c:v>-66.672415129777733</c:v>
              </c:pt>
              <c:pt idx="1506">
                <c:v>-67.233924207795368</c:v>
              </c:pt>
              <c:pt idx="1507">
                <c:v>-67.844518366893411</c:v>
              </c:pt>
              <c:pt idx="1508">
                <c:v>-68.511276746992593</c:v>
              </c:pt>
              <c:pt idx="1509">
                <c:v>-69.243143365637664</c:v>
              </c:pt>
              <c:pt idx="1510">
                <c:v>-70.051638379067583</c:v>
              </c:pt>
              <c:pt idx="1511">
                <c:v>-70.951945446744972</c:v>
              </c:pt>
              <c:pt idx="1512">
                <c:v>-71.964642312691851</c:v>
              </c:pt>
              <c:pt idx="1513">
                <c:v>-73.118593136876584</c:v>
              </c:pt>
              <c:pt idx="1514">
                <c:v>-74.456085607219364</c:v>
              </c:pt>
              <c:pt idx="1515">
                <c:v>-76.042694278341429</c:v>
              </c:pt>
              <c:pt idx="1516">
                <c:v>-77.988290539272128</c:v>
              </c:pt>
              <c:pt idx="1517">
                <c:v>-80</c:v>
              </c:pt>
              <c:pt idx="1518">
                <c:v>-80</c:v>
              </c:pt>
              <c:pt idx="1519">
                <c:v>-80</c:v>
              </c:pt>
              <c:pt idx="1520">
                <c:v>-80</c:v>
              </c:pt>
              <c:pt idx="1521">
                <c:v>-80</c:v>
              </c:pt>
              <c:pt idx="1522">
                <c:v>-80</c:v>
              </c:pt>
              <c:pt idx="1523">
                <c:v>-80</c:v>
              </c:pt>
              <c:pt idx="1524">
                <c:v>-78.205449091036343</c:v>
              </c:pt>
              <c:pt idx="1525">
                <c:v>-76.314150422126957</c:v>
              </c:pt>
              <c:pt idx="1526">
                <c:v>-74.781844647113886</c:v>
              </c:pt>
              <c:pt idx="1527">
                <c:v>-73.498661439153324</c:v>
              </c:pt>
              <c:pt idx="1528">
                <c:v>-72.399027306556647</c:v>
              </c:pt>
              <c:pt idx="1529">
                <c:v>-71.440655625207725</c:v>
              </c:pt>
              <c:pt idx="1530">
                <c:v>-70.594683299939902</c:v>
              </c:pt>
              <c:pt idx="1531">
                <c:v>-69.840533652655367</c:v>
              </c:pt>
              <c:pt idx="1532">
                <c:v>-69.163024091064415</c:v>
              </c:pt>
              <c:pt idx="1533">
                <c:v>-68.550635527476118</c:v>
              </c:pt>
              <c:pt idx="1534">
                <c:v>-67.994425014395077</c:v>
              </c:pt>
              <c:pt idx="1535">
                <c:v>-67.487314483578928</c:v>
              </c:pt>
              <c:pt idx="1536">
                <c:v>-67.023609555940013</c:v>
              </c:pt>
              <c:pt idx="1537">
                <c:v>-66.598664541995603</c:v>
              </c:pt>
              <c:pt idx="1538">
                <c:v>-66.20864339897328</c:v>
              </c:pt>
              <c:pt idx="1539">
                <c:v>-65.850345465397041</c:v>
              </c:pt>
              <c:pt idx="1540">
                <c:v>-65.52107601152872</c:v>
              </c:pt>
              <c:pt idx="1541">
                <c:v>-65.218548474150424</c:v>
              </c:pt>
              <c:pt idx="1542">
                <c:v>-64.940809527768351</c:v>
              </c:pt>
              <c:pt idx="1543">
                <c:v>-64.686180902162008</c:v>
              </c:pt>
              <c:pt idx="1544">
                <c:v>-64.453213673754462</c:v>
              </c:pt>
              <c:pt idx="1545">
                <c:v>-64.240651981571787</c:v>
              </c:pt>
              <c:pt idx="1546">
                <c:v>-64.047403957678767</c:v>
              </c:pt>
              <c:pt idx="1547">
                <c:v>-63.872518247614437</c:v>
              </c:pt>
              <c:pt idx="1548">
                <c:v>-63.71516491159521</c:v>
              </c:pt>
              <c:pt idx="1549">
                <c:v>-63.574619796011696</c:v>
              </c:pt>
              <c:pt idx="1550">
                <c:v>-63.450251682630409</c:v>
              </c:pt>
              <c:pt idx="1551">
                <c:v>-63.341511683851849</c:v>
              </c:pt>
              <c:pt idx="1552">
                <c:v>-63.247924472706167</c:v>
              </c:pt>
              <c:pt idx="1553">
                <c:v>-63.169081027296031</c:v>
              </c:pt>
              <c:pt idx="1554">
                <c:v>-63.104632639067759</c:v>
              </c:pt>
              <c:pt idx="1555">
                <c:v>-63.054285988258052</c:v>
              </c:pt>
              <c:pt idx="1556">
                <c:v>-63.017799132199912</c:v>
              </c:pt>
              <c:pt idx="1557">
                <c:v>-62.994978285856043</c:v>
              </c:pt>
              <c:pt idx="1558">
                <c:v>-62.985675301189907</c:v>
              </c:pt>
              <c:pt idx="1559">
                <c:v>-62.989785774447526</c:v>
              </c:pt>
              <c:pt idx="1560">
                <c:v>-63.007247729389555</c:v>
              </c:pt>
              <c:pt idx="1561">
                <c:v>-63.038040840994299</c:v>
              </c:pt>
              <c:pt idx="1562">
                <c:v>-63.082186178975732</c:v>
              </c:pt>
              <c:pt idx="1563">
                <c:v>-63.139746464334429</c:v>
              </c:pt>
              <c:pt idx="1564">
                <c:v>-63.210826845723524</c:v>
              </c:pt>
              <c:pt idx="1565">
                <c:v>-63.29557621628566</c:v>
              </c:pt>
              <c:pt idx="1566">
                <c:v>-63.394189106440209</c:v>
              </c:pt>
              <c:pt idx="1567">
                <c:v>-63.506908204581372</c:v>
              </c:pt>
              <c:pt idx="1568">
                <c:v>-63.634027576613896</c:v>
              </c:pt>
              <c:pt idx="1569">
                <c:v>-63.775896677716574</c:v>
              </c:pt>
              <c:pt idx="1570">
                <c:v>-63.932925276964795</c:v>
              </c:pt>
              <c:pt idx="1571">
                <c:v>-64.105589449129013</c:v>
              </c:pt>
              <c:pt idx="1572">
                <c:v>-64.29443883030153</c:v>
              </c:pt>
              <c:pt idx="1573">
                <c:v>-64.500105387970706</c:v>
              </c:pt>
              <c:pt idx="1574">
                <c:v>-64.723314025832835</c:v>
              </c:pt>
              <c:pt idx="1575">
                <c:v>-64.964895434660676</c:v>
              </c:pt>
              <c:pt idx="1576">
                <c:v>-65.225801720877072</c:v>
              </c:pt>
              <c:pt idx="1577">
                <c:v>-65.507125505422451</c:v>
              </c:pt>
              <c:pt idx="1578">
                <c:v>-65.810123403390165</c:v>
              </c:pt>
              <c:pt idx="1579">
                <c:v>-66.136245093661913</c:v>
              </c:pt>
              <c:pt idx="1580">
                <c:v>-66.487169603019808</c:v>
              </c:pt>
              <c:pt idx="1581">
                <c:v>-66.864851014847773</c:v>
              </c:pt>
              <c:pt idx="1582">
                <c:v>-67.271576651654357</c:v>
              </c:pt>
              <c:pt idx="1583">
                <c:v>-67.710042003941268</c:v>
              </c:pt>
              <c:pt idx="1584">
                <c:v>-68.183448495493735</c:v>
              </c:pt>
              <c:pt idx="1585">
                <c:v>-68.695632933012021</c:v>
              </c:pt>
              <c:pt idx="1586">
                <c:v>-69.25124177159887</c:v>
              </c:pt>
              <c:pt idx="1587">
                <c:v>-69.855970157727938</c:v>
              </c:pt>
              <c:pt idx="1588">
                <c:v>-70.516896928867823</c:v>
              </c:pt>
              <c:pt idx="1589">
                <c:v>-71.242965803655125</c:v>
              </c:pt>
              <c:pt idx="1590">
                <c:v>-72.04569664291212</c:v>
              </c:pt>
              <c:pt idx="1591">
                <c:v>-72.940272814125549</c:v>
              </c:pt>
              <c:pt idx="1592">
                <c:v>-73.947271772732179</c:v>
              </c:pt>
              <c:pt idx="1593">
                <c:v>-75.09555739345609</c:v>
              </c:pt>
              <c:pt idx="1594">
                <c:v>-76.427417082266544</c:v>
              </c:pt>
              <c:pt idx="1595">
                <c:v>-78.008425115078623</c:v>
              </c:pt>
              <c:pt idx="1596">
                <c:v>-79.948452605414289</c:v>
              </c:pt>
              <c:pt idx="1597">
                <c:v>-80</c:v>
              </c:pt>
              <c:pt idx="1598">
                <c:v>-80</c:v>
              </c:pt>
              <c:pt idx="1599">
                <c:v>-80</c:v>
              </c:pt>
              <c:pt idx="1600">
                <c:v>-80</c:v>
              </c:pt>
              <c:pt idx="1601">
                <c:v>-80</c:v>
              </c:pt>
              <c:pt idx="1602">
                <c:v>-80</c:v>
              </c:pt>
              <c:pt idx="1603">
                <c:v>-80</c:v>
              </c:pt>
              <c:pt idx="1604">
                <c:v>-80</c:v>
              </c:pt>
              <c:pt idx="1605">
                <c:v>-78.225583666842837</c:v>
              </c:pt>
              <c:pt idx="1606">
                <c:v>-76.688013317298982</c:v>
              </c:pt>
              <c:pt idx="1607">
                <c:v>-75.399594570451995</c:v>
              </c:pt>
              <c:pt idx="1608">
                <c:v>-74.294753694120658</c:v>
              </c:pt>
              <c:pt idx="1609">
                <c:v>-73.331203826355079</c:v>
              </c:pt>
              <c:pt idx="1610">
                <c:v>-72.480081636776902</c:v>
              </c:pt>
              <c:pt idx="1611">
                <c:v>-71.720810214662379</c:v>
              </c:pt>
              <c:pt idx="1612">
                <c:v>-71.038206737646362</c:v>
              </c:pt>
              <c:pt idx="1613">
                <c:v>-70.420751890477774</c:v>
              </c:pt>
              <c:pt idx="1614">
                <c:v>-69.859502500581769</c:v>
              </c:pt>
              <c:pt idx="1615">
                <c:v>-69.347380277083857</c:v>
              </c:pt>
              <c:pt idx="1616">
                <c:v>-68.878690620677986</c:v>
              </c:pt>
              <c:pt idx="1617">
                <c:v>-68.448787624043973</c:v>
              </c:pt>
              <c:pt idx="1618">
                <c:v>-68.053835028920872</c:v>
              </c:pt>
              <c:pt idx="1619">
                <c:v>-67.690631960661293</c:v>
              </c:pt>
              <c:pt idx="1620">
                <c:v>-67.356483478641621</c:v>
              </c:pt>
              <c:pt idx="1621">
                <c:v>-67.049102811013853</c:v>
              </c:pt>
              <c:pt idx="1622">
                <c:v>-66.766536425879139</c:v>
              </c:pt>
              <c:pt idx="1623">
                <c:v>-66.507105848807427</c:v>
              </c:pt>
              <c:pt idx="1624">
                <c:v>-66.269361954178521</c:v>
              </c:pt>
              <c:pt idx="1625">
                <c:v>-66.052048681112552</c:v>
              </c:pt>
              <c:pt idx="1626">
                <c:v>-65.85407396387761</c:v>
              </c:pt>
              <c:pt idx="1627">
                <c:v>-65.674486252297442</c:v>
              </c:pt>
              <c:pt idx="1628">
                <c:v>-65.512455412927025</c:v>
              </c:pt>
              <c:pt idx="1629">
                <c:v>-65.367257100522579</c:v>
              </c:pt>
              <c:pt idx="1630">
                <c:v>-65.23825990721663</c:v>
              </c:pt>
              <c:pt idx="1631">
                <c:v>-65.124914757749991</c:v>
              </c:pt>
              <c:pt idx="1632">
                <c:v>-65.026746139441784</c:v>
              </c:pt>
              <c:pt idx="1633">
                <c:v>-64.943344846606891</c:v>
              </c:pt>
              <c:pt idx="1634">
                <c:v>-64.874361988802207</c:v>
              </c:pt>
              <c:pt idx="1635">
                <c:v>-64.819504066248925</c:v>
              </c:pt>
              <c:pt idx="1636">
                <c:v>-64.778528958114123</c:v>
              </c:pt>
              <c:pt idx="1637">
                <c:v>-64.751242703020608</c:v>
              </c:pt>
              <c:pt idx="1638">
                <c:v>-64.737496978394404</c:v>
              </c:pt>
              <c:pt idx="1639">
                <c:v>-64.737187207723565</c:v>
              </c:pt>
              <c:pt idx="1640">
                <c:v>-64.750251243767551</c:v>
              </c:pt>
              <c:pt idx="1641">
                <c:v>-64.776668592237911</c:v>
              </c:pt>
              <c:pt idx="1642">
                <c:v>-64.816460155294266</c:v>
              </c:pt>
              <c:pt idx="1643">
                <c:v>-64.869688488073564</c:v>
              </c:pt>
              <c:pt idx="1644">
                <c:v>-64.936458575034791</c:v>
              </c:pt>
              <c:pt idx="1645">
                <c:v>-65.016919146774811</c:v>
              </c:pt>
              <c:pt idx="1646">
                <c:v>-65.111264572794838</c:v>
              </c:pt>
              <c:pt idx="1647">
                <c:v>-65.219737382178309</c:v>
              </c:pt>
              <c:pt idx="1648">
                <c:v>-65.34263148310643</c:v>
              </c:pt>
              <c:pt idx="1649">
                <c:v>-65.480296174601818</c:v>
              </c:pt>
              <c:pt idx="1650">
                <c:v>-65.63314107113176</c:v>
              </c:pt>
              <c:pt idx="1651">
                <c:v>-65.80164209438729</c:v>
              </c:pt>
              <c:pt idx="1652">
                <c:v>-65.98634872889123</c:v>
              </c:pt>
              <c:pt idx="1653">
                <c:v>-66.187892792053603</c:v>
              </c:pt>
              <c:pt idx="1654">
                <c:v>-66.406999038965296</c:v>
              </c:pt>
              <c:pt idx="1655">
                <c:v>-66.644498013248551</c:v>
              </c:pt>
              <c:pt idx="1656">
                <c:v>-66.901341675612557</c:v>
              </c:pt>
              <c:pt idx="1657">
                <c:v>-67.17862250270359</c:v>
              </c:pt>
              <c:pt idx="1658">
                <c:v>-67.477596966723027</c:v>
              </c:pt>
              <c:pt idx="1659">
                <c:v>-67.799714605045693</c:v>
              </c:pt>
              <c:pt idx="1660">
                <c:v>-68.146654304315078</c:v>
              </c:pt>
              <c:pt idx="1661">
                <c:v>-68.520370009128342</c:v>
              </c:pt>
              <c:pt idx="1662">
                <c:v>-68.923148904542671</c:v>
              </c:pt>
              <c:pt idx="1663">
                <c:v>-69.35768634492787</c:v>
              </c:pt>
              <c:pt idx="1664">
                <c:v>-69.827183619240728</c:v>
              </c:pt>
              <c:pt idx="1665">
                <c:v>-70.335477400641068</c:v>
              </c:pt>
              <c:pt idx="1666">
                <c:v>-70.887214011963778</c:v>
              </c:pt>
              <c:pt idx="1667">
                <c:v>-71.488088468671975</c:v>
              </c:pt>
              <c:pt idx="1668">
                <c:v>-72.145179478466133</c:v>
              </c:pt>
              <c:pt idx="1669">
                <c:v>-72.86743063144263</c:v>
              </c:pt>
              <c:pt idx="1670">
                <c:v>-73.666361661096516</c:v>
              </c:pt>
              <c:pt idx="1671">
                <c:v>-74.557155808786135</c:v>
              </c:pt>
              <c:pt idx="1672">
                <c:v>-75.560390405004782</c:v>
              </c:pt>
              <c:pt idx="1673">
                <c:v>-76.704929200703845</c:v>
              </c:pt>
              <c:pt idx="1674">
                <c:v>-78.033059479236755</c:v>
              </c:pt>
              <c:pt idx="1675">
                <c:v>-79.610355395046753</c:v>
              </c:pt>
              <c:pt idx="1676">
                <c:v>-80</c:v>
              </c:pt>
              <c:pt idx="1677">
                <c:v>-80</c:v>
              </c:pt>
              <c:pt idx="1678">
                <c:v>-80</c:v>
              </c:pt>
              <c:pt idx="1679">
                <c:v>-80</c:v>
              </c:pt>
              <c:pt idx="1680">
                <c:v>-80</c:v>
              </c:pt>
              <c:pt idx="1681">
                <c:v>-80</c:v>
              </c:pt>
              <c:pt idx="1682">
                <c:v>-80</c:v>
              </c:pt>
              <c:pt idx="1683">
                <c:v>-80</c:v>
              </c:pt>
              <c:pt idx="1684">
                <c:v>-80</c:v>
              </c:pt>
              <c:pt idx="1685">
                <c:v>-79.791317974594747</c:v>
              </c:pt>
              <c:pt idx="1686">
                <c:v>-78.250218031000983</c:v>
              </c:pt>
              <c:pt idx="1687">
                <c:v>-76.958285610240338</c:v>
              </c:pt>
              <c:pt idx="1688">
                <c:v>-75.849946872377274</c:v>
              </c:pt>
              <c:pt idx="1689">
                <c:v>-74.882914848680656</c:v>
              </c:pt>
              <c:pt idx="1690">
                <c:v>-74.028326102952477</c:v>
              </c:pt>
              <c:pt idx="1691">
                <c:v>-73.26560361960037</c:v>
              </c:pt>
              <c:pt idx="1692">
                <c:v>-72.579564472330873</c:v>
              </c:pt>
              <c:pt idx="1693">
                <c:v>-71.958689242894351</c:v>
              </c:pt>
              <c:pt idx="1694">
                <c:v>-71.394034656636734</c:v>
              </c:pt>
              <c:pt idx="1695">
                <c:v>-70.878522321513373</c:v>
              </c:pt>
              <c:pt idx="1696">
                <c:v>-70.406457537947077</c:v>
              </c:pt>
              <c:pt idx="1697">
                <c:v>-69.973194299235473</c:v>
              </c:pt>
              <c:pt idx="1698">
                <c:v>-69.574896248614522</c:v>
              </c:pt>
              <c:pt idx="1699">
                <c:v>-69.208362413803187</c:v>
              </c:pt>
              <c:pt idx="1700">
                <c:v>-68.870897757403995</c:v>
              </c:pt>
              <c:pt idx="1701">
                <c:v>-68.560215411645402</c:v>
              </c:pt>
              <c:pt idx="1702">
                <c:v>-68.274361749546046</c:v>
              </c:pt>
              <c:pt idx="1703">
                <c:v>-68.011658202425139</c:v>
              </c:pt>
              <c:pt idx="1704">
                <c:v>-67.77065555123437</c:v>
              </c:pt>
              <c:pt idx="1705">
                <c:v>-67.550097642479543</c:v>
              </c:pt>
              <c:pt idx="1706">
                <c:v>-67.348892318619221</c:v>
              </c:pt>
              <c:pt idx="1707">
                <c:v>-67.166087938463676</c:v>
              </c:pt>
              <c:pt idx="1708">
                <c:v>-67.000854278341976</c:v>
              </c:pt>
              <c:pt idx="1709">
                <c:v>-66.852466903563268</c:v>
              </c:pt>
              <c:pt idx="1710">
                <c:v>-66.720294317583623</c:v>
              </c:pt>
              <c:pt idx="1711">
                <c:v>-66.603787357229606</c:v>
              </c:pt>
              <c:pt idx="1712">
                <c:v>-66.502470422660167</c:v>
              </c:pt>
              <c:pt idx="1713">
                <c:v>-66.415934221775913</c:v>
              </c:pt>
              <c:pt idx="1714">
                <c:v>-66.343829778457518</c:v>
              </c:pt>
              <c:pt idx="1715">
                <c:v>-66.285863507979997</c:v>
              </c:pt>
              <c:pt idx="1716">
                <c:v>-66.241793205286626</c:v>
              </c:pt>
              <c:pt idx="1717">
                <c:v>-66.211424825491022</c:v>
              </c:pt>
              <c:pt idx="1718">
                <c:v>-66.194609963217076</c:v>
              </c:pt>
              <c:pt idx="1719">
                <c:v>-66.191243959850297</c:v>
              </c:pt>
              <c:pt idx="1720">
                <c:v>-66.201264586739782</c:v>
              </c:pt>
              <c:pt idx="1721">
                <c:v>-66.224651268871625</c:v>
              </c:pt>
              <c:pt idx="1722">
                <c:v>-66.261424828357661</c:v>
              </c:pt>
              <c:pt idx="1723">
                <c:v>-66.311647740957653</c:v>
              </c:pt>
              <c:pt idx="1724">
                <c:v>-66.375424912416932</c:v>
              </c:pt>
              <c:pt idx="1725">
                <c:v>-66.452904995275304</c:v>
              </c:pt>
              <c:pt idx="1726">
                <c:v>-66.544282281626778</c:v>
              </c:pt>
              <c:pt idx="1727">
                <c:v>-66.649799223790509</c:v>
              </c:pt>
              <c:pt idx="1728">
                <c:v>-66.769749653819787</c:v>
              </c:pt>
              <c:pt idx="1729">
                <c:v>-66.904482795239076</c:v>
              </c:pt>
              <c:pt idx="1730">
                <c:v>-67.054408187640675</c:v>
              </c:pt>
              <c:pt idx="1731">
                <c:v>-67.220001678457464</c:v>
              </c:pt>
              <c:pt idx="1732">
                <c:v>-67.401812678564553</c:v>
              </c:pt>
              <c:pt idx="1733">
                <c:v>-67.600472932328401</c:v>
              </c:pt>
              <c:pt idx="1734">
                <c:v>-67.816707122394348</c:v>
              </c:pt>
              <c:pt idx="1735">
                <c:v>-68.051345720530875</c:v>
              </c:pt>
              <c:pt idx="1736">
                <c:v>-68.305340616179265</c:v>
              </c:pt>
              <c:pt idx="1737">
                <c:v>-68.579784215297693</c:v>
              </c:pt>
              <c:pt idx="1738">
                <c:v>-68.875932919973437</c:v>
              </c:pt>
              <c:pt idx="1739">
                <c:v>-69.195236198035246</c:v>
              </c:pt>
              <c:pt idx="1740">
                <c:v>-69.539372867142973</c:v>
              </c:pt>
              <c:pt idx="1741">
                <c:v>-69.910296803466764</c:v>
              </c:pt>
              <c:pt idx="1742">
                <c:v>-70.310295124187888</c:v>
              </c:pt>
              <c:pt idx="1743">
                <c:v>-70.742063116345747</c:v>
              </c:pt>
              <c:pt idx="1744">
                <c:v>-71.208802002106708</c:v>
              </c:pt>
              <c:pt idx="1745">
                <c:v>-71.71434838837483</c:v>
              </c:pt>
              <c:pt idx="1746">
                <c:v>-72.263348532258519</c:v>
              </c:pt>
              <c:pt idx="1747">
                <c:v>-72.86149738401835</c:v>
              </c:pt>
              <c:pt idx="1748">
                <c:v>-73.51587358667102</c:v>
              </c:pt>
              <c:pt idx="1749">
                <c:v>-74.235420666142801</c:v>
              </c:pt>
              <c:pt idx="1750">
                <c:v>-75.031658292267039</c:v>
              </c:pt>
              <c:pt idx="1751">
                <c:v>-75.91976964324391</c:v>
              </c:pt>
              <c:pt idx="1752">
                <c:v>-76.920331986907001</c:v>
              </c:pt>
              <c:pt idx="1753">
                <c:v>-78.062209012041578</c:v>
              </c:pt>
              <c:pt idx="1754">
                <c:v>-79.387687940323644</c:v>
              </c:pt>
              <c:pt idx="1755">
                <c:v>-80</c:v>
              </c:pt>
              <c:pt idx="1756">
                <c:v>-80</c:v>
              </c:pt>
              <c:pt idx="1757">
                <c:v>-80</c:v>
              </c:pt>
              <c:pt idx="1758">
                <c:v>-80</c:v>
              </c:pt>
              <c:pt idx="1759">
                <c:v>-80</c:v>
              </c:pt>
              <c:pt idx="1760">
                <c:v>-80</c:v>
              </c:pt>
              <c:pt idx="1761">
                <c:v>-80</c:v>
              </c:pt>
              <c:pt idx="1762">
                <c:v>-80</c:v>
              </c:pt>
              <c:pt idx="1763">
                <c:v>-80</c:v>
              </c:pt>
              <c:pt idx="1764">
                <c:v>-80</c:v>
              </c:pt>
              <c:pt idx="1765">
                <c:v>-80</c:v>
              </c:pt>
              <c:pt idx="1766">
                <c:v>-79.57382126952055</c:v>
              </c:pt>
              <c:pt idx="1767">
                <c:v>-78.279367563805792</c:v>
              </c:pt>
              <c:pt idx="1768">
                <c:v>-77.168517146543451</c:v>
              </c:pt>
              <c:pt idx="1769">
                <c:v>-76.19898299410967</c:v>
              </c:pt>
              <c:pt idx="1770">
                <c:v>-75.341901615832029</c:v>
              </c:pt>
              <c:pt idx="1771">
                <c:v>-74.576695942057967</c:v>
              </c:pt>
              <c:pt idx="1772">
                <c:v>-73.88818299284415</c:v>
              </c:pt>
              <c:pt idx="1773">
                <c:v>-73.264843296697549</c:v>
              </c:pt>
              <c:pt idx="1774">
                <c:v>-72.697733526123258</c:v>
              </c:pt>
              <c:pt idx="1775">
                <c:v>-72.179775236634612</c:v>
              </c:pt>
              <c:pt idx="1776">
                <c:v>-71.705273676607376</c:v>
              </c:pt>
              <c:pt idx="1777">
                <c:v>-71.269582787683461</c:v>
              </c:pt>
              <c:pt idx="1778">
                <c:v>-70.868866161830766</c:v>
              </c:pt>
              <c:pt idx="1779">
                <c:v>-70.49992277588413</c:v>
              </c:pt>
              <c:pt idx="1780">
                <c:v>-70.160057541942365</c:v>
              </c:pt>
              <c:pt idx="1781">
                <c:v>-69.846983542107097</c:v>
              </c:pt>
              <c:pt idx="1782">
                <c:v>-69.558747099643426</c:v>
              </c:pt>
              <c:pt idx="1783">
                <c:v>-69.293669596486865</c:v>
              </c:pt>
              <c:pt idx="1784">
                <c:v>-69.050301764571856</c:v>
              </c:pt>
              <c:pt idx="1785">
                <c:v>-68.827387401749917</c:v>
              </c:pt>
              <c:pt idx="1786">
                <c:v>-68.623834302185045</c:v>
              </c:pt>
              <c:pt idx="1787">
                <c:v>-68.438690776749254</c:v>
              </c:pt>
              <c:pt idx="1788">
                <c:v>-68.271126554186367</c:v>
              </c:pt>
              <c:pt idx="1789">
                <c:v>-68.120417152570127</c:v>
              </c:pt>
              <c:pt idx="1790">
                <c:v>-67.985931028467775</c:v>
              </c:pt>
              <c:pt idx="1791">
                <c:v>-67.867118972160469</c:v>
              </c:pt>
              <c:pt idx="1792">
                <c:v>-67.763505337601941</c:v>
              </c:pt>
              <c:pt idx="1793">
                <c:v>-67.674680786824837</c:v>
              </c:pt>
              <c:pt idx="1794">
                <c:v>-67.600296298175863</c:v>
              </c:pt>
              <c:pt idx="1795">
                <c:v>-67.540058241727166</c:v>
              </c:pt>
              <c:pt idx="1796">
                <c:v>-67.493724367547131</c:v>
              </c:pt>
              <c:pt idx="1797">
                <c:v>-67.461100586199564</c:v>
              </c:pt>
              <c:pt idx="1798">
                <c:v>-67.442038448080638</c:v>
              </c:pt>
              <c:pt idx="1799">
                <c:v>-67.436433250667363</c:v>
              </c:pt>
              <c:pt idx="1800">
                <c:v>-67.44422272171667</c:v>
              </c:pt>
              <c:pt idx="1801">
                <c:v>-67.465386242935935</c:v>
              </c:pt>
              <c:pt idx="1802">
                <c:v>-67.499944593468911</c:v>
              </c:pt>
              <c:pt idx="1803">
                <c:v>-67.547960206415198</c:v>
              </c:pt>
              <c:pt idx="1804">
                <c:v>-67.609537945165044</c:v>
              </c:pt>
              <c:pt idx="1805">
                <c:v>-67.684826420205553</c:v>
              </c:pt>
              <c:pt idx="1806">
                <c:v>-67.77401988187772</c:v>
              </c:pt>
              <c:pt idx="1807">
                <c:v>-67.87736074104474</c:v>
              </c:pt>
              <c:pt idx="1808">
                <c:v>-67.995142788598244</c:v>
              </c:pt>
              <c:pt idx="1809">
                <c:v>-68.127715207192864</c:v>
              </c:pt>
              <c:pt idx="1810">
                <c:v>-68.275487495840238</c:v>
              </c:pt>
              <c:pt idx="1811">
                <c:v>-68.438935461679165</c:v>
              </c:pt>
              <c:pt idx="1812">
                <c:v>-68.618608475574803</c:v>
              </c:pt>
              <c:pt idx="1813">
                <c:v>-68.815138242165247</c:v>
              </c:pt>
              <c:pt idx="1814">
                <c:v>-69.029249404646578</c:v>
              </c:pt>
              <c:pt idx="1815">
                <c:v>-69.261772395614628</c:v>
              </c:pt>
              <c:pt idx="1816">
                <c:v>-69.513659065612373</c:v>
              </c:pt>
              <c:pt idx="1817">
                <c:v>-69.786001781971407</c:v>
              </c:pt>
              <c:pt idx="1818">
                <c:v>-70.080056908421966</c:v>
              </c:pt>
              <c:pt idx="1819">
                <c:v>-70.397273874702819</c:v>
              </c:pt>
              <c:pt idx="1820">
                <c:v>-70.739331460648685</c:v>
              </c:pt>
              <c:pt idx="1821">
                <c:v>-71.108183504866986</c:v>
              </c:pt>
              <c:pt idx="1822">
                <c:v>-71.506117087236532</c:v>
              </c:pt>
              <c:pt idx="1823">
                <c:v>-71.935827457752197</c:v>
              </c:pt>
              <c:pt idx="1824">
                <c:v>-72.400515801791585</c:v>
              </c:pt>
              <c:pt idx="1825">
                <c:v>-72.904018689723486</c:v>
              </c:pt>
              <c:pt idx="1826">
                <c:v>-73.450982342372356</c:v>
              </c:pt>
              <c:pt idx="1827">
                <c:v>-74.04710167396405</c:v>
              </c:pt>
              <c:pt idx="1828">
                <c:v>-74.69945529172756</c:v>
              </c:pt>
              <c:pt idx="1829">
                <c:v>-75.416986686046357</c:v>
              </c:pt>
              <c:pt idx="1830">
                <c:v>-76.2112154914538</c:v>
              </c:pt>
              <c:pt idx="1831">
                <c:v>-77.097324851090889</c:v>
              </c:pt>
              <c:pt idx="1832">
                <c:v>-78.095891997970725</c:v>
              </c:pt>
              <c:pt idx="1833">
                <c:v>-79.235780586294709</c:v>
              </c:pt>
              <c:pt idx="1834">
                <c:v>-80</c:v>
              </c:pt>
              <c:pt idx="1835">
                <c:v>-80</c:v>
              </c:pt>
              <c:pt idx="1836">
                <c:v>-80</c:v>
              </c:pt>
              <c:pt idx="1837">
                <c:v>-80</c:v>
              </c:pt>
              <c:pt idx="1838">
                <c:v>-80</c:v>
              </c:pt>
              <c:pt idx="1839">
                <c:v>-80</c:v>
              </c:pt>
              <c:pt idx="1840">
                <c:v>-80</c:v>
              </c:pt>
              <c:pt idx="1841">
                <c:v>-80</c:v>
              </c:pt>
              <c:pt idx="1842">
                <c:v>-80</c:v>
              </c:pt>
              <c:pt idx="1843">
                <c:v>-80</c:v>
              </c:pt>
              <c:pt idx="1844">
                <c:v>-80</c:v>
              </c:pt>
              <c:pt idx="1845">
                <c:v>-80</c:v>
              </c:pt>
              <c:pt idx="1846">
                <c:v>-80</c:v>
              </c:pt>
              <c:pt idx="1847">
                <c:v>-79.425791999321675</c:v>
              </c:pt>
              <c:pt idx="1848">
                <c:v>-78.313050549734953</c:v>
              </c:pt>
              <c:pt idx="1849">
                <c:v>-77.341631602215557</c:v>
              </c:pt>
              <c:pt idx="1850">
                <c:v>-76.482671635239313</c:v>
              </c:pt>
              <c:pt idx="1851">
                <c:v>-75.715593548504913</c:v>
              </c:pt>
              <c:pt idx="1852">
                <c:v>-75.025214331622081</c:v>
              </c:pt>
              <c:pt idx="1853">
                <c:v>-74.400014482851233</c:v>
              </c:pt>
              <c:pt idx="1854">
                <c:v>-73.831050644649082</c:v>
              </c:pt>
              <c:pt idx="1855">
                <c:v>-73.311244342677668</c:v>
              </c:pt>
              <c:pt idx="1856">
                <c:v>-72.834900795656381</c:v>
              </c:pt>
              <c:pt idx="1857">
                <c:v>-72.397373915764447</c:v>
              </c:pt>
              <c:pt idx="1858">
                <c:v>-71.994827265699286</c:v>
              </c:pt>
              <c:pt idx="1859">
                <c:v>-71.624059793215565</c:v>
              </c:pt>
              <c:pt idx="1860">
                <c:v>-71.28237638152099</c:v>
              </c:pt>
              <c:pt idx="1861">
                <c:v>-70.967490084013292</c:v>
              </c:pt>
              <c:pt idx="1862">
                <c:v>-70.677447195439655</c:v>
              </c:pt>
              <c:pt idx="1863">
                <c:v>-70.410569069402044</c:v>
              </c:pt>
              <c:pt idx="1864">
                <c:v>-70.165406409684195</c:v>
              </c:pt>
              <c:pt idx="1865">
                <c:v>-69.940702986168404</c:v>
              </c:pt>
              <c:pt idx="1866">
                <c:v>-69.73536656522927</c:v>
              </c:pt>
              <c:pt idx="1867">
                <c:v>-69.548445430127941</c:v>
              </c:pt>
              <c:pt idx="1868">
                <c:v>-69.379109282174497</c:v>
              </c:pt>
              <c:pt idx="1869">
                <c:v>-69.226633612184557</c:v>
              </c:pt>
              <c:pt idx="1870">
                <c:v>-69.090386849641433</c:v>
              </c:pt>
              <c:pt idx="1871">
                <c:v>-68.969819757915218</c:v>
              </c:pt>
              <c:pt idx="1872">
                <c:v>-68.864456664220057</c:v>
              </c:pt>
              <c:pt idx="1873">
                <c:v>-68.773888204019116</c:v>
              </c:pt>
              <c:pt idx="1874">
                <c:v>-68.697765329258388</c:v>
              </c:pt>
              <c:pt idx="1875">
                <c:v>-68.63579438377667</c:v>
              </c:pt>
              <c:pt idx="1876">
                <c:v>-68.587733091575132</c:v>
              </c:pt>
              <c:pt idx="1877">
                <c:v>-68.553387337315058</c:v>
              </c:pt>
              <c:pt idx="1878">
                <c:v>-68.532608645653681</c:v>
              </c:pt>
              <c:pt idx="1879">
                <c:v>-68.525292288491173</c:v>
              </c:pt>
              <c:pt idx="1880">
                <c:v>-68.531375968168533</c:v>
              </c:pt>
              <c:pt idx="1881">
                <c:v>-68.55083904113684</c:v>
              </c:pt>
              <c:pt idx="1882">
                <c:v>-68.583702261441999</c:v>
              </c:pt>
              <c:pt idx="1883">
                <c:v>-68.630028037242823</c:v>
              </c:pt>
              <c:pt idx="1884">
                <c:v>-68.689921207144735</c:v>
              </c:pt>
              <c:pt idx="1885">
                <c:v>-68.763530357004683</c:v>
              </c:pt>
              <c:pt idx="1886">
                <c:v>-68.851049712687015</c:v>
              </c:pt>
              <c:pt idx="1887">
                <c:v>-68.952721660730589</c:v>
              </c:pt>
              <c:pt idx="1888">
                <c:v>-69.068839967853776</c:v>
              </c:pt>
              <c:pt idx="1889">
                <c:v>-69.199753792687886</c:v>
              </c:pt>
              <c:pt idx="1890">
                <c:v>-69.345872610369995</c:v>
              </c:pt>
              <c:pt idx="1891">
                <c:v>-69.507672204312058</c:v>
              </c:pt>
              <c:pt idx="1892">
                <c:v>-69.685701921798739</c:v>
              </c:pt>
              <c:pt idx="1893">
                <c:v>-69.880593444033096</c:v>
              </c:pt>
              <c:pt idx="1894">
                <c:v>-70.093071390920329</c:v>
              </c:pt>
              <c:pt idx="1895">
                <c:v>-70.32396617190858</c:v>
              </c:pt>
              <c:pt idx="1896">
                <c:v>-70.574229614535085</c:v>
              </c:pt>
              <c:pt idx="1897">
                <c:v>-70.844954063266769</c:v>
              </c:pt>
              <c:pt idx="1898">
                <c:v>-71.137395859108864</c:v>
              </c:pt>
              <c:pt idx="1899">
                <c:v>-71.453004409214088</c:v>
              </c:pt>
              <c:pt idx="1900">
                <c:v>-71.793458470968744</c:v>
              </c:pt>
              <c:pt idx="1901">
                <c:v>-72.160711860668513</c:v>
              </c:pt>
              <c:pt idx="1902">
                <c:v>-72.557051636016269</c:v>
              </c:pt>
              <c:pt idx="1903">
                <c:v>-72.985173024965292</c:v>
              </c:pt>
              <c:pt idx="1904">
                <c:v>-73.448277190985394</c:v>
              </c:pt>
              <c:pt idx="1905">
                <c:v>-73.950200682669958</c:v>
              </c:pt>
              <c:pt idx="1906">
                <c:v>-74.495589699199783</c:v>
              </c:pt>
              <c:pt idx="1907">
                <c:v>-75.090139133287707</c:v>
              </c:pt>
              <c:pt idx="1908">
                <c:v>-75.740927570779021</c:v>
              </c:pt>
              <c:pt idx="1909">
                <c:v>-76.456898480802366</c:v>
              </c:pt>
              <c:pt idx="1910">
                <c:v>-77.249571476763663</c:v>
              </c:pt>
              <c:pt idx="1911">
                <c:v>-78.13412968080344</c:v>
              </c:pt>
              <c:pt idx="1912">
                <c:v>-79.131150305060146</c:v>
              </c:pt>
              <c:pt idx="1913">
                <c:v>-80</c:v>
              </c:pt>
              <c:pt idx="1914">
                <c:v>-80</c:v>
              </c:pt>
              <c:pt idx="1915">
                <c:v>-80</c:v>
              </c:pt>
              <c:pt idx="1916">
                <c:v>-80</c:v>
              </c:pt>
              <c:pt idx="1917">
                <c:v>-80</c:v>
              </c:pt>
              <c:pt idx="1918">
                <c:v>-80</c:v>
              </c:pt>
              <c:pt idx="1919">
                <c:v>-80</c:v>
              </c:pt>
              <c:pt idx="1920">
                <c:v>-80</c:v>
              </c:pt>
              <c:pt idx="1921">
                <c:v>-80</c:v>
              </c:pt>
              <c:pt idx="1922">
                <c:v>-80</c:v>
              </c:pt>
              <c:pt idx="1923">
                <c:v>-80</c:v>
              </c:pt>
              <c:pt idx="1924">
                <c:v>-80</c:v>
              </c:pt>
              <c:pt idx="1925">
                <c:v>-80</c:v>
              </c:pt>
              <c:pt idx="1926">
                <c:v>-80</c:v>
              </c:pt>
              <c:pt idx="1927">
                <c:v>-80</c:v>
              </c:pt>
              <c:pt idx="1928">
                <c:v>-79.324178018583822</c:v>
              </c:pt>
              <c:pt idx="1929">
                <c:v>-78.351288232567669</c:v>
              </c:pt>
              <c:pt idx="1930">
                <c:v>-77.490861704791328</c:v>
              </c:pt>
              <c:pt idx="1931">
                <c:v>-76.722321316298277</c:v>
              </c:pt>
              <c:pt idx="1932">
                <c:v>-76.030484038151513</c:v>
              </c:pt>
              <c:pt idx="1933">
                <c:v>-75.403830350172314</c:v>
              </c:pt>
              <c:pt idx="1934">
                <c:v>-74.83341687648516</c:v>
              </c:pt>
              <c:pt idx="1935">
                <c:v>-74.312165124525905</c:v>
              </c:pt>
              <c:pt idx="1936">
                <c:v>-73.834380294893151</c:v>
              </c:pt>
              <c:pt idx="1937">
                <c:v>-73.39541628174986</c:v>
              </c:pt>
              <c:pt idx="1938">
                <c:v>-72.991436629881008</c:v>
              </c:pt>
              <c:pt idx="1939">
                <c:v>-72.619240269231881</c:v>
              </c:pt>
              <c:pt idx="1940">
                <c:v>-72.276132065303145</c:v>
              </c:pt>
              <c:pt idx="1941">
                <c:v>-71.959825053887045</c:v>
              </c:pt>
              <c:pt idx="1942">
                <c:v>-71.668365512226202</c:v>
              </c:pt>
              <c:pt idx="1943">
                <c:v>-71.400074776518096</c:v>
              </c:pt>
              <c:pt idx="1944">
                <c:v>-71.153503533241434</c:v>
              </c:pt>
              <c:pt idx="1945">
                <c:v>-70.927395535072165</c:v>
              </c:pt>
              <c:pt idx="1946">
                <c:v>-70.720658531276626</c:v>
              </c:pt>
              <c:pt idx="1947">
                <c:v>-70.532340788104946</c:v>
              </c:pt>
              <c:pt idx="1948">
                <c:v>-70.36161198995282</c:v>
              </c:pt>
              <c:pt idx="1949">
                <c:v>-70.207747610817421</c:v>
              </c:pt>
              <c:pt idx="1950">
                <c:v>-70.070116063458897</c:v>
              </c:pt>
              <c:pt idx="1951">
                <c:v>-69.948168094618751</c:v>
              </c:pt>
              <c:pt idx="1952">
                <c:v>-69.841428014976387</c:v>
              </c:pt>
              <c:pt idx="1953">
                <c:v>-69.749486443553593</c:v>
              </c:pt>
              <c:pt idx="1954">
                <c:v>-69.671994315947472</c:v>
              </c:pt>
              <c:pt idx="1955">
                <c:v>-69.608657959739944</c:v>
              </c:pt>
              <c:pt idx="1956">
                <c:v>-69.559235082766534</c:v>
              </c:pt>
              <c:pt idx="1957">
                <c:v>-69.523531553613637</c:v>
              </c:pt>
              <c:pt idx="1958">
                <c:v>-69.501398880953488</c:v>
              </c:pt>
              <c:pt idx="1959">
                <c:v>-69.492732320790751</c:v>
              </c:pt>
              <c:pt idx="1960">
                <c:v>-69.497469559659635</c:v>
              </c:pt>
              <c:pt idx="1961">
                <c:v>-69.515589938292592</c:v>
              </c:pt>
              <c:pt idx="1962">
                <c:v>-69.547114195104427</c:v>
              </c:pt>
              <c:pt idx="1963">
                <c:v>-69.592104722709792</c:v>
              </c:pt>
              <c:pt idx="1964">
                <c:v>-69.650666344256209</c:v>
              </c:pt>
              <c:pt idx="1965">
                <c:v>-69.722947630228532</c:v>
              </c:pt>
              <c:pt idx="1966">
                <c:v>-69.809142791204067</c:v>
              </c:pt>
              <c:pt idx="1967">
                <c:v>-69.909494198519198</c:v>
              </c:pt>
              <c:pt idx="1968">
                <c:v>-70.02429560377378</c:v>
              </c:pt>
              <c:pt idx="1969">
                <c:v>-70.15389615056398</c:v>
              </c:pt>
              <c:pt idx="1970">
                <c:v>-70.298705299074527</c:v>
              </c:pt>
              <c:pt idx="1971">
                <c:v>-70.459198817847223</c:v>
              </c:pt>
              <c:pt idx="1972">
                <c:v>-70.635926039378305</c:v>
              </c:pt>
              <c:pt idx="1973">
                <c:v>-70.829518630163449</c:v>
              </c:pt>
              <c:pt idx="1974">
                <c:v>-71.040701195481091</c:v>
              </c:pt>
              <c:pt idx="1975">
                <c:v>-71.270304130232503</c:v>
              </c:pt>
              <c:pt idx="1976">
                <c:v>-71.519279247487603</c:v>
              </c:pt>
              <c:pt idx="1977">
                <c:v>-71.788718877324854</c:v>
              </c:pt>
              <c:pt idx="1978">
                <c:v>-72.079879346439412</c:v>
              </c:pt>
              <c:pt idx="1979">
                <c:v>-72.394210047751756</c:v>
              </c:pt>
              <c:pt idx="1980">
                <c:v>-72.733389724493207</c:v>
              </c:pt>
              <c:pt idx="1981">
                <c:v>-73.099372178881353</c:v>
              </c:pt>
              <c:pt idx="1982">
                <c:v>-73.49444445461711</c:v>
              </c:pt>
              <c:pt idx="1983">
                <c:v>-73.921301765727677</c:v>
              </c:pt>
              <c:pt idx="1984">
                <c:v>-74.383145261831928</c:v>
              </c:pt>
              <c:pt idx="1985">
                <c:v>-74.883811477747031</c:v>
              </c:pt>
              <c:pt idx="1986">
                <c:v>-75.427946598951877</c:v>
              </c:pt>
              <c:pt idx="1987">
                <c:v>-76.021245504531009</c:v>
              </c:pt>
              <c:pt idx="1988">
                <c:v>-76.670786766774739</c:v>
              </c:pt>
              <c:pt idx="1989">
                <c:v>-77.385513841329441</c:v>
              </c:pt>
              <c:pt idx="1990">
                <c:v>-78.176946328190994</c:v>
              </c:pt>
              <c:pt idx="1991">
                <c:v>-79.060267336161644</c:v>
              </c:pt>
              <c:pt idx="1992">
                <c:v>-80</c:v>
              </c:pt>
              <c:pt idx="1993">
                <c:v>-80</c:v>
              </c:pt>
              <c:pt idx="1994">
                <c:v>-80</c:v>
              </c:pt>
              <c:pt idx="1995">
                <c:v>-80</c:v>
              </c:pt>
              <c:pt idx="1996">
                <c:v>-80</c:v>
              </c:pt>
              <c:pt idx="1997">
                <c:v>-80</c:v>
              </c:pt>
              <c:pt idx="1998">
                <c:v>-80</c:v>
              </c:pt>
              <c:pt idx="1999">
                <c:v>-80</c:v>
              </c:pt>
              <c:pt idx="2000">
                <c:v>-80</c:v>
              </c:pt>
              <c:pt idx="2001">
                <c:v>-80</c:v>
              </c:pt>
              <c:pt idx="2002">
                <c:v>-80</c:v>
              </c:pt>
              <c:pt idx="2003">
                <c:v>-80</c:v>
              </c:pt>
              <c:pt idx="2004">
                <c:v>-80</c:v>
              </c:pt>
              <c:pt idx="2005">
                <c:v>-80</c:v>
              </c:pt>
              <c:pt idx="2006">
                <c:v>-80</c:v>
              </c:pt>
              <c:pt idx="2007">
                <c:v>-80</c:v>
              </c:pt>
              <c:pt idx="2008">
                <c:v>-80</c:v>
              </c:pt>
              <c:pt idx="2009">
                <c:v>-79.255708098453624</c:v>
              </c:pt>
              <c:pt idx="2010">
                <c:v>-78.394104879955208</c:v>
              </c:pt>
              <c:pt idx="2011">
                <c:v>-77.624390861364191</c:v>
              </c:pt>
              <c:pt idx="2012">
                <c:v>-76.931383001807177</c:v>
              </c:pt>
              <c:pt idx="2013">
                <c:v>-76.303561769231123</c:v>
              </c:pt>
              <c:pt idx="2014">
                <c:v>-75.731983775947768</c:v>
              </c:pt>
              <c:pt idx="2015">
                <c:v>-75.209570517641581</c:v>
              </c:pt>
              <c:pt idx="2016">
                <c:v>-74.730627183220392</c:v>
              </c:pt>
              <c:pt idx="2017">
                <c:v>-74.290507655217141</c:v>
              </c:pt>
              <c:pt idx="2018">
                <c:v>-73.885375466846639</c:v>
              </c:pt>
              <c:pt idx="2019">
                <c:v>-73.512029536543764</c:v>
              </c:pt>
              <c:pt idx="2020">
                <c:v>-73.167774718357975</c:v>
              </c:pt>
              <c:pt idx="2021">
                <c:v>-72.850324036689329</c:v>
              </c:pt>
              <c:pt idx="2022">
                <c:v>-72.557723757446666</c:v>
              </c:pt>
              <c:pt idx="2023">
                <c:v>-72.288295205551989</c:v>
              </c:pt>
              <c:pt idx="2024">
                <c:v>-72.040589056266143</c:v>
              </c:pt>
              <c:pt idx="2025">
                <c:v>-71.813349051104836</c:v>
              </c:pt>
              <c:pt idx="2026">
                <c:v>-71.605482928230913</c:v>
              </c:pt>
              <c:pt idx="2027">
                <c:v>-71.416038942847905</c:v>
              </c:pt>
              <c:pt idx="2028">
                <c:v>-71.244186768361189</c:v>
              </c:pt>
              <c:pt idx="2029">
                <c:v>-71.089201867833552</c:v>
              </c:pt>
              <c:pt idx="2030">
                <c:v>-70.950452643146363</c:v>
              </c:pt>
              <c:pt idx="2031">
                <c:v>-70.827389830217598</c:v>
              </c:pt>
              <c:pt idx="2032">
                <c:v>-70.719537728958031</c:v>
              </c:pt>
              <c:pt idx="2033">
                <c:v>-70.626486947675332</c:v>
              </c:pt>
              <c:pt idx="2034">
                <c:v>-70.547888411306758</c:v>
              </c:pt>
              <c:pt idx="2035">
                <c:v>-70.483448436828212</c:v>
              </c:pt>
              <c:pt idx="2036">
                <c:v>-70.432924721522724</c:v>
              </c:pt>
              <c:pt idx="2037">
                <c:v>-70.396123123477381</c:v>
              </c:pt>
              <c:pt idx="2038">
                <c:v>-70.372895140917947</c:v>
              </c:pt>
              <c:pt idx="2039">
                <c:v>-70.363136019455141</c:v>
              </c:pt>
              <c:pt idx="2040">
                <c:v>-70.366783435281434</c:v>
              </c:pt>
              <c:pt idx="2041">
                <c:v>-70.383816718839384</c:v>
              </c:pt>
              <c:pt idx="2042">
                <c:v>-70.4142565983054</c:v>
              </c:pt>
              <c:pt idx="2043">
                <c:v>-70.458165456107025</c:v>
              </c:pt>
              <c:pt idx="2044">
                <c:v>-70.515648105255508</c:v>
              </c:pt>
              <c:pt idx="2045">
                <c:v>-70.586853106150016</c:v>
              </c:pt>
              <c:pt idx="2046">
                <c:v>-70.671974659332463</c:v>
              </c:pt>
              <c:pt idx="2047">
                <c:v>-70.771255126153704</c:v>
              </c:pt>
              <c:pt idx="2048">
                <c:v>-70.884988248277807</c:v>
              </c:pt>
              <c:pt idx="2049">
                <c:v>-71.013523159414419</c:v>
              </c:pt>
              <c:pt idx="2050">
                <c:v>-71.157269309910745</c:v>
              </c:pt>
              <c:pt idx="2051">
                <c:v>-71.316702458519842</c:v>
              </c:pt>
              <c:pt idx="2052">
                <c:v>-71.492371927997596</c:v>
              </c:pt>
              <c:pt idx="2053">
                <c:v>-71.684909375147399</c:v>
              </c:pt>
              <c:pt idx="2054">
                <c:v>-71.895039395603334</c:v>
              </c:pt>
              <c:pt idx="2055">
                <c:v>-72.123592374669755</c:v>
              </c:pt>
              <c:pt idx="2056">
                <c:v>-72.3715201158669</c:v>
              </c:pt>
              <c:pt idx="2057">
                <c:v>-72.639914939770563</c:v>
              </c:pt>
              <c:pt idx="2058">
                <c:v>-72.930033163619782</c:v>
              </c:pt>
              <c:pt idx="2059">
                <c:v>-73.24332417092532</c:v>
              </c:pt>
              <c:pt idx="2060">
                <c:v>-73.581466695554951</c:v>
              </c:pt>
              <c:pt idx="2061">
                <c:v>-73.946414530408447</c:v>
              </c:pt>
              <c:pt idx="2062">
                <c:v>-74.340454709914439</c:v>
              </c:pt>
              <c:pt idx="2063">
                <c:v>-74.766282438873034</c:v>
              </c:pt>
              <c:pt idx="2064">
                <c:v>-75.227098857720975</c:v>
              </c:pt>
              <c:pt idx="2065">
                <c:v>-75.726740492138262</c:v>
              </c:pt>
              <c:pt idx="2066">
                <c:v>-76.269853518510644</c:v>
              </c:pt>
              <c:pt idx="2067">
                <c:v>-76.86213280687393</c:v>
              </c:pt>
              <c:pt idx="2068">
                <c:v>-77.510656920513526</c:v>
              </c:pt>
              <c:pt idx="2069">
                <c:v>-78.224369306114298</c:v>
              </c:pt>
              <c:pt idx="2070">
                <c:v>-79.014789554754444</c:v>
              </c:pt>
              <c:pt idx="2071">
                <c:v>-79.897100766361376</c:v>
              </c:pt>
              <c:pt idx="2072">
                <c:v>-80</c:v>
              </c:pt>
              <c:pt idx="2073">
                <c:v>-80</c:v>
              </c:pt>
              <c:pt idx="2074">
                <c:v>-80</c:v>
              </c:pt>
              <c:pt idx="2075">
                <c:v>-80</c:v>
              </c:pt>
              <c:pt idx="2076">
                <c:v>-80</c:v>
              </c:pt>
              <c:pt idx="2077">
                <c:v>-80</c:v>
              </c:pt>
              <c:pt idx="2078">
                <c:v>-80</c:v>
              </c:pt>
              <c:pt idx="2079">
                <c:v>-80</c:v>
              </c:pt>
              <c:pt idx="2080">
                <c:v>-80</c:v>
              </c:pt>
              <c:pt idx="2081">
                <c:v>-80</c:v>
              </c:pt>
              <c:pt idx="2082">
                <c:v>-80</c:v>
              </c:pt>
              <c:pt idx="2083">
                <c:v>-80</c:v>
              </c:pt>
              <c:pt idx="2084">
                <c:v>-80</c:v>
              </c:pt>
              <c:pt idx="2085">
                <c:v>-80</c:v>
              </c:pt>
              <c:pt idx="2086">
                <c:v>-80</c:v>
              </c:pt>
              <c:pt idx="2087">
                <c:v>-80</c:v>
              </c:pt>
              <c:pt idx="2088">
                <c:v>-80</c:v>
              </c:pt>
              <c:pt idx="2089">
                <c:v>-80</c:v>
              </c:pt>
              <c:pt idx="2090">
                <c:v>-79.212204635280386</c:v>
              </c:pt>
              <c:pt idx="2091">
                <c:v>-78.441527857878512</c:v>
              </c:pt>
              <c:pt idx="2092">
                <c:v>-77.747559504506199</c:v>
              </c:pt>
              <c:pt idx="2093">
                <c:v>-77.118780035120693</c:v>
              </c:pt>
              <c:pt idx="2094">
                <c:v>-76.546246054082104</c:v>
              </c:pt>
              <c:pt idx="2095">
                <c:v>-76.022879049160252</c:v>
              </c:pt>
              <c:pt idx="2096">
                <c:v>-75.542984201385636</c:v>
              </c:pt>
              <c:pt idx="2097">
                <c:v>-75.10191538545071</c:v>
              </c:pt>
              <c:pt idx="2098">
                <c:v>-74.695836126766309</c:v>
              </c:pt>
              <c:pt idx="2099">
                <c:v>-74.321545335999943</c:v>
              </c:pt>
              <c:pt idx="2100">
                <c:v>-73.976347859470124</c:v>
              </c:pt>
              <c:pt idx="2101">
                <c:v>-73.657956713881745</c:v>
              </c:pt>
              <c:pt idx="2102">
                <c:v>-73.364418157484522</c:v>
              </c:pt>
              <c:pt idx="2103">
                <c:v>-73.094053507576731</c:v>
              </c:pt>
              <c:pt idx="2104">
                <c:v>-72.845413431831119</c:v>
              </c:pt>
              <c:pt idx="2105">
                <c:v>-72.617241664210383</c:v>
              </c:pt>
              <c:pt idx="2106">
                <c:v>-72.408445935359509</c:v>
              </c:pt>
              <c:pt idx="2107">
                <c:v>-72.218074492998852</c:v>
              </c:pt>
              <c:pt idx="2108">
                <c:v>-72.045297003085309</c:v>
              </c:pt>
              <c:pt idx="2109">
                <c:v>-71.88938892126744</c:v>
              </c:pt>
              <c:pt idx="2110">
                <c:v>-71.749718642046773</c:v>
              </c:pt>
              <c:pt idx="2111">
                <c:v>-71.625736893995338</c:v>
              </c:pt>
              <c:pt idx="2112">
                <c:v>-71.516967969711857</c:v>
              </c:pt>
              <c:pt idx="2113">
                <c:v>-71.423002470225555</c:v>
              </c:pt>
              <c:pt idx="2114">
                <c:v>-71.343491313228625</c:v>
              </c:pt>
              <c:pt idx="2115">
                <c:v>-71.278140808485148</c:v>
              </c:pt>
              <c:pt idx="2116">
                <c:v>-71.226708646099425</c:v>
              </c:pt>
              <c:pt idx="2117">
                <c:v>-71.189000677012601</c:v>
              </c:pt>
              <c:pt idx="2118">
                <c:v>-71.164868392337269</c:v>
              </c:pt>
              <c:pt idx="2119">
                <c:v>-71.154207030603359</c:v>
              </c:pt>
              <c:pt idx="2120">
                <c:v>-71.156954260954905</c:v>
              </c:pt>
              <c:pt idx="2121">
                <c:v>-71.173089406818107</c:v>
              </c:pt>
              <c:pt idx="2122">
                <c:v>-71.202633189385011</c:v>
              </c:pt>
              <c:pt idx="2123">
                <c:v>-71.245647984130414</c:v>
              </c:pt>
              <c:pt idx="2124">
                <c:v>-71.302238597144537</c:v>
              </c:pt>
              <c:pt idx="2125">
                <c:v>-71.372553581936813</c:v>
              </c:pt>
              <c:pt idx="2126">
                <c:v>-71.456787132190669</c:v>
              </c:pt>
              <c:pt idx="2127">
                <c:v>-71.555181602429514</c:v>
              </c:pt>
              <c:pt idx="2128">
                <c:v>-71.668030727520787</c:v>
              </c:pt>
              <c:pt idx="2129">
                <c:v>-71.795683634408206</c:v>
              </c:pt>
              <c:pt idx="2130">
                <c:v>-71.938549766703574</c:v>
              </c:pt>
              <c:pt idx="2131">
                <c:v>-72.097104876454921</c:v>
              </c:pt>
              <c:pt idx="2132">
                <c:v>-72.271898279743198</c:v>
              </c:pt>
              <c:pt idx="2133">
                <c:v>-72.463561626726957</c:v>
              </c:pt>
              <c:pt idx="2134">
                <c:v>-72.672819506425128</c:v>
              </c:pt>
              <c:pt idx="2135">
                <c:v>-72.90050229755667</c:v>
              </c:pt>
              <c:pt idx="2136">
                <c:v>-73.147561797085913</c:v>
              </c:pt>
              <c:pt idx="2137">
                <c:v>-73.415090319062145</c:v>
              </c:pt>
              <c:pt idx="2138">
                <c:v>-73.704344174226932</c:v>
              </c:pt>
              <c:pt idx="2139">
                <c:v>-74.016772739622709</c:v>
              </c:pt>
              <c:pt idx="2140">
                <c:v>-74.354054742677604</c:v>
              </c:pt>
              <c:pt idx="2141">
                <c:v>-74.718143969880515</c:v>
              </c:pt>
              <c:pt idx="2142">
                <c:v>-75.111327449277695</c:v>
              </c:pt>
              <c:pt idx="2143">
                <c:v>-75.536300379315378</c:v>
              </c:pt>
              <c:pt idx="2144">
                <c:v>-75.99626389410453</c:v>
              </c:pt>
              <c:pt idx="2145">
                <c:v>-76.495054513027284</c:v>
              </c:pt>
              <c:pt idx="2146">
                <c:v>-77.037318406199617</c:v>
              </c:pt>
              <c:pt idx="2147">
                <c:v>-77.628750437415135</c:v>
              </c:pt>
              <c:pt idx="2148">
                <c:v>-78.27642916374495</c:v>
              </c:pt>
              <c:pt idx="2149">
                <c:v>-78.989298025686878</c:v>
              </c:pt>
              <c:pt idx="2150">
                <c:v>-79.778876608159109</c:v>
              </c:pt>
              <c:pt idx="2151">
                <c:v>-80</c:v>
              </c:pt>
              <c:pt idx="2152">
                <c:v>-80</c:v>
              </c:pt>
              <c:pt idx="2153">
                <c:v>-80</c:v>
              </c:pt>
              <c:pt idx="2154">
                <c:v>-80</c:v>
              </c:pt>
              <c:pt idx="2155">
                <c:v>-80</c:v>
              </c:pt>
              <c:pt idx="2156">
                <c:v>-80</c:v>
              </c:pt>
              <c:pt idx="2157">
                <c:v>-80</c:v>
              </c:pt>
              <c:pt idx="2158">
                <c:v>-80</c:v>
              </c:pt>
              <c:pt idx="2159">
                <c:v>-80</c:v>
              </c:pt>
              <c:pt idx="2160">
                <c:v>-80</c:v>
              </c:pt>
              <c:pt idx="2161">
                <c:v>-80</c:v>
              </c:pt>
              <c:pt idx="2162">
                <c:v>-80</c:v>
              </c:pt>
              <c:pt idx="2163">
                <c:v>-80</c:v>
              </c:pt>
              <c:pt idx="2164">
                <c:v>-80</c:v>
              </c:pt>
              <c:pt idx="2165">
                <c:v>-80</c:v>
              </c:pt>
              <c:pt idx="2166">
                <c:v>-80</c:v>
              </c:pt>
              <c:pt idx="2167">
                <c:v>-80</c:v>
              </c:pt>
              <c:pt idx="2168">
                <c:v>-80</c:v>
              </c:pt>
              <c:pt idx="2169">
                <c:v>-80</c:v>
              </c:pt>
              <c:pt idx="2170">
                <c:v>-79.959839187707104</c:v>
              </c:pt>
              <c:pt idx="2171">
                <c:v>-79.188358375301178</c:v>
              </c:pt>
              <c:pt idx="2172">
                <c:v>-78.493587715509165</c:v>
              </c:pt>
              <c:pt idx="2173">
                <c:v>-77.864007662716745</c:v>
              </c:pt>
              <c:pt idx="2174">
                <c:v>-77.290674815736111</c:v>
              </c:pt>
              <c:pt idx="2175">
                <c:v>-76.766510656812798</c:v>
              </c:pt>
              <c:pt idx="2176">
                <c:v>-76.285820361477022</c:v>
              </c:pt>
              <c:pt idx="2177">
                <c:v>-75.843957798944302</c:v>
              </c:pt>
              <c:pt idx="2178">
                <c:v>-75.437086489172202</c:v>
              </c:pt>
              <c:pt idx="2179">
                <c:v>-75.062005337398162</c:v>
              </c:pt>
              <c:pt idx="2180">
                <c:v>-74.71601918453355</c:v>
              </c:pt>
              <c:pt idx="2181">
                <c:v>-74.396841041899492</c:v>
              </c:pt>
              <c:pt idx="2182">
                <c:v>-74.102517162384657</c:v>
              </c:pt>
              <c:pt idx="2183">
                <c:v>-73.8313688579493</c:v>
              </c:pt>
              <c:pt idx="2184">
                <c:v>-73.581946790950667</c:v>
              </c:pt>
              <c:pt idx="2185">
                <c:v>-73.35299469005858</c:v>
              </c:pt>
              <c:pt idx="2186">
                <c:v>-73.14342028064749</c:v>
              </c:pt>
              <c:pt idx="2187">
                <c:v>-72.952271805189696</c:v>
              </c:pt>
              <c:pt idx="2188">
                <c:v>-72.778718924416154</c:v>
              </c:pt>
              <c:pt idx="2189">
                <c:v>-72.622037088771677</c:v>
              </c:pt>
              <c:pt idx="2190">
                <c:v>-72.481594687575893</c:v>
              </c:pt>
              <c:pt idx="2191">
                <c:v>-72.356842444240897</c:v>
              </c:pt>
              <c:pt idx="2192">
                <c:v>-72.247304646227121</c:v>
              </c:pt>
              <c:pt idx="2193">
                <c:v>-72.152571889447202</c:v>
              </c:pt>
              <c:pt idx="2194">
                <c:v>-72.072295086498258</c:v>
              </c:pt>
              <c:pt idx="2195">
                <c:v>-72.00618054207068</c:v>
              </c:pt>
              <c:pt idx="2196">
                <c:v>-71.953985941216388</c:v>
              </c:pt>
              <c:pt idx="2197">
                <c:v>-71.915517129845298</c:v>
              </c:pt>
              <c:pt idx="2198">
                <c:v>-71.890625594059841</c:v>
              </c:pt>
              <c:pt idx="2199">
                <c:v>-71.879206567400786</c:v>
              </c:pt>
              <c:pt idx="2200">
                <c:v>-71.881197714043807</c:v>
              </c:pt>
              <c:pt idx="2201">
                <c:v>-71.896578352467515</c:v>
              </c:pt>
              <c:pt idx="2202">
                <c:v>-71.925369198936963</c:v>
              </c:pt>
              <c:pt idx="2203">
                <c:v>-71.967632624020538</c:v>
              </c:pt>
              <c:pt idx="2204">
                <c:v>-72.023473428922415</c:v>
              </c:pt>
              <c:pt idx="2205">
                <c:v>-72.093040162286314</c:v>
              </c:pt>
              <c:pt idx="2206">
                <c:v>-72.17652701295016</c:v>
              </c:pt>
              <c:pt idx="2207">
                <c:v>-72.274176330611922</c:v>
              </c:pt>
              <c:pt idx="2208">
                <c:v>-72.386281845333656</c:v>
              </c:pt>
              <c:pt idx="2209">
                <c:v>-72.513192679273587</c:v>
              </c:pt>
              <c:pt idx="2210">
                <c:v>-72.65531827127775</c:v>
              </c:pt>
              <c:pt idx="2211">
                <c:v>-72.813134368648093</c:v>
              </c:pt>
              <c:pt idx="2212">
                <c:v>-72.987190282739206</c:v>
              </c:pt>
              <c:pt idx="2213">
                <c:v>-73.178117659002538</c:v>
              </c:pt>
              <c:pt idx="2214">
                <c:v>-73.386641081769582</c:v>
              </c:pt>
              <c:pt idx="2215">
                <c:v>-73.613590925090932</c:v>
              </c:pt>
              <c:pt idx="2216">
                <c:v>-73.859918981281837</c:v>
              </c:pt>
              <c:pt idx="2217">
                <c:v>-74.126717559761488</c:v>
              </c:pt>
              <c:pt idx="2218">
                <c:v>-74.415242966660472</c:v>
              </c:pt>
              <c:pt idx="2219">
                <c:v>-74.726944574428998</c:v>
              </c:pt>
              <c:pt idx="2220">
                <c:v>-75.063501105921944</c:v>
              </c:pt>
              <c:pt idx="2221">
                <c:v>-75.426866343073542</c:v>
              </c:pt>
              <c:pt idx="2222">
                <c:v>-75.819327309394069</c:v>
              </c:pt>
              <c:pt idx="2223">
                <c:v>-76.243579198812043</c:v>
              </c:pt>
              <c:pt idx="2224">
                <c:v>-76.702823140939344</c:v>
              </c:pt>
              <c:pt idx="2225">
                <c:v>-77.200895650677438</c:v>
              </c:pt>
              <c:pt idx="2226">
                <c:v>-77.742442893679652</c:v>
              </c:pt>
              <c:pt idx="2227">
                <c:v>-78.333159729295275</c:v>
              </c:pt>
              <c:pt idx="2228">
                <c:v>-78.980124710168823</c:v>
              </c:pt>
              <c:pt idx="2229">
                <c:v>-79.692281272389621</c:v>
              </c:pt>
              <c:pt idx="2230">
                <c:v>-80</c:v>
              </c:pt>
              <c:pt idx="2231">
                <c:v>-80</c:v>
              </c:pt>
              <c:pt idx="2232">
                <c:v>-80</c:v>
              </c:pt>
              <c:pt idx="2233">
                <c:v>-80</c:v>
              </c:pt>
              <c:pt idx="2234">
                <c:v>-80</c:v>
              </c:pt>
              <c:pt idx="2235">
                <c:v>-80</c:v>
              </c:pt>
              <c:pt idx="2236">
                <c:v>-80</c:v>
              </c:pt>
              <c:pt idx="2237">
                <c:v>-80</c:v>
              </c:pt>
              <c:pt idx="2238">
                <c:v>-80</c:v>
              </c:pt>
              <c:pt idx="2239">
                <c:v>-80</c:v>
              </c:pt>
              <c:pt idx="2240">
                <c:v>-80</c:v>
              </c:pt>
              <c:pt idx="2241">
                <c:v>-80</c:v>
              </c:pt>
              <c:pt idx="2242">
                <c:v>-80</c:v>
              </c:pt>
              <c:pt idx="2243">
                <c:v>-80</c:v>
              </c:pt>
              <c:pt idx="2244">
                <c:v>-80</c:v>
              </c:pt>
              <c:pt idx="2245">
                <c:v>-80</c:v>
              </c:pt>
              <c:pt idx="2246">
                <c:v>-80</c:v>
              </c:pt>
              <c:pt idx="2247">
                <c:v>-80</c:v>
              </c:pt>
              <c:pt idx="2248">
                <c:v>-80</c:v>
              </c:pt>
              <c:pt idx="2249">
                <c:v>-80</c:v>
              </c:pt>
              <c:pt idx="2250">
                <c:v>-80</c:v>
              </c:pt>
              <c:pt idx="2251">
                <c:v>-79.87602809770587</c:v>
              </c:pt>
              <c:pt idx="2252">
                <c:v>-79.180577213338154</c:v>
              </c:pt>
              <c:pt idx="2253">
                <c:v>-78.550318281059489</c:v>
              </c:pt>
              <c:pt idx="2254">
                <c:v>-77.976307895694305</c:v>
              </c:pt>
              <c:pt idx="2255">
                <c:v>-77.451467535516244</c:v>
              </c:pt>
              <c:pt idx="2256">
                <c:v>-76.970102372099007</c:v>
              </c:pt>
              <c:pt idx="2257">
                <c:v>-76.527566270717401</c:v>
              </c:pt>
              <c:pt idx="2258">
                <c:v>-76.120022747403553</c:v>
              </c:pt>
              <c:pt idx="2259">
                <c:v>-75.744270703485071</c:v>
              </c:pt>
              <c:pt idx="2260">
                <c:v>-75.397614975979025</c:v>
              </c:pt>
              <c:pt idx="2261">
                <c:v>-75.077768572327301</c:v>
              </c:pt>
              <c:pt idx="2262">
                <c:v>-74.782777741554696</c:v>
              </c:pt>
              <c:pt idx="2263">
                <c:v>-74.510963791772554</c:v>
              </c:pt>
              <c:pt idx="2264">
                <c:v>-74.260877381504443</c:v>
              </c:pt>
              <c:pt idx="2265">
                <c:v>-74.031262235601446</c:v>
              </c:pt>
              <c:pt idx="2266">
                <c:v>-73.821026075634322</c:v>
              </c:pt>
              <c:pt idx="2267">
                <c:v>-73.629217140286357</c:v>
              </c:pt>
              <c:pt idx="2268">
                <c:v>-73.455005086514362</c:v>
              </c:pt>
              <c:pt idx="2269">
                <c:v>-73.297665361003652</c:v>
              </c:pt>
              <c:pt idx="2270">
                <c:v>-73.156566349329097</c:v>
              </c:pt>
              <c:pt idx="2271">
                <c:v>-73.031158771172485</c:v>
              </c:pt>
              <c:pt idx="2272">
                <c:v>-72.920966910278565</c:v>
              </c:pt>
              <c:pt idx="2273">
                <c:v>-72.825581358858599</c:v>
              </c:pt>
              <c:pt idx="2274">
                <c:v>-72.744653025822728</c:v>
              </c:pt>
              <c:pt idx="2275">
                <c:v>-72.677888212188662</c:v>
              </c:pt>
              <c:pt idx="2276">
                <c:v>-72.62504459934982</c:v>
              </c:pt>
              <c:pt idx="2277">
                <c:v>-72.585928029571804</c:v>
              </c:pt>
              <c:pt idx="2278">
                <c:v>-72.560389985326822</c:v>
              </c:pt>
              <c:pt idx="2279">
                <c:v>-72.548325696539351</c:v>
              </c:pt>
              <c:pt idx="2280">
                <c:v>-72.549672823782799</c:v>
              </c:pt>
              <c:pt idx="2281">
                <c:v>-72.564410681947336</c:v>
              </c:pt>
              <c:pt idx="2282">
                <c:v>-72.592559983723433</c:v>
              </c:pt>
              <c:pt idx="2283">
                <c:v>-72.634183096118591</c:v>
              </c:pt>
              <c:pt idx="2284">
                <c:v>-72.689384816789754</c:v>
              </c:pt>
              <c:pt idx="2285">
                <c:v>-72.758313690847132</c:v>
              </c:pt>
              <c:pt idx="2286">
                <c:v>-72.841163903608546</c:v>
              </c:pt>
              <c:pt idx="2287">
                <c:v>-72.938177801265468</c:v>
              </c:pt>
              <c:pt idx="2288">
                <c:v>-73.049649110386767</c:v>
              </c:pt>
              <c:pt idx="2289">
                <c:v>-73.175926949650872</c:v>
              </c:pt>
              <c:pt idx="2290">
                <c:v>-73.31742075443735</c:v>
              </c:pt>
              <c:pt idx="2291">
                <c:v>-73.474606268594897</c:v>
              </c:pt>
              <c:pt idx="2292">
                <c:v>-73.648032800037953</c:v>
              </c:pt>
              <c:pt idx="2293">
                <c:v>-73.838331990791005</c:v>
              </c:pt>
              <c:pt idx="2294">
                <c:v>-74.046228421771488</c:v>
              </c:pt>
              <c:pt idx="2295">
                <c:v>-74.272552463629054</c:v>
              </c:pt>
              <c:pt idx="2296">
                <c:v>-74.518255905290815</c:v>
              </c:pt>
              <c:pt idx="2297">
                <c:v>-74.784431052800798</c:v>
              </c:pt>
              <c:pt idx="2298">
                <c:v>-75.072334208927103</c:v>
              </c:pt>
              <c:pt idx="2299">
                <c:v>-75.383414742770299</c:v>
              </c:pt>
              <c:pt idx="2300">
                <c:v>-75.719351373848127</c:v>
              </c:pt>
              <c:pt idx="2301">
                <c:v>-76.082097880770405</c:v>
              </c:pt>
              <c:pt idx="2302">
                <c:v>-76.473941283735471</c:v>
              </c:pt>
              <c:pt idx="2303">
                <c:v>-76.897576773372606</c:v>
              </c:pt>
              <c:pt idx="2304">
                <c:v>-77.35620547600675</c:v>
              </c:pt>
              <c:pt idx="2305">
                <c:v>-77.853663903264604</c:v>
              </c:pt>
              <c:pt idx="2306">
                <c:v>-78.394598217537336</c:v>
              </c:pt>
              <c:pt idx="2307">
                <c:v>-78.984703274924115</c:v>
              </c:pt>
              <c:pt idx="2308">
                <c:v>-79.63105762483184</c:v>
              </c:pt>
              <c:pt idx="2309">
                <c:v>-80</c:v>
              </c:pt>
              <c:pt idx="2310">
                <c:v>-80</c:v>
              </c:pt>
              <c:pt idx="2311">
                <c:v>-80</c:v>
              </c:pt>
              <c:pt idx="2312">
                <c:v>-80</c:v>
              </c:pt>
              <c:pt idx="2313">
                <c:v>-80</c:v>
              </c:pt>
              <c:pt idx="2314">
                <c:v>-80</c:v>
              </c:pt>
              <c:pt idx="2315">
                <c:v>-80</c:v>
              </c:pt>
              <c:pt idx="2316">
                <c:v>-80</c:v>
              </c:pt>
              <c:pt idx="2317">
                <c:v>-80</c:v>
              </c:pt>
              <c:pt idx="2318">
                <c:v>-80</c:v>
              </c:pt>
              <c:pt idx="2319">
                <c:v>-80</c:v>
              </c:pt>
              <c:pt idx="2320">
                <c:v>-80</c:v>
              </c:pt>
              <c:pt idx="2321">
                <c:v>-80</c:v>
              </c:pt>
              <c:pt idx="2322">
                <c:v>-80</c:v>
              </c:pt>
              <c:pt idx="2323">
                <c:v>-80</c:v>
              </c:pt>
              <c:pt idx="2324">
                <c:v>-80</c:v>
              </c:pt>
              <c:pt idx="2325">
                <c:v>-80</c:v>
              </c:pt>
              <c:pt idx="2326">
                <c:v>-80</c:v>
              </c:pt>
              <c:pt idx="2327">
                <c:v>-80</c:v>
              </c:pt>
              <c:pt idx="2328">
                <c:v>-80</c:v>
              </c:pt>
              <c:pt idx="2329">
                <c:v>-80</c:v>
              </c:pt>
              <c:pt idx="2330">
                <c:v>-80</c:v>
              </c:pt>
              <c:pt idx="2331">
                <c:v>-80</c:v>
              </c:pt>
              <c:pt idx="2332">
                <c:v>-79.817190954028746</c:v>
              </c:pt>
              <c:pt idx="2333">
                <c:v>-79.186349054617665</c:v>
              </c:pt>
              <c:pt idx="2334">
                <c:v>-78.611756769301564</c:v>
              </c:pt>
              <c:pt idx="2335">
                <c:v>-78.08633557342489</c:v>
              </c:pt>
              <c:pt idx="2336">
                <c:v>-77.604390635643185</c:v>
              </c:pt>
              <c:pt idx="2337">
                <c:v>-77.161275818323546</c:v>
              </c:pt>
              <c:pt idx="2338">
                <c:v>-76.753154634601231</c:v>
              </c:pt>
              <c:pt idx="2339">
                <c:v>-76.37682598291741</c:v>
              </c:pt>
              <c:pt idx="2340">
                <c:v>-76.029594697413103</c:v>
              </c:pt>
              <c:pt idx="2341">
                <c:v>-75.709173782664806</c:v>
              </c:pt>
              <c:pt idx="2342">
                <c:v>-75.413609484842254</c:v>
              </c:pt>
              <c:pt idx="2343">
                <c:v>-75.141223109212234</c:v>
              </c:pt>
              <c:pt idx="2344">
                <c:v>-74.890565311463945</c:v>
              </c:pt>
              <c:pt idx="2345">
                <c:v>-74.660379813624473</c:v>
              </c:pt>
              <c:pt idx="2346">
                <c:v>-74.449574334450702</c:v>
              </c:pt>
              <c:pt idx="2347">
                <c:v>-74.257197109822329</c:v>
              </c:pt>
              <c:pt idx="2348">
                <c:v>-74.082417793902692</c:v>
              </c:pt>
              <c:pt idx="2349">
                <c:v>-73.924511830593786</c:v>
              </c:pt>
              <c:pt idx="2350">
                <c:v>-73.782847602697117</c:v>
              </c:pt>
              <c:pt idx="2351">
                <c:v>-73.65687582713123</c:v>
              </c:pt>
              <c:pt idx="2352">
                <c:v>-73.546120784887421</c:v>
              </c:pt>
              <c:pt idx="2353">
                <c:v>-73.45017306543356</c:v>
              </c:pt>
              <c:pt idx="2354">
                <c:v>-73.368683574946246</c:v>
              </c:pt>
              <c:pt idx="2355">
                <c:v>-73.301358611719422</c:v>
              </c:pt>
              <c:pt idx="2356">
                <c:v>-73.247955854432604</c:v>
              </c:pt>
              <c:pt idx="2357">
                <c:v>-73.208281142647166</c:v>
              </c:pt>
              <c:pt idx="2358">
                <c:v>-73.182185956140771</c:v>
              </c:pt>
              <c:pt idx="2359">
                <c:v>-73.16956552215305</c:v>
              </c:pt>
              <c:pt idx="2360">
                <c:v>-73.170357498582177</c:v>
              </c:pt>
              <c:pt idx="2361">
                <c:v>-73.184541197652621</c:v>
              </c:pt>
              <c:pt idx="2362">
                <c:v>-73.212137329398658</c:v>
              </c:pt>
              <c:pt idx="2363">
                <c:v>-73.253208258181132</c:v>
              </c:pt>
              <c:pt idx="2364">
                <c:v>-73.307858779019796</c:v>
              </c:pt>
              <c:pt idx="2365">
                <c:v>-73.376237434396927</c:v>
              </c:pt>
              <c:pt idx="2366">
                <c:v>-73.458538407011901</c:v>
              </c:pt>
              <c:pt idx="2367">
                <c:v>-73.555004040446974</c:v>
              </c:pt>
              <c:pt idx="2368">
                <c:v>-73.665928058671142</c:v>
              </c:pt>
              <c:pt idx="2369">
                <c:v>-73.791659577772165</c:v>
              </c:pt>
              <c:pt idx="2370">
                <c:v>-73.932608030548124</c:v>
              </c:pt>
              <c:pt idx="2371">
                <c:v>-74.089249158275351</c:v>
              </c:pt>
              <c:pt idx="2372">
                <c:v>-74.262132266305031</c:v>
              </c:pt>
              <c:pt idx="2373">
                <c:v>-74.45188899410752</c:v>
              </c:pt>
              <c:pt idx="2374">
                <c:v>-74.659243920055161</c:v>
              </c:pt>
              <c:pt idx="2375">
                <c:v>-74.885027412261394</c:v>
              </c:pt>
              <c:pt idx="2376">
                <c:v>-75.130191257126228</c:v>
              </c:pt>
              <c:pt idx="2377">
                <c:v>-75.395827758175287</c:v>
              </c:pt>
              <c:pt idx="2378">
                <c:v>-75.683193215667316</c:v>
              </c:pt>
              <c:pt idx="2379">
                <c:v>-75.993736996202244</c:v>
              </c:pt>
              <c:pt idx="2380">
                <c:v>-76.32913781680611</c:v>
              </c:pt>
              <c:pt idx="2381">
                <c:v>-76.691349453605625</c:v>
              </c:pt>
              <c:pt idx="2382">
                <c:v>-77.082658924324917</c:v>
              </c:pt>
              <c:pt idx="2383">
                <c:v>-77.505761417127445</c:v>
              </c:pt>
              <c:pt idx="2384">
                <c:v>-77.963858055881119</c:v>
              </c:pt>
              <c:pt idx="2385">
                <c:v>-78.460785349764421</c:v>
              </c:pt>
              <c:pt idx="2386">
                <c:v>-79.001189458728589</c:v>
              </c:pt>
              <c:pt idx="2387">
                <c:v>-79.590765236441541</c:v>
              </c:pt>
              <c:pt idx="2388">
                <c:v>-80</c:v>
              </c:pt>
              <c:pt idx="2389">
                <c:v>-80</c:v>
              </c:pt>
              <c:pt idx="2390">
                <c:v>-80</c:v>
              </c:pt>
              <c:pt idx="2391">
                <c:v>-80</c:v>
              </c:pt>
              <c:pt idx="2392">
                <c:v>-80</c:v>
              </c:pt>
              <c:pt idx="2393">
                <c:v>-80</c:v>
              </c:pt>
              <c:pt idx="2394">
                <c:v>-80</c:v>
              </c:pt>
              <c:pt idx="2395">
                <c:v>-80</c:v>
              </c:pt>
              <c:pt idx="2396">
                <c:v>-80</c:v>
              </c:pt>
              <c:pt idx="2397">
                <c:v>-80</c:v>
              </c:pt>
              <c:pt idx="2398">
                <c:v>-80</c:v>
              </c:pt>
              <c:pt idx="2399">
                <c:v>-80</c:v>
              </c:pt>
              <c:pt idx="2400">
                <c:v>-80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4607-4C02-8A46-74B7398C8F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-20"/>
          <c:min val="-80"/>
        </c:scaling>
        <c:delete val="0"/>
        <c:axPos val="l"/>
        <c:majorGridlines>
          <c:spPr>
            <a:ln w="6668">
              <a:solidFill>
                <a:srgbClr val="E1E5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Relative PSD (dB/Hz)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20"/>
      </c:valAx>
      <c:valAx>
        <c:axId val="48650112"/>
        <c:scaling>
          <c:orientation val="minMax"/>
          <c:max val="150"/>
          <c:min val="-150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Offset from RF carrier (kHz)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50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BPSK on 70 kHz Subcarrier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BPSK on 70 kHz Subcarrier</c:v>
          </c:tx>
          <c:spPr>
            <a:ln w="23813">
              <a:solidFill>
                <a:srgbClr val="167D9A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401"/>
              <c:pt idx="0">
                <c:v>-150</c:v>
              </c:pt>
              <c:pt idx="1">
                <c:v>-149.875</c:v>
              </c:pt>
              <c:pt idx="2">
                <c:v>-149.75</c:v>
              </c:pt>
              <c:pt idx="3">
                <c:v>-149.625</c:v>
              </c:pt>
              <c:pt idx="4">
                <c:v>-149.5</c:v>
              </c:pt>
              <c:pt idx="5">
                <c:v>-149.375</c:v>
              </c:pt>
              <c:pt idx="6">
                <c:v>-149.25</c:v>
              </c:pt>
              <c:pt idx="7">
                <c:v>-149.125</c:v>
              </c:pt>
              <c:pt idx="8">
                <c:v>-149</c:v>
              </c:pt>
              <c:pt idx="9">
                <c:v>-148.875</c:v>
              </c:pt>
              <c:pt idx="10">
                <c:v>-148.75</c:v>
              </c:pt>
              <c:pt idx="11">
                <c:v>-148.625</c:v>
              </c:pt>
              <c:pt idx="12">
                <c:v>-148.5</c:v>
              </c:pt>
              <c:pt idx="13">
                <c:v>-148.375</c:v>
              </c:pt>
              <c:pt idx="14">
                <c:v>-148.25</c:v>
              </c:pt>
              <c:pt idx="15">
                <c:v>-148.125</c:v>
              </c:pt>
              <c:pt idx="16">
                <c:v>-148</c:v>
              </c:pt>
              <c:pt idx="17">
                <c:v>-147.875</c:v>
              </c:pt>
              <c:pt idx="18">
                <c:v>-147.75</c:v>
              </c:pt>
              <c:pt idx="19">
                <c:v>-147.625</c:v>
              </c:pt>
              <c:pt idx="20">
                <c:v>-147.5</c:v>
              </c:pt>
              <c:pt idx="21">
                <c:v>-147.375</c:v>
              </c:pt>
              <c:pt idx="22">
                <c:v>-147.25</c:v>
              </c:pt>
              <c:pt idx="23">
                <c:v>-147.125</c:v>
              </c:pt>
              <c:pt idx="24">
                <c:v>-147</c:v>
              </c:pt>
              <c:pt idx="25">
                <c:v>-146.875</c:v>
              </c:pt>
              <c:pt idx="26">
                <c:v>-146.75</c:v>
              </c:pt>
              <c:pt idx="27">
                <c:v>-146.625</c:v>
              </c:pt>
              <c:pt idx="28">
                <c:v>-146.5</c:v>
              </c:pt>
              <c:pt idx="29">
                <c:v>-146.375</c:v>
              </c:pt>
              <c:pt idx="30">
                <c:v>-146.25</c:v>
              </c:pt>
              <c:pt idx="31">
                <c:v>-146.125</c:v>
              </c:pt>
              <c:pt idx="32">
                <c:v>-146</c:v>
              </c:pt>
              <c:pt idx="33">
                <c:v>-145.875</c:v>
              </c:pt>
              <c:pt idx="34">
                <c:v>-145.75</c:v>
              </c:pt>
              <c:pt idx="35">
                <c:v>-145.625</c:v>
              </c:pt>
              <c:pt idx="36">
                <c:v>-145.5</c:v>
              </c:pt>
              <c:pt idx="37">
                <c:v>-145.375</c:v>
              </c:pt>
              <c:pt idx="38">
                <c:v>-145.25</c:v>
              </c:pt>
              <c:pt idx="39">
                <c:v>-145.125</c:v>
              </c:pt>
              <c:pt idx="40">
                <c:v>-145</c:v>
              </c:pt>
              <c:pt idx="41">
                <c:v>-144.875</c:v>
              </c:pt>
              <c:pt idx="42">
                <c:v>-144.75</c:v>
              </c:pt>
              <c:pt idx="43">
                <c:v>-144.625</c:v>
              </c:pt>
              <c:pt idx="44">
                <c:v>-144.5</c:v>
              </c:pt>
              <c:pt idx="45">
                <c:v>-144.375</c:v>
              </c:pt>
              <c:pt idx="46">
                <c:v>-144.25</c:v>
              </c:pt>
              <c:pt idx="47">
                <c:v>-144.125</c:v>
              </c:pt>
              <c:pt idx="48">
                <c:v>-144</c:v>
              </c:pt>
              <c:pt idx="49">
                <c:v>-143.875</c:v>
              </c:pt>
              <c:pt idx="50">
                <c:v>-143.75</c:v>
              </c:pt>
              <c:pt idx="51">
                <c:v>-143.625</c:v>
              </c:pt>
              <c:pt idx="52">
                <c:v>-143.5</c:v>
              </c:pt>
              <c:pt idx="53">
                <c:v>-143.375</c:v>
              </c:pt>
              <c:pt idx="54">
                <c:v>-143.25</c:v>
              </c:pt>
              <c:pt idx="55">
                <c:v>-143.125</c:v>
              </c:pt>
              <c:pt idx="56">
                <c:v>-143</c:v>
              </c:pt>
              <c:pt idx="57">
                <c:v>-142.875</c:v>
              </c:pt>
              <c:pt idx="58">
                <c:v>-142.75</c:v>
              </c:pt>
              <c:pt idx="59">
                <c:v>-142.625</c:v>
              </c:pt>
              <c:pt idx="60">
                <c:v>-142.5</c:v>
              </c:pt>
              <c:pt idx="61">
                <c:v>-142.375</c:v>
              </c:pt>
              <c:pt idx="62">
                <c:v>-142.25</c:v>
              </c:pt>
              <c:pt idx="63">
                <c:v>-142.125</c:v>
              </c:pt>
              <c:pt idx="64">
                <c:v>-142</c:v>
              </c:pt>
              <c:pt idx="65">
                <c:v>-141.875</c:v>
              </c:pt>
              <c:pt idx="66">
                <c:v>-141.75</c:v>
              </c:pt>
              <c:pt idx="67">
                <c:v>-141.625</c:v>
              </c:pt>
              <c:pt idx="68">
                <c:v>-141.5</c:v>
              </c:pt>
              <c:pt idx="69">
                <c:v>-141.375</c:v>
              </c:pt>
              <c:pt idx="70">
                <c:v>-141.25</c:v>
              </c:pt>
              <c:pt idx="71">
                <c:v>-141.125</c:v>
              </c:pt>
              <c:pt idx="72">
                <c:v>-141</c:v>
              </c:pt>
              <c:pt idx="73">
                <c:v>-140.875</c:v>
              </c:pt>
              <c:pt idx="74">
                <c:v>-140.75</c:v>
              </c:pt>
              <c:pt idx="75">
                <c:v>-140.625</c:v>
              </c:pt>
              <c:pt idx="76">
                <c:v>-140.5</c:v>
              </c:pt>
              <c:pt idx="77">
                <c:v>-140.375</c:v>
              </c:pt>
              <c:pt idx="78">
                <c:v>-140.25</c:v>
              </c:pt>
              <c:pt idx="79">
                <c:v>-140.125</c:v>
              </c:pt>
              <c:pt idx="80">
                <c:v>-140</c:v>
              </c:pt>
              <c:pt idx="81">
                <c:v>-139.875</c:v>
              </c:pt>
              <c:pt idx="82">
                <c:v>-139.75</c:v>
              </c:pt>
              <c:pt idx="83">
                <c:v>-139.625</c:v>
              </c:pt>
              <c:pt idx="84">
                <c:v>-139.5</c:v>
              </c:pt>
              <c:pt idx="85">
                <c:v>-139.375</c:v>
              </c:pt>
              <c:pt idx="86">
                <c:v>-139.25</c:v>
              </c:pt>
              <c:pt idx="87">
                <c:v>-139.125</c:v>
              </c:pt>
              <c:pt idx="88">
                <c:v>-139</c:v>
              </c:pt>
              <c:pt idx="89">
                <c:v>-138.875</c:v>
              </c:pt>
              <c:pt idx="90">
                <c:v>-138.75</c:v>
              </c:pt>
              <c:pt idx="91">
                <c:v>-138.625</c:v>
              </c:pt>
              <c:pt idx="92">
                <c:v>-138.5</c:v>
              </c:pt>
              <c:pt idx="93">
                <c:v>-138.375</c:v>
              </c:pt>
              <c:pt idx="94">
                <c:v>-138.25</c:v>
              </c:pt>
              <c:pt idx="95">
                <c:v>-138.125</c:v>
              </c:pt>
              <c:pt idx="96">
                <c:v>-138</c:v>
              </c:pt>
              <c:pt idx="97">
                <c:v>-137.875</c:v>
              </c:pt>
              <c:pt idx="98">
                <c:v>-137.75</c:v>
              </c:pt>
              <c:pt idx="99">
                <c:v>-137.625</c:v>
              </c:pt>
              <c:pt idx="100">
                <c:v>-137.5</c:v>
              </c:pt>
              <c:pt idx="101">
                <c:v>-137.375</c:v>
              </c:pt>
              <c:pt idx="102">
                <c:v>-137.25</c:v>
              </c:pt>
              <c:pt idx="103">
                <c:v>-137.125</c:v>
              </c:pt>
              <c:pt idx="104">
                <c:v>-137</c:v>
              </c:pt>
              <c:pt idx="105">
                <c:v>-136.875</c:v>
              </c:pt>
              <c:pt idx="106">
                <c:v>-136.75</c:v>
              </c:pt>
              <c:pt idx="107">
                <c:v>-136.625</c:v>
              </c:pt>
              <c:pt idx="108">
                <c:v>-136.5</c:v>
              </c:pt>
              <c:pt idx="109">
                <c:v>-136.375</c:v>
              </c:pt>
              <c:pt idx="110">
                <c:v>-136.25</c:v>
              </c:pt>
              <c:pt idx="111">
                <c:v>-136.125</c:v>
              </c:pt>
              <c:pt idx="112">
                <c:v>-136</c:v>
              </c:pt>
              <c:pt idx="113">
                <c:v>-135.875</c:v>
              </c:pt>
              <c:pt idx="114">
                <c:v>-135.75</c:v>
              </c:pt>
              <c:pt idx="115">
                <c:v>-135.625</c:v>
              </c:pt>
              <c:pt idx="116">
                <c:v>-135.5</c:v>
              </c:pt>
              <c:pt idx="117">
                <c:v>-135.375</c:v>
              </c:pt>
              <c:pt idx="118">
                <c:v>-135.25</c:v>
              </c:pt>
              <c:pt idx="119">
                <c:v>-135.125</c:v>
              </c:pt>
              <c:pt idx="120">
                <c:v>-135</c:v>
              </c:pt>
              <c:pt idx="121">
                <c:v>-134.875</c:v>
              </c:pt>
              <c:pt idx="122">
                <c:v>-134.75</c:v>
              </c:pt>
              <c:pt idx="123">
                <c:v>-134.625</c:v>
              </c:pt>
              <c:pt idx="124">
                <c:v>-134.5</c:v>
              </c:pt>
              <c:pt idx="125">
                <c:v>-134.375</c:v>
              </c:pt>
              <c:pt idx="126">
                <c:v>-134.25</c:v>
              </c:pt>
              <c:pt idx="127">
                <c:v>-134.125</c:v>
              </c:pt>
              <c:pt idx="128">
                <c:v>-134</c:v>
              </c:pt>
              <c:pt idx="129">
                <c:v>-133.875</c:v>
              </c:pt>
              <c:pt idx="130">
                <c:v>-133.75</c:v>
              </c:pt>
              <c:pt idx="131">
                <c:v>-133.625</c:v>
              </c:pt>
              <c:pt idx="132">
                <c:v>-133.5</c:v>
              </c:pt>
              <c:pt idx="133">
                <c:v>-133.375</c:v>
              </c:pt>
              <c:pt idx="134">
                <c:v>-133.25</c:v>
              </c:pt>
              <c:pt idx="135">
                <c:v>-133.125</c:v>
              </c:pt>
              <c:pt idx="136">
                <c:v>-133</c:v>
              </c:pt>
              <c:pt idx="137">
                <c:v>-132.875</c:v>
              </c:pt>
              <c:pt idx="138">
                <c:v>-132.75</c:v>
              </c:pt>
              <c:pt idx="139">
                <c:v>-132.625</c:v>
              </c:pt>
              <c:pt idx="140">
                <c:v>-132.5</c:v>
              </c:pt>
              <c:pt idx="141">
                <c:v>-132.375</c:v>
              </c:pt>
              <c:pt idx="142">
                <c:v>-132.25</c:v>
              </c:pt>
              <c:pt idx="143">
                <c:v>-132.125</c:v>
              </c:pt>
              <c:pt idx="144">
                <c:v>-132</c:v>
              </c:pt>
              <c:pt idx="145">
                <c:v>-131.875</c:v>
              </c:pt>
              <c:pt idx="146">
                <c:v>-131.75</c:v>
              </c:pt>
              <c:pt idx="147">
                <c:v>-131.625</c:v>
              </c:pt>
              <c:pt idx="148">
                <c:v>-131.5</c:v>
              </c:pt>
              <c:pt idx="149">
                <c:v>-131.375</c:v>
              </c:pt>
              <c:pt idx="150">
                <c:v>-131.25</c:v>
              </c:pt>
              <c:pt idx="151">
                <c:v>-131.125</c:v>
              </c:pt>
              <c:pt idx="152">
                <c:v>-131</c:v>
              </c:pt>
              <c:pt idx="153">
                <c:v>-130.875</c:v>
              </c:pt>
              <c:pt idx="154">
                <c:v>-130.75</c:v>
              </c:pt>
              <c:pt idx="155">
                <c:v>-130.625</c:v>
              </c:pt>
              <c:pt idx="156">
                <c:v>-130.5</c:v>
              </c:pt>
              <c:pt idx="157">
                <c:v>-130.375</c:v>
              </c:pt>
              <c:pt idx="158">
                <c:v>-130.25</c:v>
              </c:pt>
              <c:pt idx="159">
                <c:v>-130.125</c:v>
              </c:pt>
              <c:pt idx="160">
                <c:v>-130</c:v>
              </c:pt>
              <c:pt idx="161">
                <c:v>-129.875</c:v>
              </c:pt>
              <c:pt idx="162">
                <c:v>-129.75</c:v>
              </c:pt>
              <c:pt idx="163">
                <c:v>-129.625</c:v>
              </c:pt>
              <c:pt idx="164">
                <c:v>-129.5</c:v>
              </c:pt>
              <c:pt idx="165">
                <c:v>-129.375</c:v>
              </c:pt>
              <c:pt idx="166">
                <c:v>-129.25</c:v>
              </c:pt>
              <c:pt idx="167">
                <c:v>-129.125</c:v>
              </c:pt>
              <c:pt idx="168">
                <c:v>-129</c:v>
              </c:pt>
              <c:pt idx="169">
                <c:v>-128.875</c:v>
              </c:pt>
              <c:pt idx="170">
                <c:v>-128.75</c:v>
              </c:pt>
              <c:pt idx="171">
                <c:v>-128.625</c:v>
              </c:pt>
              <c:pt idx="172">
                <c:v>-128.5</c:v>
              </c:pt>
              <c:pt idx="173">
                <c:v>-128.375</c:v>
              </c:pt>
              <c:pt idx="174">
                <c:v>-128.25</c:v>
              </c:pt>
              <c:pt idx="175">
                <c:v>-128.125</c:v>
              </c:pt>
              <c:pt idx="176">
                <c:v>-128</c:v>
              </c:pt>
              <c:pt idx="177">
                <c:v>-127.875</c:v>
              </c:pt>
              <c:pt idx="178">
                <c:v>-127.75</c:v>
              </c:pt>
              <c:pt idx="179">
                <c:v>-127.625</c:v>
              </c:pt>
              <c:pt idx="180">
                <c:v>-127.5</c:v>
              </c:pt>
              <c:pt idx="181">
                <c:v>-127.375</c:v>
              </c:pt>
              <c:pt idx="182">
                <c:v>-127.25</c:v>
              </c:pt>
              <c:pt idx="183">
                <c:v>-127.125</c:v>
              </c:pt>
              <c:pt idx="184">
                <c:v>-127</c:v>
              </c:pt>
              <c:pt idx="185">
                <c:v>-126.875</c:v>
              </c:pt>
              <c:pt idx="186">
                <c:v>-126.75</c:v>
              </c:pt>
              <c:pt idx="187">
                <c:v>-126.625</c:v>
              </c:pt>
              <c:pt idx="188">
                <c:v>-126.5</c:v>
              </c:pt>
              <c:pt idx="189">
                <c:v>-126.375</c:v>
              </c:pt>
              <c:pt idx="190">
                <c:v>-126.25</c:v>
              </c:pt>
              <c:pt idx="191">
                <c:v>-126.125</c:v>
              </c:pt>
              <c:pt idx="192">
                <c:v>-126</c:v>
              </c:pt>
              <c:pt idx="193">
                <c:v>-125.875</c:v>
              </c:pt>
              <c:pt idx="194">
                <c:v>-125.75</c:v>
              </c:pt>
              <c:pt idx="195">
                <c:v>-125.625</c:v>
              </c:pt>
              <c:pt idx="196">
                <c:v>-125.5</c:v>
              </c:pt>
              <c:pt idx="197">
                <c:v>-125.375</c:v>
              </c:pt>
              <c:pt idx="198">
                <c:v>-125.25</c:v>
              </c:pt>
              <c:pt idx="199">
                <c:v>-125.125</c:v>
              </c:pt>
              <c:pt idx="200">
                <c:v>-125</c:v>
              </c:pt>
              <c:pt idx="201">
                <c:v>-124.875</c:v>
              </c:pt>
              <c:pt idx="202">
                <c:v>-124.75</c:v>
              </c:pt>
              <c:pt idx="203">
                <c:v>-124.625</c:v>
              </c:pt>
              <c:pt idx="204">
                <c:v>-124.5</c:v>
              </c:pt>
              <c:pt idx="205">
                <c:v>-124.375</c:v>
              </c:pt>
              <c:pt idx="206">
                <c:v>-124.25</c:v>
              </c:pt>
              <c:pt idx="207">
                <c:v>-124.125</c:v>
              </c:pt>
              <c:pt idx="208">
                <c:v>-124</c:v>
              </c:pt>
              <c:pt idx="209">
                <c:v>-123.875</c:v>
              </c:pt>
              <c:pt idx="210">
                <c:v>-123.75</c:v>
              </c:pt>
              <c:pt idx="211">
                <c:v>-123.625</c:v>
              </c:pt>
              <c:pt idx="212">
                <c:v>-123.5</c:v>
              </c:pt>
              <c:pt idx="213">
                <c:v>-123.375</c:v>
              </c:pt>
              <c:pt idx="214">
                <c:v>-123.25</c:v>
              </c:pt>
              <c:pt idx="215">
                <c:v>-123.125</c:v>
              </c:pt>
              <c:pt idx="216">
                <c:v>-123</c:v>
              </c:pt>
              <c:pt idx="217">
                <c:v>-122.875</c:v>
              </c:pt>
              <c:pt idx="218">
                <c:v>-122.75</c:v>
              </c:pt>
              <c:pt idx="219">
                <c:v>-122.625</c:v>
              </c:pt>
              <c:pt idx="220">
                <c:v>-122.5</c:v>
              </c:pt>
              <c:pt idx="221">
                <c:v>-122.375</c:v>
              </c:pt>
              <c:pt idx="222">
                <c:v>-122.25</c:v>
              </c:pt>
              <c:pt idx="223">
                <c:v>-122.125</c:v>
              </c:pt>
              <c:pt idx="224">
                <c:v>-122</c:v>
              </c:pt>
              <c:pt idx="225">
                <c:v>-121.875</c:v>
              </c:pt>
              <c:pt idx="226">
                <c:v>-121.75</c:v>
              </c:pt>
              <c:pt idx="227">
                <c:v>-121.625</c:v>
              </c:pt>
              <c:pt idx="228">
                <c:v>-121.5</c:v>
              </c:pt>
              <c:pt idx="229">
                <c:v>-121.375</c:v>
              </c:pt>
              <c:pt idx="230">
                <c:v>-121.25</c:v>
              </c:pt>
              <c:pt idx="231">
                <c:v>-121.125</c:v>
              </c:pt>
              <c:pt idx="232">
                <c:v>-121</c:v>
              </c:pt>
              <c:pt idx="233">
                <c:v>-120.875</c:v>
              </c:pt>
              <c:pt idx="234">
                <c:v>-120.75</c:v>
              </c:pt>
              <c:pt idx="235">
                <c:v>-120.625</c:v>
              </c:pt>
              <c:pt idx="236">
                <c:v>-120.5</c:v>
              </c:pt>
              <c:pt idx="237">
                <c:v>-120.375</c:v>
              </c:pt>
              <c:pt idx="238">
                <c:v>-120.25</c:v>
              </c:pt>
              <c:pt idx="239">
                <c:v>-120.125</c:v>
              </c:pt>
              <c:pt idx="240">
                <c:v>-120</c:v>
              </c:pt>
              <c:pt idx="241">
                <c:v>-119.875</c:v>
              </c:pt>
              <c:pt idx="242">
                <c:v>-119.75</c:v>
              </c:pt>
              <c:pt idx="243">
                <c:v>-119.625</c:v>
              </c:pt>
              <c:pt idx="244">
                <c:v>-119.5</c:v>
              </c:pt>
              <c:pt idx="245">
                <c:v>-119.375</c:v>
              </c:pt>
              <c:pt idx="246">
                <c:v>-119.25</c:v>
              </c:pt>
              <c:pt idx="247">
                <c:v>-119.125</c:v>
              </c:pt>
              <c:pt idx="248">
                <c:v>-119</c:v>
              </c:pt>
              <c:pt idx="249">
                <c:v>-118.875</c:v>
              </c:pt>
              <c:pt idx="250">
                <c:v>-118.75</c:v>
              </c:pt>
              <c:pt idx="251">
                <c:v>-118.625</c:v>
              </c:pt>
              <c:pt idx="252">
                <c:v>-118.5</c:v>
              </c:pt>
              <c:pt idx="253">
                <c:v>-118.375</c:v>
              </c:pt>
              <c:pt idx="254">
                <c:v>-118.25</c:v>
              </c:pt>
              <c:pt idx="255">
                <c:v>-118.125</c:v>
              </c:pt>
              <c:pt idx="256">
                <c:v>-118</c:v>
              </c:pt>
              <c:pt idx="257">
                <c:v>-117.875</c:v>
              </c:pt>
              <c:pt idx="258">
                <c:v>-117.75</c:v>
              </c:pt>
              <c:pt idx="259">
                <c:v>-117.625</c:v>
              </c:pt>
              <c:pt idx="260">
                <c:v>-117.5</c:v>
              </c:pt>
              <c:pt idx="261">
                <c:v>-117.375</c:v>
              </c:pt>
              <c:pt idx="262">
                <c:v>-117.25</c:v>
              </c:pt>
              <c:pt idx="263">
                <c:v>-117.125</c:v>
              </c:pt>
              <c:pt idx="264">
                <c:v>-117</c:v>
              </c:pt>
              <c:pt idx="265">
                <c:v>-116.875</c:v>
              </c:pt>
              <c:pt idx="266">
                <c:v>-116.75</c:v>
              </c:pt>
              <c:pt idx="267">
                <c:v>-116.625</c:v>
              </c:pt>
              <c:pt idx="268">
                <c:v>-116.5</c:v>
              </c:pt>
              <c:pt idx="269">
                <c:v>-116.375</c:v>
              </c:pt>
              <c:pt idx="270">
                <c:v>-116.25</c:v>
              </c:pt>
              <c:pt idx="271">
                <c:v>-116.125</c:v>
              </c:pt>
              <c:pt idx="272">
                <c:v>-116</c:v>
              </c:pt>
              <c:pt idx="273">
                <c:v>-115.875</c:v>
              </c:pt>
              <c:pt idx="274">
                <c:v>-115.75</c:v>
              </c:pt>
              <c:pt idx="275">
                <c:v>-115.625</c:v>
              </c:pt>
              <c:pt idx="276">
                <c:v>-115.5</c:v>
              </c:pt>
              <c:pt idx="277">
                <c:v>-115.375</c:v>
              </c:pt>
              <c:pt idx="278">
                <c:v>-115.25</c:v>
              </c:pt>
              <c:pt idx="279">
                <c:v>-115.125</c:v>
              </c:pt>
              <c:pt idx="280">
                <c:v>-115</c:v>
              </c:pt>
              <c:pt idx="281">
                <c:v>-114.875</c:v>
              </c:pt>
              <c:pt idx="282">
                <c:v>-114.75</c:v>
              </c:pt>
              <c:pt idx="283">
                <c:v>-114.625</c:v>
              </c:pt>
              <c:pt idx="284">
                <c:v>-114.5</c:v>
              </c:pt>
              <c:pt idx="285">
                <c:v>-114.375</c:v>
              </c:pt>
              <c:pt idx="286">
                <c:v>-114.25</c:v>
              </c:pt>
              <c:pt idx="287">
                <c:v>-114.125</c:v>
              </c:pt>
              <c:pt idx="288">
                <c:v>-114</c:v>
              </c:pt>
              <c:pt idx="289">
                <c:v>-113.875</c:v>
              </c:pt>
              <c:pt idx="290">
                <c:v>-113.75</c:v>
              </c:pt>
              <c:pt idx="291">
                <c:v>-113.625</c:v>
              </c:pt>
              <c:pt idx="292">
                <c:v>-113.5</c:v>
              </c:pt>
              <c:pt idx="293">
                <c:v>-113.375</c:v>
              </c:pt>
              <c:pt idx="294">
                <c:v>-113.25</c:v>
              </c:pt>
              <c:pt idx="295">
                <c:v>-113.125</c:v>
              </c:pt>
              <c:pt idx="296">
                <c:v>-113</c:v>
              </c:pt>
              <c:pt idx="297">
                <c:v>-112.875</c:v>
              </c:pt>
              <c:pt idx="298">
                <c:v>-112.75</c:v>
              </c:pt>
              <c:pt idx="299">
                <c:v>-112.625</c:v>
              </c:pt>
              <c:pt idx="300">
                <c:v>-112.5</c:v>
              </c:pt>
              <c:pt idx="301">
                <c:v>-112.375</c:v>
              </c:pt>
              <c:pt idx="302">
                <c:v>-112.25</c:v>
              </c:pt>
              <c:pt idx="303">
                <c:v>-112.125</c:v>
              </c:pt>
              <c:pt idx="304">
                <c:v>-112</c:v>
              </c:pt>
              <c:pt idx="305">
                <c:v>-111.875</c:v>
              </c:pt>
              <c:pt idx="306">
                <c:v>-111.75</c:v>
              </c:pt>
              <c:pt idx="307">
                <c:v>-111.625</c:v>
              </c:pt>
              <c:pt idx="308">
                <c:v>-111.5</c:v>
              </c:pt>
              <c:pt idx="309">
                <c:v>-111.375</c:v>
              </c:pt>
              <c:pt idx="310">
                <c:v>-111.25</c:v>
              </c:pt>
              <c:pt idx="311">
                <c:v>-111.125</c:v>
              </c:pt>
              <c:pt idx="312">
                <c:v>-111</c:v>
              </c:pt>
              <c:pt idx="313">
                <c:v>-110.875</c:v>
              </c:pt>
              <c:pt idx="314">
                <c:v>-110.75</c:v>
              </c:pt>
              <c:pt idx="315">
                <c:v>-110.625</c:v>
              </c:pt>
              <c:pt idx="316">
                <c:v>-110.5</c:v>
              </c:pt>
              <c:pt idx="317">
                <c:v>-110.375</c:v>
              </c:pt>
              <c:pt idx="318">
                <c:v>-110.25</c:v>
              </c:pt>
              <c:pt idx="319">
                <c:v>-110.125</c:v>
              </c:pt>
              <c:pt idx="320">
                <c:v>-110</c:v>
              </c:pt>
              <c:pt idx="321">
                <c:v>-109.875</c:v>
              </c:pt>
              <c:pt idx="322">
                <c:v>-109.75</c:v>
              </c:pt>
              <c:pt idx="323">
                <c:v>-109.625</c:v>
              </c:pt>
              <c:pt idx="324">
                <c:v>-109.5</c:v>
              </c:pt>
              <c:pt idx="325">
                <c:v>-109.375</c:v>
              </c:pt>
              <c:pt idx="326">
                <c:v>-109.25</c:v>
              </c:pt>
              <c:pt idx="327">
                <c:v>-109.125</c:v>
              </c:pt>
              <c:pt idx="328">
                <c:v>-109</c:v>
              </c:pt>
              <c:pt idx="329">
                <c:v>-108.875</c:v>
              </c:pt>
              <c:pt idx="330">
                <c:v>-108.75</c:v>
              </c:pt>
              <c:pt idx="331">
                <c:v>-108.625</c:v>
              </c:pt>
              <c:pt idx="332">
                <c:v>-108.5</c:v>
              </c:pt>
              <c:pt idx="333">
                <c:v>-108.375</c:v>
              </c:pt>
              <c:pt idx="334">
                <c:v>-108.25</c:v>
              </c:pt>
              <c:pt idx="335">
                <c:v>-108.125</c:v>
              </c:pt>
              <c:pt idx="336">
                <c:v>-108</c:v>
              </c:pt>
              <c:pt idx="337">
                <c:v>-107.875</c:v>
              </c:pt>
              <c:pt idx="338">
                <c:v>-107.75</c:v>
              </c:pt>
              <c:pt idx="339">
                <c:v>-107.625</c:v>
              </c:pt>
              <c:pt idx="340">
                <c:v>-107.5</c:v>
              </c:pt>
              <c:pt idx="341">
                <c:v>-107.375</c:v>
              </c:pt>
              <c:pt idx="342">
                <c:v>-107.25</c:v>
              </c:pt>
              <c:pt idx="343">
                <c:v>-107.125</c:v>
              </c:pt>
              <c:pt idx="344">
                <c:v>-107</c:v>
              </c:pt>
              <c:pt idx="345">
                <c:v>-106.875</c:v>
              </c:pt>
              <c:pt idx="346">
                <c:v>-106.75</c:v>
              </c:pt>
              <c:pt idx="347">
                <c:v>-106.625</c:v>
              </c:pt>
              <c:pt idx="348">
                <c:v>-106.5</c:v>
              </c:pt>
              <c:pt idx="349">
                <c:v>-106.375</c:v>
              </c:pt>
              <c:pt idx="350">
                <c:v>-106.25</c:v>
              </c:pt>
              <c:pt idx="351">
                <c:v>-106.125</c:v>
              </c:pt>
              <c:pt idx="352">
                <c:v>-106</c:v>
              </c:pt>
              <c:pt idx="353">
                <c:v>-105.875</c:v>
              </c:pt>
              <c:pt idx="354">
                <c:v>-105.75</c:v>
              </c:pt>
              <c:pt idx="355">
                <c:v>-105.625</c:v>
              </c:pt>
              <c:pt idx="356">
                <c:v>-105.5</c:v>
              </c:pt>
              <c:pt idx="357">
                <c:v>-105.375</c:v>
              </c:pt>
              <c:pt idx="358">
                <c:v>-105.25</c:v>
              </c:pt>
              <c:pt idx="359">
                <c:v>-105.125</c:v>
              </c:pt>
              <c:pt idx="360">
                <c:v>-105</c:v>
              </c:pt>
              <c:pt idx="361">
                <c:v>-104.875</c:v>
              </c:pt>
              <c:pt idx="362">
                <c:v>-104.75</c:v>
              </c:pt>
              <c:pt idx="363">
                <c:v>-104.625</c:v>
              </c:pt>
              <c:pt idx="364">
                <c:v>-104.5</c:v>
              </c:pt>
              <c:pt idx="365">
                <c:v>-104.375</c:v>
              </c:pt>
              <c:pt idx="366">
                <c:v>-104.25</c:v>
              </c:pt>
              <c:pt idx="367">
                <c:v>-104.125</c:v>
              </c:pt>
              <c:pt idx="368">
                <c:v>-104</c:v>
              </c:pt>
              <c:pt idx="369">
                <c:v>-103.875</c:v>
              </c:pt>
              <c:pt idx="370">
                <c:v>-103.75</c:v>
              </c:pt>
              <c:pt idx="371">
                <c:v>-103.625</c:v>
              </c:pt>
              <c:pt idx="372">
                <c:v>-103.5</c:v>
              </c:pt>
              <c:pt idx="373">
                <c:v>-103.375</c:v>
              </c:pt>
              <c:pt idx="374">
                <c:v>-103.25</c:v>
              </c:pt>
              <c:pt idx="375">
                <c:v>-103.125</c:v>
              </c:pt>
              <c:pt idx="376">
                <c:v>-103</c:v>
              </c:pt>
              <c:pt idx="377">
                <c:v>-102.875</c:v>
              </c:pt>
              <c:pt idx="378">
                <c:v>-102.75</c:v>
              </c:pt>
              <c:pt idx="379">
                <c:v>-102.625</c:v>
              </c:pt>
              <c:pt idx="380">
                <c:v>-102.5</c:v>
              </c:pt>
              <c:pt idx="381">
                <c:v>-102.375</c:v>
              </c:pt>
              <c:pt idx="382">
                <c:v>-102.25</c:v>
              </c:pt>
              <c:pt idx="383">
                <c:v>-102.125</c:v>
              </c:pt>
              <c:pt idx="384">
                <c:v>-102</c:v>
              </c:pt>
              <c:pt idx="385">
                <c:v>-101.875</c:v>
              </c:pt>
              <c:pt idx="386">
                <c:v>-101.75</c:v>
              </c:pt>
              <c:pt idx="387">
                <c:v>-101.625</c:v>
              </c:pt>
              <c:pt idx="388">
                <c:v>-101.5</c:v>
              </c:pt>
              <c:pt idx="389">
                <c:v>-101.375</c:v>
              </c:pt>
              <c:pt idx="390">
                <c:v>-101.25</c:v>
              </c:pt>
              <c:pt idx="391">
                <c:v>-101.125</c:v>
              </c:pt>
              <c:pt idx="392">
                <c:v>-101</c:v>
              </c:pt>
              <c:pt idx="393">
                <c:v>-100.875</c:v>
              </c:pt>
              <c:pt idx="394">
                <c:v>-100.75</c:v>
              </c:pt>
              <c:pt idx="395">
                <c:v>-100.625</c:v>
              </c:pt>
              <c:pt idx="396">
                <c:v>-100.5</c:v>
              </c:pt>
              <c:pt idx="397">
                <c:v>-100.375</c:v>
              </c:pt>
              <c:pt idx="398">
                <c:v>-100.25</c:v>
              </c:pt>
              <c:pt idx="399">
                <c:v>-100.125</c:v>
              </c:pt>
              <c:pt idx="400">
                <c:v>-100</c:v>
              </c:pt>
              <c:pt idx="401">
                <c:v>-99.875</c:v>
              </c:pt>
              <c:pt idx="402">
                <c:v>-99.75</c:v>
              </c:pt>
              <c:pt idx="403">
                <c:v>-99.625</c:v>
              </c:pt>
              <c:pt idx="404">
                <c:v>-99.5</c:v>
              </c:pt>
              <c:pt idx="405">
                <c:v>-99.375</c:v>
              </c:pt>
              <c:pt idx="406">
                <c:v>-99.25</c:v>
              </c:pt>
              <c:pt idx="407">
                <c:v>-99.125</c:v>
              </c:pt>
              <c:pt idx="408">
                <c:v>-99</c:v>
              </c:pt>
              <c:pt idx="409">
                <c:v>-98.875</c:v>
              </c:pt>
              <c:pt idx="410">
                <c:v>-98.75</c:v>
              </c:pt>
              <c:pt idx="411">
                <c:v>-98.625</c:v>
              </c:pt>
              <c:pt idx="412">
                <c:v>-98.5</c:v>
              </c:pt>
              <c:pt idx="413">
                <c:v>-98.375</c:v>
              </c:pt>
              <c:pt idx="414">
                <c:v>-98.25</c:v>
              </c:pt>
              <c:pt idx="415">
                <c:v>-98.125</c:v>
              </c:pt>
              <c:pt idx="416">
                <c:v>-98</c:v>
              </c:pt>
              <c:pt idx="417">
                <c:v>-97.875</c:v>
              </c:pt>
              <c:pt idx="418">
                <c:v>-97.75</c:v>
              </c:pt>
              <c:pt idx="419">
                <c:v>-97.625</c:v>
              </c:pt>
              <c:pt idx="420">
                <c:v>-97.5</c:v>
              </c:pt>
              <c:pt idx="421">
                <c:v>-97.375</c:v>
              </c:pt>
              <c:pt idx="422">
                <c:v>-97.25</c:v>
              </c:pt>
              <c:pt idx="423">
                <c:v>-97.125</c:v>
              </c:pt>
              <c:pt idx="424">
                <c:v>-97</c:v>
              </c:pt>
              <c:pt idx="425">
                <c:v>-96.875</c:v>
              </c:pt>
              <c:pt idx="426">
                <c:v>-96.75</c:v>
              </c:pt>
              <c:pt idx="427">
                <c:v>-96.625</c:v>
              </c:pt>
              <c:pt idx="428">
                <c:v>-96.5</c:v>
              </c:pt>
              <c:pt idx="429">
                <c:v>-96.375</c:v>
              </c:pt>
              <c:pt idx="430">
                <c:v>-96.25</c:v>
              </c:pt>
              <c:pt idx="431">
                <c:v>-96.125</c:v>
              </c:pt>
              <c:pt idx="432">
                <c:v>-96</c:v>
              </c:pt>
              <c:pt idx="433">
                <c:v>-95.875</c:v>
              </c:pt>
              <c:pt idx="434">
                <c:v>-95.75</c:v>
              </c:pt>
              <c:pt idx="435">
                <c:v>-95.625</c:v>
              </c:pt>
              <c:pt idx="436">
                <c:v>-95.5</c:v>
              </c:pt>
              <c:pt idx="437">
                <c:v>-95.375</c:v>
              </c:pt>
              <c:pt idx="438">
                <c:v>-95.25</c:v>
              </c:pt>
              <c:pt idx="439">
                <c:v>-95.125</c:v>
              </c:pt>
              <c:pt idx="440">
                <c:v>-95</c:v>
              </c:pt>
              <c:pt idx="441">
                <c:v>-94.875</c:v>
              </c:pt>
              <c:pt idx="442">
                <c:v>-94.75</c:v>
              </c:pt>
              <c:pt idx="443">
                <c:v>-94.625</c:v>
              </c:pt>
              <c:pt idx="444">
                <c:v>-94.5</c:v>
              </c:pt>
              <c:pt idx="445">
                <c:v>-94.375</c:v>
              </c:pt>
              <c:pt idx="446">
                <c:v>-94.25</c:v>
              </c:pt>
              <c:pt idx="447">
                <c:v>-94.125</c:v>
              </c:pt>
              <c:pt idx="448">
                <c:v>-94</c:v>
              </c:pt>
              <c:pt idx="449">
                <c:v>-93.875</c:v>
              </c:pt>
              <c:pt idx="450">
                <c:v>-93.75</c:v>
              </c:pt>
              <c:pt idx="451">
                <c:v>-93.625</c:v>
              </c:pt>
              <c:pt idx="452">
                <c:v>-93.5</c:v>
              </c:pt>
              <c:pt idx="453">
                <c:v>-93.375</c:v>
              </c:pt>
              <c:pt idx="454">
                <c:v>-93.25</c:v>
              </c:pt>
              <c:pt idx="455">
                <c:v>-93.125</c:v>
              </c:pt>
              <c:pt idx="456">
                <c:v>-93</c:v>
              </c:pt>
              <c:pt idx="457">
                <c:v>-92.875</c:v>
              </c:pt>
              <c:pt idx="458">
                <c:v>-92.75</c:v>
              </c:pt>
              <c:pt idx="459">
                <c:v>-92.625</c:v>
              </c:pt>
              <c:pt idx="460">
                <c:v>-92.5</c:v>
              </c:pt>
              <c:pt idx="461">
                <c:v>-92.375</c:v>
              </c:pt>
              <c:pt idx="462">
                <c:v>-92.25</c:v>
              </c:pt>
              <c:pt idx="463">
                <c:v>-92.125</c:v>
              </c:pt>
              <c:pt idx="464">
                <c:v>-92</c:v>
              </c:pt>
              <c:pt idx="465">
                <c:v>-91.875</c:v>
              </c:pt>
              <c:pt idx="466">
                <c:v>-91.75</c:v>
              </c:pt>
              <c:pt idx="467">
                <c:v>-91.625</c:v>
              </c:pt>
              <c:pt idx="468">
                <c:v>-91.5</c:v>
              </c:pt>
              <c:pt idx="469">
                <c:v>-91.375</c:v>
              </c:pt>
              <c:pt idx="470">
                <c:v>-91.25</c:v>
              </c:pt>
              <c:pt idx="471">
                <c:v>-91.125</c:v>
              </c:pt>
              <c:pt idx="472">
                <c:v>-91</c:v>
              </c:pt>
              <c:pt idx="473">
                <c:v>-90.875</c:v>
              </c:pt>
              <c:pt idx="474">
                <c:v>-90.75</c:v>
              </c:pt>
              <c:pt idx="475">
                <c:v>-90.625</c:v>
              </c:pt>
              <c:pt idx="476">
                <c:v>-90.5</c:v>
              </c:pt>
              <c:pt idx="477">
                <c:v>-90.375</c:v>
              </c:pt>
              <c:pt idx="478">
                <c:v>-90.25</c:v>
              </c:pt>
              <c:pt idx="479">
                <c:v>-90.125</c:v>
              </c:pt>
              <c:pt idx="480">
                <c:v>-90</c:v>
              </c:pt>
              <c:pt idx="481">
                <c:v>-89.875</c:v>
              </c:pt>
              <c:pt idx="482">
                <c:v>-89.75</c:v>
              </c:pt>
              <c:pt idx="483">
                <c:v>-89.625</c:v>
              </c:pt>
              <c:pt idx="484">
                <c:v>-89.5</c:v>
              </c:pt>
              <c:pt idx="485">
                <c:v>-89.375</c:v>
              </c:pt>
              <c:pt idx="486">
                <c:v>-89.25</c:v>
              </c:pt>
              <c:pt idx="487">
                <c:v>-89.125</c:v>
              </c:pt>
              <c:pt idx="488">
                <c:v>-89</c:v>
              </c:pt>
              <c:pt idx="489">
                <c:v>-88.875</c:v>
              </c:pt>
              <c:pt idx="490">
                <c:v>-88.75</c:v>
              </c:pt>
              <c:pt idx="491">
                <c:v>-88.625</c:v>
              </c:pt>
              <c:pt idx="492">
                <c:v>-88.5</c:v>
              </c:pt>
              <c:pt idx="493">
                <c:v>-88.375</c:v>
              </c:pt>
              <c:pt idx="494">
                <c:v>-88.25</c:v>
              </c:pt>
              <c:pt idx="495">
                <c:v>-88.125</c:v>
              </c:pt>
              <c:pt idx="496">
                <c:v>-88</c:v>
              </c:pt>
              <c:pt idx="497">
                <c:v>-87.875</c:v>
              </c:pt>
              <c:pt idx="498">
                <c:v>-87.75</c:v>
              </c:pt>
              <c:pt idx="499">
                <c:v>-87.625</c:v>
              </c:pt>
              <c:pt idx="500">
                <c:v>-87.5</c:v>
              </c:pt>
              <c:pt idx="501">
                <c:v>-87.375</c:v>
              </c:pt>
              <c:pt idx="502">
                <c:v>-87.25</c:v>
              </c:pt>
              <c:pt idx="503">
                <c:v>-87.125</c:v>
              </c:pt>
              <c:pt idx="504">
                <c:v>-87</c:v>
              </c:pt>
              <c:pt idx="505">
                <c:v>-86.875</c:v>
              </c:pt>
              <c:pt idx="506">
                <c:v>-86.75</c:v>
              </c:pt>
              <c:pt idx="507">
                <c:v>-86.625</c:v>
              </c:pt>
              <c:pt idx="508">
                <c:v>-86.5</c:v>
              </c:pt>
              <c:pt idx="509">
                <c:v>-86.375</c:v>
              </c:pt>
              <c:pt idx="510">
                <c:v>-86.25</c:v>
              </c:pt>
              <c:pt idx="511">
                <c:v>-86.125</c:v>
              </c:pt>
              <c:pt idx="512">
                <c:v>-86</c:v>
              </c:pt>
              <c:pt idx="513">
                <c:v>-85.875</c:v>
              </c:pt>
              <c:pt idx="514">
                <c:v>-85.75</c:v>
              </c:pt>
              <c:pt idx="515">
                <c:v>-85.625</c:v>
              </c:pt>
              <c:pt idx="516">
                <c:v>-85.5</c:v>
              </c:pt>
              <c:pt idx="517">
                <c:v>-85.375</c:v>
              </c:pt>
              <c:pt idx="518">
                <c:v>-85.25</c:v>
              </c:pt>
              <c:pt idx="519">
                <c:v>-85.125</c:v>
              </c:pt>
              <c:pt idx="520">
                <c:v>-85</c:v>
              </c:pt>
              <c:pt idx="521">
                <c:v>-84.875</c:v>
              </c:pt>
              <c:pt idx="522">
                <c:v>-84.75</c:v>
              </c:pt>
              <c:pt idx="523">
                <c:v>-84.625</c:v>
              </c:pt>
              <c:pt idx="524">
                <c:v>-84.5</c:v>
              </c:pt>
              <c:pt idx="525">
                <c:v>-84.375</c:v>
              </c:pt>
              <c:pt idx="526">
                <c:v>-84.25</c:v>
              </c:pt>
              <c:pt idx="527">
                <c:v>-84.125</c:v>
              </c:pt>
              <c:pt idx="528">
                <c:v>-84</c:v>
              </c:pt>
              <c:pt idx="529">
                <c:v>-83.875</c:v>
              </c:pt>
              <c:pt idx="530">
                <c:v>-83.75</c:v>
              </c:pt>
              <c:pt idx="531">
                <c:v>-83.625</c:v>
              </c:pt>
              <c:pt idx="532">
                <c:v>-83.5</c:v>
              </c:pt>
              <c:pt idx="533">
                <c:v>-83.375</c:v>
              </c:pt>
              <c:pt idx="534">
                <c:v>-83.25</c:v>
              </c:pt>
              <c:pt idx="535">
                <c:v>-83.125</c:v>
              </c:pt>
              <c:pt idx="536">
                <c:v>-83</c:v>
              </c:pt>
              <c:pt idx="537">
                <c:v>-82.875</c:v>
              </c:pt>
              <c:pt idx="538">
                <c:v>-82.75</c:v>
              </c:pt>
              <c:pt idx="539">
                <c:v>-82.625</c:v>
              </c:pt>
              <c:pt idx="540">
                <c:v>-82.5</c:v>
              </c:pt>
              <c:pt idx="541">
                <c:v>-82.375</c:v>
              </c:pt>
              <c:pt idx="542">
                <c:v>-82.25</c:v>
              </c:pt>
              <c:pt idx="543">
                <c:v>-82.125</c:v>
              </c:pt>
              <c:pt idx="544">
                <c:v>-82</c:v>
              </c:pt>
              <c:pt idx="545">
                <c:v>-81.875</c:v>
              </c:pt>
              <c:pt idx="546">
                <c:v>-81.75</c:v>
              </c:pt>
              <c:pt idx="547">
                <c:v>-81.625</c:v>
              </c:pt>
              <c:pt idx="548">
                <c:v>-81.5</c:v>
              </c:pt>
              <c:pt idx="549">
                <c:v>-81.375</c:v>
              </c:pt>
              <c:pt idx="550">
                <c:v>-81.25</c:v>
              </c:pt>
              <c:pt idx="551">
                <c:v>-81.125</c:v>
              </c:pt>
              <c:pt idx="552">
                <c:v>-81</c:v>
              </c:pt>
              <c:pt idx="553">
                <c:v>-80.875</c:v>
              </c:pt>
              <c:pt idx="554">
                <c:v>-80.75</c:v>
              </c:pt>
              <c:pt idx="555">
                <c:v>-80.625</c:v>
              </c:pt>
              <c:pt idx="556">
                <c:v>-80.5</c:v>
              </c:pt>
              <c:pt idx="557">
                <c:v>-80.375</c:v>
              </c:pt>
              <c:pt idx="558">
                <c:v>-80.25</c:v>
              </c:pt>
              <c:pt idx="559">
                <c:v>-80.125</c:v>
              </c:pt>
              <c:pt idx="560">
                <c:v>-80</c:v>
              </c:pt>
              <c:pt idx="561">
                <c:v>-79.875</c:v>
              </c:pt>
              <c:pt idx="562">
                <c:v>-79.75</c:v>
              </c:pt>
              <c:pt idx="563">
                <c:v>-79.625</c:v>
              </c:pt>
              <c:pt idx="564">
                <c:v>-79.5</c:v>
              </c:pt>
              <c:pt idx="565">
                <c:v>-79.375</c:v>
              </c:pt>
              <c:pt idx="566">
                <c:v>-79.25</c:v>
              </c:pt>
              <c:pt idx="567">
                <c:v>-79.125</c:v>
              </c:pt>
              <c:pt idx="568">
                <c:v>-79</c:v>
              </c:pt>
              <c:pt idx="569">
                <c:v>-78.875</c:v>
              </c:pt>
              <c:pt idx="570">
                <c:v>-78.75</c:v>
              </c:pt>
              <c:pt idx="571">
                <c:v>-78.625</c:v>
              </c:pt>
              <c:pt idx="572">
                <c:v>-78.5</c:v>
              </c:pt>
              <c:pt idx="573">
                <c:v>-78.375</c:v>
              </c:pt>
              <c:pt idx="574">
                <c:v>-78.25</c:v>
              </c:pt>
              <c:pt idx="575">
                <c:v>-78.125</c:v>
              </c:pt>
              <c:pt idx="576">
                <c:v>-78</c:v>
              </c:pt>
              <c:pt idx="577">
                <c:v>-77.875</c:v>
              </c:pt>
              <c:pt idx="578">
                <c:v>-77.75</c:v>
              </c:pt>
              <c:pt idx="579">
                <c:v>-77.625</c:v>
              </c:pt>
              <c:pt idx="580">
                <c:v>-77.5</c:v>
              </c:pt>
              <c:pt idx="581">
                <c:v>-77.375</c:v>
              </c:pt>
              <c:pt idx="582">
                <c:v>-77.25</c:v>
              </c:pt>
              <c:pt idx="583">
                <c:v>-77.125</c:v>
              </c:pt>
              <c:pt idx="584">
                <c:v>-77</c:v>
              </c:pt>
              <c:pt idx="585">
                <c:v>-76.875</c:v>
              </c:pt>
              <c:pt idx="586">
                <c:v>-76.75</c:v>
              </c:pt>
              <c:pt idx="587">
                <c:v>-76.625</c:v>
              </c:pt>
              <c:pt idx="588">
                <c:v>-76.5</c:v>
              </c:pt>
              <c:pt idx="589">
                <c:v>-76.375</c:v>
              </c:pt>
              <c:pt idx="590">
                <c:v>-76.25</c:v>
              </c:pt>
              <c:pt idx="591">
                <c:v>-76.125</c:v>
              </c:pt>
              <c:pt idx="592">
                <c:v>-76</c:v>
              </c:pt>
              <c:pt idx="593">
                <c:v>-75.875</c:v>
              </c:pt>
              <c:pt idx="594">
                <c:v>-75.75</c:v>
              </c:pt>
              <c:pt idx="595">
                <c:v>-75.625</c:v>
              </c:pt>
              <c:pt idx="596">
                <c:v>-75.5</c:v>
              </c:pt>
              <c:pt idx="597">
                <c:v>-75.375</c:v>
              </c:pt>
              <c:pt idx="598">
                <c:v>-75.25</c:v>
              </c:pt>
              <c:pt idx="599">
                <c:v>-75.125</c:v>
              </c:pt>
              <c:pt idx="600">
                <c:v>-75</c:v>
              </c:pt>
              <c:pt idx="601">
                <c:v>-74.875</c:v>
              </c:pt>
              <c:pt idx="602">
                <c:v>-74.75</c:v>
              </c:pt>
              <c:pt idx="603">
                <c:v>-74.625</c:v>
              </c:pt>
              <c:pt idx="604">
                <c:v>-74.5</c:v>
              </c:pt>
              <c:pt idx="605">
                <c:v>-74.375</c:v>
              </c:pt>
              <c:pt idx="606">
                <c:v>-74.25</c:v>
              </c:pt>
              <c:pt idx="607">
                <c:v>-74.125</c:v>
              </c:pt>
              <c:pt idx="608">
                <c:v>-74</c:v>
              </c:pt>
              <c:pt idx="609">
                <c:v>-73.875</c:v>
              </c:pt>
              <c:pt idx="610">
                <c:v>-73.75</c:v>
              </c:pt>
              <c:pt idx="611">
                <c:v>-73.625</c:v>
              </c:pt>
              <c:pt idx="612">
                <c:v>-73.5</c:v>
              </c:pt>
              <c:pt idx="613">
                <c:v>-73.375</c:v>
              </c:pt>
              <c:pt idx="614">
                <c:v>-73.25</c:v>
              </c:pt>
              <c:pt idx="615">
                <c:v>-73.125</c:v>
              </c:pt>
              <c:pt idx="616">
                <c:v>-73</c:v>
              </c:pt>
              <c:pt idx="617">
                <c:v>-72.875</c:v>
              </c:pt>
              <c:pt idx="618">
                <c:v>-72.75</c:v>
              </c:pt>
              <c:pt idx="619">
                <c:v>-72.625</c:v>
              </c:pt>
              <c:pt idx="620">
                <c:v>-72.5</c:v>
              </c:pt>
              <c:pt idx="621">
                <c:v>-72.375</c:v>
              </c:pt>
              <c:pt idx="622">
                <c:v>-72.25</c:v>
              </c:pt>
              <c:pt idx="623">
                <c:v>-72.125</c:v>
              </c:pt>
              <c:pt idx="624">
                <c:v>-72</c:v>
              </c:pt>
              <c:pt idx="625">
                <c:v>-71.875</c:v>
              </c:pt>
              <c:pt idx="626">
                <c:v>-71.75</c:v>
              </c:pt>
              <c:pt idx="627">
                <c:v>-71.625</c:v>
              </c:pt>
              <c:pt idx="628">
                <c:v>-71.5</c:v>
              </c:pt>
              <c:pt idx="629">
                <c:v>-71.375</c:v>
              </c:pt>
              <c:pt idx="630">
                <c:v>-71.25</c:v>
              </c:pt>
              <c:pt idx="631">
                <c:v>-71.125</c:v>
              </c:pt>
              <c:pt idx="632">
                <c:v>-71</c:v>
              </c:pt>
              <c:pt idx="633">
                <c:v>-70.875</c:v>
              </c:pt>
              <c:pt idx="634">
                <c:v>-70.75</c:v>
              </c:pt>
              <c:pt idx="635">
                <c:v>-70.625</c:v>
              </c:pt>
              <c:pt idx="636">
                <c:v>-70.5</c:v>
              </c:pt>
              <c:pt idx="637">
                <c:v>-70.375</c:v>
              </c:pt>
              <c:pt idx="638">
                <c:v>-70.25</c:v>
              </c:pt>
              <c:pt idx="639">
                <c:v>-70.125</c:v>
              </c:pt>
              <c:pt idx="640">
                <c:v>-70</c:v>
              </c:pt>
              <c:pt idx="641">
                <c:v>-69.875</c:v>
              </c:pt>
              <c:pt idx="642">
                <c:v>-69.75</c:v>
              </c:pt>
              <c:pt idx="643">
                <c:v>-69.625</c:v>
              </c:pt>
              <c:pt idx="644">
                <c:v>-69.5</c:v>
              </c:pt>
              <c:pt idx="645">
                <c:v>-69.375</c:v>
              </c:pt>
              <c:pt idx="646">
                <c:v>-69.25</c:v>
              </c:pt>
              <c:pt idx="647">
                <c:v>-69.125</c:v>
              </c:pt>
              <c:pt idx="648">
                <c:v>-69</c:v>
              </c:pt>
              <c:pt idx="649">
                <c:v>-68.875</c:v>
              </c:pt>
              <c:pt idx="650">
                <c:v>-68.75</c:v>
              </c:pt>
              <c:pt idx="651">
                <c:v>-68.625</c:v>
              </c:pt>
              <c:pt idx="652">
                <c:v>-68.5</c:v>
              </c:pt>
              <c:pt idx="653">
                <c:v>-68.375</c:v>
              </c:pt>
              <c:pt idx="654">
                <c:v>-68.25</c:v>
              </c:pt>
              <c:pt idx="655">
                <c:v>-68.125</c:v>
              </c:pt>
              <c:pt idx="656">
                <c:v>-68</c:v>
              </c:pt>
              <c:pt idx="657">
                <c:v>-67.875</c:v>
              </c:pt>
              <c:pt idx="658">
                <c:v>-67.75</c:v>
              </c:pt>
              <c:pt idx="659">
                <c:v>-67.625</c:v>
              </c:pt>
              <c:pt idx="660">
                <c:v>-67.5</c:v>
              </c:pt>
              <c:pt idx="661">
                <c:v>-67.375</c:v>
              </c:pt>
              <c:pt idx="662">
                <c:v>-67.25</c:v>
              </c:pt>
              <c:pt idx="663">
                <c:v>-67.125</c:v>
              </c:pt>
              <c:pt idx="664">
                <c:v>-67</c:v>
              </c:pt>
              <c:pt idx="665">
                <c:v>-66.875</c:v>
              </c:pt>
              <c:pt idx="666">
                <c:v>-66.75</c:v>
              </c:pt>
              <c:pt idx="667">
                <c:v>-66.625</c:v>
              </c:pt>
              <c:pt idx="668">
                <c:v>-66.5</c:v>
              </c:pt>
              <c:pt idx="669">
                <c:v>-66.375</c:v>
              </c:pt>
              <c:pt idx="670">
                <c:v>-66.25</c:v>
              </c:pt>
              <c:pt idx="671">
                <c:v>-66.125</c:v>
              </c:pt>
              <c:pt idx="672">
                <c:v>-66</c:v>
              </c:pt>
              <c:pt idx="673">
                <c:v>-65.875</c:v>
              </c:pt>
              <c:pt idx="674">
                <c:v>-65.75</c:v>
              </c:pt>
              <c:pt idx="675">
                <c:v>-65.625</c:v>
              </c:pt>
              <c:pt idx="676">
                <c:v>-65.5</c:v>
              </c:pt>
              <c:pt idx="677">
                <c:v>-65.375</c:v>
              </c:pt>
              <c:pt idx="678">
                <c:v>-65.25</c:v>
              </c:pt>
              <c:pt idx="679">
                <c:v>-65.125</c:v>
              </c:pt>
              <c:pt idx="680">
                <c:v>-65</c:v>
              </c:pt>
              <c:pt idx="681">
                <c:v>-64.875</c:v>
              </c:pt>
              <c:pt idx="682">
                <c:v>-64.75</c:v>
              </c:pt>
              <c:pt idx="683">
                <c:v>-64.625</c:v>
              </c:pt>
              <c:pt idx="684">
                <c:v>-64.5</c:v>
              </c:pt>
              <c:pt idx="685">
                <c:v>-64.375</c:v>
              </c:pt>
              <c:pt idx="686">
                <c:v>-64.25</c:v>
              </c:pt>
              <c:pt idx="687">
                <c:v>-64.125</c:v>
              </c:pt>
              <c:pt idx="688">
                <c:v>-64</c:v>
              </c:pt>
              <c:pt idx="689">
                <c:v>-63.875</c:v>
              </c:pt>
              <c:pt idx="690">
                <c:v>-63.75</c:v>
              </c:pt>
              <c:pt idx="691">
                <c:v>-63.625</c:v>
              </c:pt>
              <c:pt idx="692">
                <c:v>-63.5</c:v>
              </c:pt>
              <c:pt idx="693">
                <c:v>-63.375</c:v>
              </c:pt>
              <c:pt idx="694">
                <c:v>-63.25</c:v>
              </c:pt>
              <c:pt idx="695">
                <c:v>-63.125</c:v>
              </c:pt>
              <c:pt idx="696">
                <c:v>-63</c:v>
              </c:pt>
              <c:pt idx="697">
                <c:v>-62.875</c:v>
              </c:pt>
              <c:pt idx="698">
                <c:v>-62.75</c:v>
              </c:pt>
              <c:pt idx="699">
                <c:v>-62.625</c:v>
              </c:pt>
              <c:pt idx="700">
                <c:v>-62.5</c:v>
              </c:pt>
              <c:pt idx="701">
                <c:v>-62.375</c:v>
              </c:pt>
              <c:pt idx="702">
                <c:v>-62.25</c:v>
              </c:pt>
              <c:pt idx="703">
                <c:v>-62.125</c:v>
              </c:pt>
              <c:pt idx="704">
                <c:v>-62</c:v>
              </c:pt>
              <c:pt idx="705">
                <c:v>-61.875</c:v>
              </c:pt>
              <c:pt idx="706">
                <c:v>-61.75</c:v>
              </c:pt>
              <c:pt idx="707">
                <c:v>-61.625</c:v>
              </c:pt>
              <c:pt idx="708">
                <c:v>-61.5</c:v>
              </c:pt>
              <c:pt idx="709">
                <c:v>-61.375</c:v>
              </c:pt>
              <c:pt idx="710">
                <c:v>-61.25</c:v>
              </c:pt>
              <c:pt idx="711">
                <c:v>-61.125</c:v>
              </c:pt>
              <c:pt idx="712">
                <c:v>-61</c:v>
              </c:pt>
              <c:pt idx="713">
                <c:v>-60.875</c:v>
              </c:pt>
              <c:pt idx="714">
                <c:v>-60.75</c:v>
              </c:pt>
              <c:pt idx="715">
                <c:v>-60.625</c:v>
              </c:pt>
              <c:pt idx="716">
                <c:v>-60.5</c:v>
              </c:pt>
              <c:pt idx="717">
                <c:v>-60.375</c:v>
              </c:pt>
              <c:pt idx="718">
                <c:v>-60.25</c:v>
              </c:pt>
              <c:pt idx="719">
                <c:v>-60.125</c:v>
              </c:pt>
              <c:pt idx="720">
                <c:v>-60</c:v>
              </c:pt>
              <c:pt idx="721">
                <c:v>-59.875</c:v>
              </c:pt>
              <c:pt idx="722">
                <c:v>-59.75</c:v>
              </c:pt>
              <c:pt idx="723">
                <c:v>-59.625</c:v>
              </c:pt>
              <c:pt idx="724">
                <c:v>-59.5</c:v>
              </c:pt>
              <c:pt idx="725">
                <c:v>-59.375</c:v>
              </c:pt>
              <c:pt idx="726">
                <c:v>-59.25</c:v>
              </c:pt>
              <c:pt idx="727">
                <c:v>-59.125</c:v>
              </c:pt>
              <c:pt idx="728">
                <c:v>-59</c:v>
              </c:pt>
              <c:pt idx="729">
                <c:v>-58.875</c:v>
              </c:pt>
              <c:pt idx="730">
                <c:v>-58.75</c:v>
              </c:pt>
              <c:pt idx="731">
                <c:v>-58.625</c:v>
              </c:pt>
              <c:pt idx="732">
                <c:v>-58.5</c:v>
              </c:pt>
              <c:pt idx="733">
                <c:v>-58.375</c:v>
              </c:pt>
              <c:pt idx="734">
                <c:v>-58.25</c:v>
              </c:pt>
              <c:pt idx="735">
                <c:v>-58.125</c:v>
              </c:pt>
              <c:pt idx="736">
                <c:v>-58</c:v>
              </c:pt>
              <c:pt idx="737">
                <c:v>-57.875</c:v>
              </c:pt>
              <c:pt idx="738">
                <c:v>-57.75</c:v>
              </c:pt>
              <c:pt idx="739">
                <c:v>-57.625</c:v>
              </c:pt>
              <c:pt idx="740">
                <c:v>-57.5</c:v>
              </c:pt>
              <c:pt idx="741">
                <c:v>-57.375</c:v>
              </c:pt>
              <c:pt idx="742">
                <c:v>-57.25</c:v>
              </c:pt>
              <c:pt idx="743">
                <c:v>-57.125</c:v>
              </c:pt>
              <c:pt idx="744">
                <c:v>-57</c:v>
              </c:pt>
              <c:pt idx="745">
                <c:v>-56.875</c:v>
              </c:pt>
              <c:pt idx="746">
                <c:v>-56.75</c:v>
              </c:pt>
              <c:pt idx="747">
                <c:v>-56.625</c:v>
              </c:pt>
              <c:pt idx="748">
                <c:v>-56.5</c:v>
              </c:pt>
              <c:pt idx="749">
                <c:v>-56.375</c:v>
              </c:pt>
              <c:pt idx="750">
                <c:v>-56.25</c:v>
              </c:pt>
              <c:pt idx="751">
                <c:v>-56.125</c:v>
              </c:pt>
              <c:pt idx="752">
                <c:v>-56</c:v>
              </c:pt>
              <c:pt idx="753">
                <c:v>-55.875</c:v>
              </c:pt>
              <c:pt idx="754">
                <c:v>-55.75</c:v>
              </c:pt>
              <c:pt idx="755">
                <c:v>-55.625</c:v>
              </c:pt>
              <c:pt idx="756">
                <c:v>-55.5</c:v>
              </c:pt>
              <c:pt idx="757">
                <c:v>-55.375</c:v>
              </c:pt>
              <c:pt idx="758">
                <c:v>-55.25</c:v>
              </c:pt>
              <c:pt idx="759">
                <c:v>-55.125</c:v>
              </c:pt>
              <c:pt idx="760">
                <c:v>-55</c:v>
              </c:pt>
              <c:pt idx="761">
                <c:v>-54.875</c:v>
              </c:pt>
              <c:pt idx="762">
                <c:v>-54.75</c:v>
              </c:pt>
              <c:pt idx="763">
                <c:v>-54.625</c:v>
              </c:pt>
              <c:pt idx="764">
                <c:v>-54.5</c:v>
              </c:pt>
              <c:pt idx="765">
                <c:v>-54.375</c:v>
              </c:pt>
              <c:pt idx="766">
                <c:v>-54.25</c:v>
              </c:pt>
              <c:pt idx="767">
                <c:v>-54.125</c:v>
              </c:pt>
              <c:pt idx="768">
                <c:v>-54</c:v>
              </c:pt>
              <c:pt idx="769">
                <c:v>-53.875</c:v>
              </c:pt>
              <c:pt idx="770">
                <c:v>-53.75</c:v>
              </c:pt>
              <c:pt idx="771">
                <c:v>-53.625</c:v>
              </c:pt>
              <c:pt idx="772">
                <c:v>-53.5</c:v>
              </c:pt>
              <c:pt idx="773">
                <c:v>-53.375</c:v>
              </c:pt>
              <c:pt idx="774">
                <c:v>-53.25</c:v>
              </c:pt>
              <c:pt idx="775">
                <c:v>-53.125</c:v>
              </c:pt>
              <c:pt idx="776">
                <c:v>-53</c:v>
              </c:pt>
              <c:pt idx="777">
                <c:v>-52.875</c:v>
              </c:pt>
              <c:pt idx="778">
                <c:v>-52.75</c:v>
              </c:pt>
              <c:pt idx="779">
                <c:v>-52.625</c:v>
              </c:pt>
              <c:pt idx="780">
                <c:v>-52.5</c:v>
              </c:pt>
              <c:pt idx="781">
                <c:v>-52.375</c:v>
              </c:pt>
              <c:pt idx="782">
                <c:v>-52.25</c:v>
              </c:pt>
              <c:pt idx="783">
                <c:v>-52.125</c:v>
              </c:pt>
              <c:pt idx="784">
                <c:v>-52</c:v>
              </c:pt>
              <c:pt idx="785">
                <c:v>-51.875</c:v>
              </c:pt>
              <c:pt idx="786">
                <c:v>-51.75</c:v>
              </c:pt>
              <c:pt idx="787">
                <c:v>-51.625</c:v>
              </c:pt>
              <c:pt idx="788">
                <c:v>-51.5</c:v>
              </c:pt>
              <c:pt idx="789">
                <c:v>-51.375</c:v>
              </c:pt>
              <c:pt idx="790">
                <c:v>-51.25</c:v>
              </c:pt>
              <c:pt idx="791">
                <c:v>-51.125</c:v>
              </c:pt>
              <c:pt idx="792">
                <c:v>-51</c:v>
              </c:pt>
              <c:pt idx="793">
                <c:v>-50.875</c:v>
              </c:pt>
              <c:pt idx="794">
                <c:v>-50.75</c:v>
              </c:pt>
              <c:pt idx="795">
                <c:v>-50.625</c:v>
              </c:pt>
              <c:pt idx="796">
                <c:v>-50.5</c:v>
              </c:pt>
              <c:pt idx="797">
                <c:v>-50.375</c:v>
              </c:pt>
              <c:pt idx="798">
                <c:v>-50.25</c:v>
              </c:pt>
              <c:pt idx="799">
                <c:v>-50.125</c:v>
              </c:pt>
              <c:pt idx="800">
                <c:v>-50</c:v>
              </c:pt>
              <c:pt idx="801">
                <c:v>-49.875</c:v>
              </c:pt>
              <c:pt idx="802">
                <c:v>-49.75</c:v>
              </c:pt>
              <c:pt idx="803">
                <c:v>-49.625</c:v>
              </c:pt>
              <c:pt idx="804">
                <c:v>-49.5</c:v>
              </c:pt>
              <c:pt idx="805">
                <c:v>-49.375</c:v>
              </c:pt>
              <c:pt idx="806">
                <c:v>-49.25</c:v>
              </c:pt>
              <c:pt idx="807">
                <c:v>-49.125</c:v>
              </c:pt>
              <c:pt idx="808">
                <c:v>-49</c:v>
              </c:pt>
              <c:pt idx="809">
                <c:v>-48.875</c:v>
              </c:pt>
              <c:pt idx="810">
                <c:v>-48.75</c:v>
              </c:pt>
              <c:pt idx="811">
                <c:v>-48.625</c:v>
              </c:pt>
              <c:pt idx="812">
                <c:v>-48.5</c:v>
              </c:pt>
              <c:pt idx="813">
                <c:v>-48.375</c:v>
              </c:pt>
              <c:pt idx="814">
                <c:v>-48.25</c:v>
              </c:pt>
              <c:pt idx="815">
                <c:v>-48.125</c:v>
              </c:pt>
              <c:pt idx="816">
                <c:v>-48</c:v>
              </c:pt>
              <c:pt idx="817">
                <c:v>-47.875</c:v>
              </c:pt>
              <c:pt idx="818">
                <c:v>-47.75</c:v>
              </c:pt>
              <c:pt idx="819">
                <c:v>-47.625</c:v>
              </c:pt>
              <c:pt idx="820">
                <c:v>-47.5</c:v>
              </c:pt>
              <c:pt idx="821">
                <c:v>-47.375</c:v>
              </c:pt>
              <c:pt idx="822">
                <c:v>-47.25</c:v>
              </c:pt>
              <c:pt idx="823">
                <c:v>-47.125</c:v>
              </c:pt>
              <c:pt idx="824">
                <c:v>-47</c:v>
              </c:pt>
              <c:pt idx="825">
                <c:v>-46.875</c:v>
              </c:pt>
              <c:pt idx="826">
                <c:v>-46.75</c:v>
              </c:pt>
              <c:pt idx="827">
                <c:v>-46.625</c:v>
              </c:pt>
              <c:pt idx="828">
                <c:v>-46.5</c:v>
              </c:pt>
              <c:pt idx="829">
                <c:v>-46.375</c:v>
              </c:pt>
              <c:pt idx="830">
                <c:v>-46.25</c:v>
              </c:pt>
              <c:pt idx="831">
                <c:v>-46.125</c:v>
              </c:pt>
              <c:pt idx="832">
                <c:v>-46</c:v>
              </c:pt>
              <c:pt idx="833">
                <c:v>-45.875</c:v>
              </c:pt>
              <c:pt idx="834">
                <c:v>-45.75</c:v>
              </c:pt>
              <c:pt idx="835">
                <c:v>-45.625</c:v>
              </c:pt>
              <c:pt idx="836">
                <c:v>-45.5</c:v>
              </c:pt>
              <c:pt idx="837">
                <c:v>-45.375</c:v>
              </c:pt>
              <c:pt idx="838">
                <c:v>-45.25</c:v>
              </c:pt>
              <c:pt idx="839">
                <c:v>-45.125</c:v>
              </c:pt>
              <c:pt idx="840">
                <c:v>-45</c:v>
              </c:pt>
              <c:pt idx="841">
                <c:v>-44.875</c:v>
              </c:pt>
              <c:pt idx="842">
                <c:v>-44.75</c:v>
              </c:pt>
              <c:pt idx="843">
                <c:v>-44.625</c:v>
              </c:pt>
              <c:pt idx="844">
                <c:v>-44.5</c:v>
              </c:pt>
              <c:pt idx="845">
                <c:v>-44.375</c:v>
              </c:pt>
              <c:pt idx="846">
                <c:v>-44.25</c:v>
              </c:pt>
              <c:pt idx="847">
                <c:v>-44.125</c:v>
              </c:pt>
              <c:pt idx="848">
                <c:v>-44</c:v>
              </c:pt>
              <c:pt idx="849">
                <c:v>-43.875</c:v>
              </c:pt>
              <c:pt idx="850">
                <c:v>-43.75</c:v>
              </c:pt>
              <c:pt idx="851">
                <c:v>-43.625</c:v>
              </c:pt>
              <c:pt idx="852">
                <c:v>-43.5</c:v>
              </c:pt>
              <c:pt idx="853">
                <c:v>-43.375</c:v>
              </c:pt>
              <c:pt idx="854">
                <c:v>-43.25</c:v>
              </c:pt>
              <c:pt idx="855">
                <c:v>-43.125</c:v>
              </c:pt>
              <c:pt idx="856">
                <c:v>-43</c:v>
              </c:pt>
              <c:pt idx="857">
                <c:v>-42.875</c:v>
              </c:pt>
              <c:pt idx="858">
                <c:v>-42.75</c:v>
              </c:pt>
              <c:pt idx="859">
                <c:v>-42.625</c:v>
              </c:pt>
              <c:pt idx="860">
                <c:v>-42.5</c:v>
              </c:pt>
              <c:pt idx="861">
                <c:v>-42.375</c:v>
              </c:pt>
              <c:pt idx="862">
                <c:v>-42.25</c:v>
              </c:pt>
              <c:pt idx="863">
                <c:v>-42.125</c:v>
              </c:pt>
              <c:pt idx="864">
                <c:v>-42</c:v>
              </c:pt>
              <c:pt idx="865">
                <c:v>-41.875</c:v>
              </c:pt>
              <c:pt idx="866">
                <c:v>-41.75</c:v>
              </c:pt>
              <c:pt idx="867">
                <c:v>-41.625</c:v>
              </c:pt>
              <c:pt idx="868">
                <c:v>-41.5</c:v>
              </c:pt>
              <c:pt idx="869">
                <c:v>-41.375</c:v>
              </c:pt>
              <c:pt idx="870">
                <c:v>-41.25</c:v>
              </c:pt>
              <c:pt idx="871">
                <c:v>-41.125</c:v>
              </c:pt>
              <c:pt idx="872">
                <c:v>-41</c:v>
              </c:pt>
              <c:pt idx="873">
                <c:v>-40.875</c:v>
              </c:pt>
              <c:pt idx="874">
                <c:v>-40.75</c:v>
              </c:pt>
              <c:pt idx="875">
                <c:v>-40.625</c:v>
              </c:pt>
              <c:pt idx="876">
                <c:v>-40.5</c:v>
              </c:pt>
              <c:pt idx="877">
                <c:v>-40.375</c:v>
              </c:pt>
              <c:pt idx="878">
                <c:v>-40.25</c:v>
              </c:pt>
              <c:pt idx="879">
                <c:v>-40.125</c:v>
              </c:pt>
              <c:pt idx="880">
                <c:v>-40</c:v>
              </c:pt>
              <c:pt idx="881">
                <c:v>-39.875</c:v>
              </c:pt>
              <c:pt idx="882">
                <c:v>-39.75</c:v>
              </c:pt>
              <c:pt idx="883">
                <c:v>-39.625</c:v>
              </c:pt>
              <c:pt idx="884">
                <c:v>-39.5</c:v>
              </c:pt>
              <c:pt idx="885">
                <c:v>-39.375</c:v>
              </c:pt>
              <c:pt idx="886">
                <c:v>-39.25</c:v>
              </c:pt>
              <c:pt idx="887">
                <c:v>-39.125</c:v>
              </c:pt>
              <c:pt idx="888">
                <c:v>-39</c:v>
              </c:pt>
              <c:pt idx="889">
                <c:v>-38.875</c:v>
              </c:pt>
              <c:pt idx="890">
                <c:v>-38.75</c:v>
              </c:pt>
              <c:pt idx="891">
                <c:v>-38.625</c:v>
              </c:pt>
              <c:pt idx="892">
                <c:v>-38.5</c:v>
              </c:pt>
              <c:pt idx="893">
                <c:v>-38.375</c:v>
              </c:pt>
              <c:pt idx="894">
                <c:v>-38.25</c:v>
              </c:pt>
              <c:pt idx="895">
                <c:v>-38.125</c:v>
              </c:pt>
              <c:pt idx="896">
                <c:v>-38</c:v>
              </c:pt>
              <c:pt idx="897">
                <c:v>-37.875</c:v>
              </c:pt>
              <c:pt idx="898">
                <c:v>-37.75</c:v>
              </c:pt>
              <c:pt idx="899">
                <c:v>-37.625</c:v>
              </c:pt>
              <c:pt idx="900">
                <c:v>-37.5</c:v>
              </c:pt>
              <c:pt idx="901">
                <c:v>-37.375</c:v>
              </c:pt>
              <c:pt idx="902">
                <c:v>-37.25</c:v>
              </c:pt>
              <c:pt idx="903">
                <c:v>-37.125</c:v>
              </c:pt>
              <c:pt idx="904">
                <c:v>-37</c:v>
              </c:pt>
              <c:pt idx="905">
                <c:v>-36.875</c:v>
              </c:pt>
              <c:pt idx="906">
                <c:v>-36.75</c:v>
              </c:pt>
              <c:pt idx="907">
                <c:v>-36.625</c:v>
              </c:pt>
              <c:pt idx="908">
                <c:v>-36.5</c:v>
              </c:pt>
              <c:pt idx="909">
                <c:v>-36.375</c:v>
              </c:pt>
              <c:pt idx="910">
                <c:v>-36.25</c:v>
              </c:pt>
              <c:pt idx="911">
                <c:v>-36.125</c:v>
              </c:pt>
              <c:pt idx="912">
                <c:v>-36</c:v>
              </c:pt>
              <c:pt idx="913">
                <c:v>-35.875</c:v>
              </c:pt>
              <c:pt idx="914">
                <c:v>-35.75</c:v>
              </c:pt>
              <c:pt idx="915">
                <c:v>-35.625</c:v>
              </c:pt>
              <c:pt idx="916">
                <c:v>-35.5</c:v>
              </c:pt>
              <c:pt idx="917">
                <c:v>-35.375</c:v>
              </c:pt>
              <c:pt idx="918">
                <c:v>-35.25</c:v>
              </c:pt>
              <c:pt idx="919">
                <c:v>-35.125</c:v>
              </c:pt>
              <c:pt idx="920">
                <c:v>-35</c:v>
              </c:pt>
              <c:pt idx="921">
                <c:v>-34.875</c:v>
              </c:pt>
              <c:pt idx="922">
                <c:v>-34.75</c:v>
              </c:pt>
              <c:pt idx="923">
                <c:v>-34.625</c:v>
              </c:pt>
              <c:pt idx="924">
                <c:v>-34.5</c:v>
              </c:pt>
              <c:pt idx="925">
                <c:v>-34.375</c:v>
              </c:pt>
              <c:pt idx="926">
                <c:v>-34.25</c:v>
              </c:pt>
              <c:pt idx="927">
                <c:v>-34.125</c:v>
              </c:pt>
              <c:pt idx="928">
                <c:v>-34</c:v>
              </c:pt>
              <c:pt idx="929">
                <c:v>-33.875</c:v>
              </c:pt>
              <c:pt idx="930">
                <c:v>-33.75</c:v>
              </c:pt>
              <c:pt idx="931">
                <c:v>-33.625</c:v>
              </c:pt>
              <c:pt idx="932">
                <c:v>-33.5</c:v>
              </c:pt>
              <c:pt idx="933">
                <c:v>-33.375</c:v>
              </c:pt>
              <c:pt idx="934">
                <c:v>-33.25</c:v>
              </c:pt>
              <c:pt idx="935">
                <c:v>-33.125</c:v>
              </c:pt>
              <c:pt idx="936">
                <c:v>-33</c:v>
              </c:pt>
              <c:pt idx="937">
                <c:v>-32.875</c:v>
              </c:pt>
              <c:pt idx="938">
                <c:v>-32.75</c:v>
              </c:pt>
              <c:pt idx="939">
                <c:v>-32.625</c:v>
              </c:pt>
              <c:pt idx="940">
                <c:v>-32.5</c:v>
              </c:pt>
              <c:pt idx="941">
                <c:v>-32.375</c:v>
              </c:pt>
              <c:pt idx="942">
                <c:v>-32.25</c:v>
              </c:pt>
              <c:pt idx="943">
                <c:v>-32.125</c:v>
              </c:pt>
              <c:pt idx="944">
                <c:v>-32</c:v>
              </c:pt>
              <c:pt idx="945">
                <c:v>-31.875</c:v>
              </c:pt>
              <c:pt idx="946">
                <c:v>-31.75</c:v>
              </c:pt>
              <c:pt idx="947">
                <c:v>-31.625</c:v>
              </c:pt>
              <c:pt idx="948">
                <c:v>-31.5</c:v>
              </c:pt>
              <c:pt idx="949">
                <c:v>-31.375</c:v>
              </c:pt>
              <c:pt idx="950">
                <c:v>-31.25</c:v>
              </c:pt>
              <c:pt idx="951">
                <c:v>-31.125</c:v>
              </c:pt>
              <c:pt idx="952">
                <c:v>-31</c:v>
              </c:pt>
              <c:pt idx="953">
                <c:v>-30.875</c:v>
              </c:pt>
              <c:pt idx="954">
                <c:v>-30.75</c:v>
              </c:pt>
              <c:pt idx="955">
                <c:v>-30.625</c:v>
              </c:pt>
              <c:pt idx="956">
                <c:v>-30.5</c:v>
              </c:pt>
              <c:pt idx="957">
                <c:v>-30.375</c:v>
              </c:pt>
              <c:pt idx="958">
                <c:v>-30.25</c:v>
              </c:pt>
              <c:pt idx="959">
                <c:v>-30.125</c:v>
              </c:pt>
              <c:pt idx="960">
                <c:v>-30</c:v>
              </c:pt>
              <c:pt idx="961">
                <c:v>-29.875</c:v>
              </c:pt>
              <c:pt idx="962">
                <c:v>-29.75</c:v>
              </c:pt>
              <c:pt idx="963">
                <c:v>-29.625</c:v>
              </c:pt>
              <c:pt idx="964">
                <c:v>-29.5</c:v>
              </c:pt>
              <c:pt idx="965">
                <c:v>-29.375</c:v>
              </c:pt>
              <c:pt idx="966">
                <c:v>-29.25</c:v>
              </c:pt>
              <c:pt idx="967">
                <c:v>-29.125</c:v>
              </c:pt>
              <c:pt idx="968">
                <c:v>-29</c:v>
              </c:pt>
              <c:pt idx="969">
                <c:v>-28.875</c:v>
              </c:pt>
              <c:pt idx="970">
                <c:v>-28.75</c:v>
              </c:pt>
              <c:pt idx="971">
                <c:v>-28.625</c:v>
              </c:pt>
              <c:pt idx="972">
                <c:v>-28.5</c:v>
              </c:pt>
              <c:pt idx="973">
                <c:v>-28.375</c:v>
              </c:pt>
              <c:pt idx="974">
                <c:v>-28.25</c:v>
              </c:pt>
              <c:pt idx="975">
                <c:v>-28.125</c:v>
              </c:pt>
              <c:pt idx="976">
                <c:v>-28</c:v>
              </c:pt>
              <c:pt idx="977">
                <c:v>-27.875</c:v>
              </c:pt>
              <c:pt idx="978">
                <c:v>-27.75</c:v>
              </c:pt>
              <c:pt idx="979">
                <c:v>-27.625</c:v>
              </c:pt>
              <c:pt idx="980">
                <c:v>-27.5</c:v>
              </c:pt>
              <c:pt idx="981">
                <c:v>-27.375</c:v>
              </c:pt>
              <c:pt idx="982">
                <c:v>-27.25</c:v>
              </c:pt>
              <c:pt idx="983">
                <c:v>-27.125</c:v>
              </c:pt>
              <c:pt idx="984">
                <c:v>-27</c:v>
              </c:pt>
              <c:pt idx="985">
                <c:v>-26.875</c:v>
              </c:pt>
              <c:pt idx="986">
                <c:v>-26.75</c:v>
              </c:pt>
              <c:pt idx="987">
                <c:v>-26.625</c:v>
              </c:pt>
              <c:pt idx="988">
                <c:v>-26.5</c:v>
              </c:pt>
              <c:pt idx="989">
                <c:v>-26.375</c:v>
              </c:pt>
              <c:pt idx="990">
                <c:v>-26.25</c:v>
              </c:pt>
              <c:pt idx="991">
                <c:v>-26.125</c:v>
              </c:pt>
              <c:pt idx="992">
                <c:v>-26</c:v>
              </c:pt>
              <c:pt idx="993">
                <c:v>-25.875</c:v>
              </c:pt>
              <c:pt idx="994">
                <c:v>-25.75</c:v>
              </c:pt>
              <c:pt idx="995">
                <c:v>-25.625</c:v>
              </c:pt>
              <c:pt idx="996">
                <c:v>-25.5</c:v>
              </c:pt>
              <c:pt idx="997">
                <c:v>-25.375</c:v>
              </c:pt>
              <c:pt idx="998">
                <c:v>-25.25</c:v>
              </c:pt>
              <c:pt idx="999">
                <c:v>-25.125</c:v>
              </c:pt>
              <c:pt idx="1000">
                <c:v>-25</c:v>
              </c:pt>
              <c:pt idx="1001">
                <c:v>-24.875</c:v>
              </c:pt>
              <c:pt idx="1002">
                <c:v>-24.75</c:v>
              </c:pt>
              <c:pt idx="1003">
                <c:v>-24.625</c:v>
              </c:pt>
              <c:pt idx="1004">
                <c:v>-24.5</c:v>
              </c:pt>
              <c:pt idx="1005">
                <c:v>-24.375</c:v>
              </c:pt>
              <c:pt idx="1006">
                <c:v>-24.25</c:v>
              </c:pt>
              <c:pt idx="1007">
                <c:v>-24.125</c:v>
              </c:pt>
              <c:pt idx="1008">
                <c:v>-24</c:v>
              </c:pt>
              <c:pt idx="1009">
                <c:v>-23.875</c:v>
              </c:pt>
              <c:pt idx="1010">
                <c:v>-23.75</c:v>
              </c:pt>
              <c:pt idx="1011">
                <c:v>-23.625</c:v>
              </c:pt>
              <c:pt idx="1012">
                <c:v>-23.5</c:v>
              </c:pt>
              <c:pt idx="1013">
                <c:v>-23.375</c:v>
              </c:pt>
              <c:pt idx="1014">
                <c:v>-23.25</c:v>
              </c:pt>
              <c:pt idx="1015">
                <c:v>-23.125</c:v>
              </c:pt>
              <c:pt idx="1016">
                <c:v>-23</c:v>
              </c:pt>
              <c:pt idx="1017">
                <c:v>-22.875</c:v>
              </c:pt>
              <c:pt idx="1018">
                <c:v>-22.75</c:v>
              </c:pt>
              <c:pt idx="1019">
                <c:v>-22.625</c:v>
              </c:pt>
              <c:pt idx="1020">
                <c:v>-22.5</c:v>
              </c:pt>
              <c:pt idx="1021">
                <c:v>-22.375</c:v>
              </c:pt>
              <c:pt idx="1022">
                <c:v>-22.25</c:v>
              </c:pt>
              <c:pt idx="1023">
                <c:v>-22.125</c:v>
              </c:pt>
              <c:pt idx="1024">
                <c:v>-22</c:v>
              </c:pt>
              <c:pt idx="1025">
                <c:v>-21.875</c:v>
              </c:pt>
              <c:pt idx="1026">
                <c:v>-21.75</c:v>
              </c:pt>
              <c:pt idx="1027">
                <c:v>-21.625</c:v>
              </c:pt>
              <c:pt idx="1028">
                <c:v>-21.5</c:v>
              </c:pt>
              <c:pt idx="1029">
                <c:v>-21.375</c:v>
              </c:pt>
              <c:pt idx="1030">
                <c:v>-21.25</c:v>
              </c:pt>
              <c:pt idx="1031">
                <c:v>-21.125</c:v>
              </c:pt>
              <c:pt idx="1032">
                <c:v>-21</c:v>
              </c:pt>
              <c:pt idx="1033">
                <c:v>-20.875</c:v>
              </c:pt>
              <c:pt idx="1034">
                <c:v>-20.75</c:v>
              </c:pt>
              <c:pt idx="1035">
                <c:v>-20.625</c:v>
              </c:pt>
              <c:pt idx="1036">
                <c:v>-20.5</c:v>
              </c:pt>
              <c:pt idx="1037">
                <c:v>-20.375</c:v>
              </c:pt>
              <c:pt idx="1038">
                <c:v>-20.25</c:v>
              </c:pt>
              <c:pt idx="1039">
                <c:v>-20.125</c:v>
              </c:pt>
              <c:pt idx="1040">
                <c:v>-20</c:v>
              </c:pt>
              <c:pt idx="1041">
                <c:v>-19.875</c:v>
              </c:pt>
              <c:pt idx="1042">
                <c:v>-19.75</c:v>
              </c:pt>
              <c:pt idx="1043">
                <c:v>-19.625</c:v>
              </c:pt>
              <c:pt idx="1044">
                <c:v>-19.5</c:v>
              </c:pt>
              <c:pt idx="1045">
                <c:v>-19.375</c:v>
              </c:pt>
              <c:pt idx="1046">
                <c:v>-19.25</c:v>
              </c:pt>
              <c:pt idx="1047">
                <c:v>-19.125</c:v>
              </c:pt>
              <c:pt idx="1048">
                <c:v>-19</c:v>
              </c:pt>
              <c:pt idx="1049">
                <c:v>-18.875</c:v>
              </c:pt>
              <c:pt idx="1050">
                <c:v>-18.75</c:v>
              </c:pt>
              <c:pt idx="1051">
                <c:v>-18.625</c:v>
              </c:pt>
              <c:pt idx="1052">
                <c:v>-18.5</c:v>
              </c:pt>
              <c:pt idx="1053">
                <c:v>-18.375</c:v>
              </c:pt>
              <c:pt idx="1054">
                <c:v>-18.25</c:v>
              </c:pt>
              <c:pt idx="1055">
                <c:v>-18.125</c:v>
              </c:pt>
              <c:pt idx="1056">
                <c:v>-18</c:v>
              </c:pt>
              <c:pt idx="1057">
                <c:v>-17.875</c:v>
              </c:pt>
              <c:pt idx="1058">
                <c:v>-17.75</c:v>
              </c:pt>
              <c:pt idx="1059">
                <c:v>-17.625</c:v>
              </c:pt>
              <c:pt idx="1060">
                <c:v>-17.5</c:v>
              </c:pt>
              <c:pt idx="1061">
                <c:v>-17.375</c:v>
              </c:pt>
              <c:pt idx="1062">
                <c:v>-17.25</c:v>
              </c:pt>
              <c:pt idx="1063">
                <c:v>-17.125</c:v>
              </c:pt>
              <c:pt idx="1064">
                <c:v>-17</c:v>
              </c:pt>
              <c:pt idx="1065">
                <c:v>-16.875</c:v>
              </c:pt>
              <c:pt idx="1066">
                <c:v>-16.75</c:v>
              </c:pt>
              <c:pt idx="1067">
                <c:v>-16.625</c:v>
              </c:pt>
              <c:pt idx="1068">
                <c:v>-16.5</c:v>
              </c:pt>
              <c:pt idx="1069">
                <c:v>-16.375</c:v>
              </c:pt>
              <c:pt idx="1070">
                <c:v>-16.25</c:v>
              </c:pt>
              <c:pt idx="1071">
                <c:v>-16.125</c:v>
              </c:pt>
              <c:pt idx="1072">
                <c:v>-16</c:v>
              </c:pt>
              <c:pt idx="1073">
                <c:v>-15.875</c:v>
              </c:pt>
              <c:pt idx="1074">
                <c:v>-15.75</c:v>
              </c:pt>
              <c:pt idx="1075">
                <c:v>-15.625</c:v>
              </c:pt>
              <c:pt idx="1076">
                <c:v>-15.5</c:v>
              </c:pt>
              <c:pt idx="1077">
                <c:v>-15.375</c:v>
              </c:pt>
              <c:pt idx="1078">
                <c:v>-15.25</c:v>
              </c:pt>
              <c:pt idx="1079">
                <c:v>-15.125</c:v>
              </c:pt>
              <c:pt idx="1080">
                <c:v>-15</c:v>
              </c:pt>
              <c:pt idx="1081">
                <c:v>-14.875</c:v>
              </c:pt>
              <c:pt idx="1082">
                <c:v>-14.75</c:v>
              </c:pt>
              <c:pt idx="1083">
                <c:v>-14.625</c:v>
              </c:pt>
              <c:pt idx="1084">
                <c:v>-14.5</c:v>
              </c:pt>
              <c:pt idx="1085">
                <c:v>-14.375</c:v>
              </c:pt>
              <c:pt idx="1086">
                <c:v>-14.25</c:v>
              </c:pt>
              <c:pt idx="1087">
                <c:v>-14.125</c:v>
              </c:pt>
              <c:pt idx="1088">
                <c:v>-14</c:v>
              </c:pt>
              <c:pt idx="1089">
                <c:v>-13.875</c:v>
              </c:pt>
              <c:pt idx="1090">
                <c:v>-13.75</c:v>
              </c:pt>
              <c:pt idx="1091">
                <c:v>-13.625</c:v>
              </c:pt>
              <c:pt idx="1092">
                <c:v>-13.5</c:v>
              </c:pt>
              <c:pt idx="1093">
                <c:v>-13.375</c:v>
              </c:pt>
              <c:pt idx="1094">
                <c:v>-13.25</c:v>
              </c:pt>
              <c:pt idx="1095">
                <c:v>-13.125</c:v>
              </c:pt>
              <c:pt idx="1096">
                <c:v>-13</c:v>
              </c:pt>
              <c:pt idx="1097">
                <c:v>-12.875</c:v>
              </c:pt>
              <c:pt idx="1098">
                <c:v>-12.75</c:v>
              </c:pt>
              <c:pt idx="1099">
                <c:v>-12.625</c:v>
              </c:pt>
              <c:pt idx="1100">
                <c:v>-12.5</c:v>
              </c:pt>
              <c:pt idx="1101">
                <c:v>-12.375</c:v>
              </c:pt>
              <c:pt idx="1102">
                <c:v>-12.25</c:v>
              </c:pt>
              <c:pt idx="1103">
                <c:v>-12.125</c:v>
              </c:pt>
              <c:pt idx="1104">
                <c:v>-12</c:v>
              </c:pt>
              <c:pt idx="1105">
                <c:v>-11.875</c:v>
              </c:pt>
              <c:pt idx="1106">
                <c:v>-11.75</c:v>
              </c:pt>
              <c:pt idx="1107">
                <c:v>-11.625</c:v>
              </c:pt>
              <c:pt idx="1108">
                <c:v>-11.5</c:v>
              </c:pt>
              <c:pt idx="1109">
                <c:v>-11.375</c:v>
              </c:pt>
              <c:pt idx="1110">
                <c:v>-11.25</c:v>
              </c:pt>
              <c:pt idx="1111">
                <c:v>-11.125</c:v>
              </c:pt>
              <c:pt idx="1112">
                <c:v>-11</c:v>
              </c:pt>
              <c:pt idx="1113">
                <c:v>-10.875</c:v>
              </c:pt>
              <c:pt idx="1114">
                <c:v>-10.75</c:v>
              </c:pt>
              <c:pt idx="1115">
                <c:v>-10.625</c:v>
              </c:pt>
              <c:pt idx="1116">
                <c:v>-10.5</c:v>
              </c:pt>
              <c:pt idx="1117">
                <c:v>-10.375</c:v>
              </c:pt>
              <c:pt idx="1118">
                <c:v>-10.25</c:v>
              </c:pt>
              <c:pt idx="1119">
                <c:v>-10.125</c:v>
              </c:pt>
              <c:pt idx="1120">
                <c:v>-10</c:v>
              </c:pt>
              <c:pt idx="1121">
                <c:v>-9.875</c:v>
              </c:pt>
              <c:pt idx="1122">
                <c:v>-9.75</c:v>
              </c:pt>
              <c:pt idx="1123">
                <c:v>-9.625</c:v>
              </c:pt>
              <c:pt idx="1124">
                <c:v>-9.5</c:v>
              </c:pt>
              <c:pt idx="1125">
                <c:v>-9.375</c:v>
              </c:pt>
              <c:pt idx="1126">
                <c:v>-9.25</c:v>
              </c:pt>
              <c:pt idx="1127">
                <c:v>-9.125</c:v>
              </c:pt>
              <c:pt idx="1128">
                <c:v>-9</c:v>
              </c:pt>
              <c:pt idx="1129">
                <c:v>-8.875</c:v>
              </c:pt>
              <c:pt idx="1130">
                <c:v>-8.75</c:v>
              </c:pt>
              <c:pt idx="1131">
                <c:v>-8.625</c:v>
              </c:pt>
              <c:pt idx="1132">
                <c:v>-8.5</c:v>
              </c:pt>
              <c:pt idx="1133">
                <c:v>-8.375</c:v>
              </c:pt>
              <c:pt idx="1134">
                <c:v>-8.25</c:v>
              </c:pt>
              <c:pt idx="1135">
                <c:v>-8.125</c:v>
              </c:pt>
              <c:pt idx="1136">
                <c:v>-8</c:v>
              </c:pt>
              <c:pt idx="1137">
                <c:v>-7.875</c:v>
              </c:pt>
              <c:pt idx="1138">
                <c:v>-7.75</c:v>
              </c:pt>
              <c:pt idx="1139">
                <c:v>-7.625</c:v>
              </c:pt>
              <c:pt idx="1140">
                <c:v>-7.5</c:v>
              </c:pt>
              <c:pt idx="1141">
                <c:v>-7.375</c:v>
              </c:pt>
              <c:pt idx="1142">
                <c:v>-7.25</c:v>
              </c:pt>
              <c:pt idx="1143">
                <c:v>-7.125</c:v>
              </c:pt>
              <c:pt idx="1144">
                <c:v>-7</c:v>
              </c:pt>
              <c:pt idx="1145">
                <c:v>-6.875</c:v>
              </c:pt>
              <c:pt idx="1146">
                <c:v>-6.75</c:v>
              </c:pt>
              <c:pt idx="1147">
                <c:v>-6.625</c:v>
              </c:pt>
              <c:pt idx="1148">
                <c:v>-6.5</c:v>
              </c:pt>
              <c:pt idx="1149">
                <c:v>-6.375</c:v>
              </c:pt>
              <c:pt idx="1150">
                <c:v>-6.25</c:v>
              </c:pt>
              <c:pt idx="1151">
                <c:v>-6.125</c:v>
              </c:pt>
              <c:pt idx="1152">
                <c:v>-6</c:v>
              </c:pt>
              <c:pt idx="1153">
                <c:v>-5.875</c:v>
              </c:pt>
              <c:pt idx="1154">
                <c:v>-5.75</c:v>
              </c:pt>
              <c:pt idx="1155">
                <c:v>-5.625</c:v>
              </c:pt>
              <c:pt idx="1156">
                <c:v>-5.5</c:v>
              </c:pt>
              <c:pt idx="1157">
                <c:v>-5.375</c:v>
              </c:pt>
              <c:pt idx="1158">
                <c:v>-5.25</c:v>
              </c:pt>
              <c:pt idx="1159">
                <c:v>-5.125</c:v>
              </c:pt>
              <c:pt idx="1160">
                <c:v>-5</c:v>
              </c:pt>
              <c:pt idx="1161">
                <c:v>-4.875</c:v>
              </c:pt>
              <c:pt idx="1162">
                <c:v>-4.75</c:v>
              </c:pt>
              <c:pt idx="1163">
                <c:v>-4.625</c:v>
              </c:pt>
              <c:pt idx="1164">
                <c:v>-4.5</c:v>
              </c:pt>
              <c:pt idx="1165">
                <c:v>-4.375</c:v>
              </c:pt>
              <c:pt idx="1166">
                <c:v>-4.25</c:v>
              </c:pt>
              <c:pt idx="1167">
                <c:v>-4.125</c:v>
              </c:pt>
              <c:pt idx="1168">
                <c:v>-4</c:v>
              </c:pt>
              <c:pt idx="1169">
                <c:v>-3.875</c:v>
              </c:pt>
              <c:pt idx="1170">
                <c:v>-3.75</c:v>
              </c:pt>
              <c:pt idx="1171">
                <c:v>-3.625</c:v>
              </c:pt>
              <c:pt idx="1172">
                <c:v>-3.5</c:v>
              </c:pt>
              <c:pt idx="1173">
                <c:v>-3.375</c:v>
              </c:pt>
              <c:pt idx="1174">
                <c:v>-3.25</c:v>
              </c:pt>
              <c:pt idx="1175">
                <c:v>-3.125</c:v>
              </c:pt>
              <c:pt idx="1176">
                <c:v>-3</c:v>
              </c:pt>
              <c:pt idx="1177">
                <c:v>-2.875</c:v>
              </c:pt>
              <c:pt idx="1178">
                <c:v>-2.75</c:v>
              </c:pt>
              <c:pt idx="1179">
                <c:v>-2.625</c:v>
              </c:pt>
              <c:pt idx="1180">
                <c:v>-2.5</c:v>
              </c:pt>
              <c:pt idx="1181">
                <c:v>-2.375</c:v>
              </c:pt>
              <c:pt idx="1182">
                <c:v>-2.25</c:v>
              </c:pt>
              <c:pt idx="1183">
                <c:v>-2.125</c:v>
              </c:pt>
              <c:pt idx="1184">
                <c:v>-2</c:v>
              </c:pt>
              <c:pt idx="1185">
                <c:v>-1.875</c:v>
              </c:pt>
              <c:pt idx="1186">
                <c:v>-1.75</c:v>
              </c:pt>
              <c:pt idx="1187">
                <c:v>-1.625</c:v>
              </c:pt>
              <c:pt idx="1188">
                <c:v>-1.5</c:v>
              </c:pt>
              <c:pt idx="1189">
                <c:v>-1.375</c:v>
              </c:pt>
              <c:pt idx="1190">
                <c:v>-1.25</c:v>
              </c:pt>
              <c:pt idx="1191">
                <c:v>-1.125</c:v>
              </c:pt>
              <c:pt idx="1192">
                <c:v>-1</c:v>
              </c:pt>
              <c:pt idx="1193">
                <c:v>-0.875</c:v>
              </c:pt>
              <c:pt idx="1194">
                <c:v>-0.75</c:v>
              </c:pt>
              <c:pt idx="1195">
                <c:v>-0.625</c:v>
              </c:pt>
              <c:pt idx="1196">
                <c:v>-0.5</c:v>
              </c:pt>
              <c:pt idx="1197">
                <c:v>-0.375</c:v>
              </c:pt>
              <c:pt idx="1198">
                <c:v>-0.25</c:v>
              </c:pt>
              <c:pt idx="1199">
                <c:v>-0.125</c:v>
              </c:pt>
              <c:pt idx="1200">
                <c:v>0</c:v>
              </c:pt>
              <c:pt idx="1201">
                <c:v>0.125</c:v>
              </c:pt>
              <c:pt idx="1202">
                <c:v>0.25</c:v>
              </c:pt>
              <c:pt idx="1203">
                <c:v>0.375</c:v>
              </c:pt>
              <c:pt idx="1204">
                <c:v>0.5</c:v>
              </c:pt>
              <c:pt idx="1205">
                <c:v>0.625</c:v>
              </c:pt>
              <c:pt idx="1206">
                <c:v>0.75</c:v>
              </c:pt>
              <c:pt idx="1207">
                <c:v>0.875</c:v>
              </c:pt>
              <c:pt idx="1208">
                <c:v>1</c:v>
              </c:pt>
              <c:pt idx="1209">
                <c:v>1.125</c:v>
              </c:pt>
              <c:pt idx="1210">
                <c:v>1.25</c:v>
              </c:pt>
              <c:pt idx="1211">
                <c:v>1.375</c:v>
              </c:pt>
              <c:pt idx="1212">
                <c:v>1.5</c:v>
              </c:pt>
              <c:pt idx="1213">
                <c:v>1.625</c:v>
              </c:pt>
              <c:pt idx="1214">
                <c:v>1.75</c:v>
              </c:pt>
              <c:pt idx="1215">
                <c:v>1.875</c:v>
              </c:pt>
              <c:pt idx="1216">
                <c:v>2</c:v>
              </c:pt>
              <c:pt idx="1217">
                <c:v>2.125</c:v>
              </c:pt>
              <c:pt idx="1218">
                <c:v>2.25</c:v>
              </c:pt>
              <c:pt idx="1219">
                <c:v>2.375</c:v>
              </c:pt>
              <c:pt idx="1220">
                <c:v>2.5</c:v>
              </c:pt>
              <c:pt idx="1221">
                <c:v>2.625</c:v>
              </c:pt>
              <c:pt idx="1222">
                <c:v>2.75</c:v>
              </c:pt>
              <c:pt idx="1223">
                <c:v>2.875</c:v>
              </c:pt>
              <c:pt idx="1224">
                <c:v>3</c:v>
              </c:pt>
              <c:pt idx="1225">
                <c:v>3.125</c:v>
              </c:pt>
              <c:pt idx="1226">
                <c:v>3.25</c:v>
              </c:pt>
              <c:pt idx="1227">
                <c:v>3.375</c:v>
              </c:pt>
              <c:pt idx="1228">
                <c:v>3.5</c:v>
              </c:pt>
              <c:pt idx="1229">
                <c:v>3.625</c:v>
              </c:pt>
              <c:pt idx="1230">
                <c:v>3.75</c:v>
              </c:pt>
              <c:pt idx="1231">
                <c:v>3.875</c:v>
              </c:pt>
              <c:pt idx="1232">
                <c:v>4</c:v>
              </c:pt>
              <c:pt idx="1233">
                <c:v>4.125</c:v>
              </c:pt>
              <c:pt idx="1234">
                <c:v>4.25</c:v>
              </c:pt>
              <c:pt idx="1235">
                <c:v>4.375</c:v>
              </c:pt>
              <c:pt idx="1236">
                <c:v>4.5</c:v>
              </c:pt>
              <c:pt idx="1237">
                <c:v>4.625</c:v>
              </c:pt>
              <c:pt idx="1238">
                <c:v>4.75</c:v>
              </c:pt>
              <c:pt idx="1239">
                <c:v>4.875</c:v>
              </c:pt>
              <c:pt idx="1240">
                <c:v>5</c:v>
              </c:pt>
              <c:pt idx="1241">
                <c:v>5.125</c:v>
              </c:pt>
              <c:pt idx="1242">
                <c:v>5.25</c:v>
              </c:pt>
              <c:pt idx="1243">
                <c:v>5.375</c:v>
              </c:pt>
              <c:pt idx="1244">
                <c:v>5.5</c:v>
              </c:pt>
              <c:pt idx="1245">
                <c:v>5.625</c:v>
              </c:pt>
              <c:pt idx="1246">
                <c:v>5.75</c:v>
              </c:pt>
              <c:pt idx="1247">
                <c:v>5.875</c:v>
              </c:pt>
              <c:pt idx="1248">
                <c:v>6</c:v>
              </c:pt>
              <c:pt idx="1249">
                <c:v>6.125</c:v>
              </c:pt>
              <c:pt idx="1250">
                <c:v>6.25</c:v>
              </c:pt>
              <c:pt idx="1251">
                <c:v>6.375</c:v>
              </c:pt>
              <c:pt idx="1252">
                <c:v>6.5</c:v>
              </c:pt>
              <c:pt idx="1253">
                <c:v>6.625</c:v>
              </c:pt>
              <c:pt idx="1254">
                <c:v>6.75</c:v>
              </c:pt>
              <c:pt idx="1255">
                <c:v>6.875</c:v>
              </c:pt>
              <c:pt idx="1256">
                <c:v>7</c:v>
              </c:pt>
              <c:pt idx="1257">
                <c:v>7.125</c:v>
              </c:pt>
              <c:pt idx="1258">
                <c:v>7.25</c:v>
              </c:pt>
              <c:pt idx="1259">
                <c:v>7.375</c:v>
              </c:pt>
              <c:pt idx="1260">
                <c:v>7.5</c:v>
              </c:pt>
              <c:pt idx="1261">
                <c:v>7.625</c:v>
              </c:pt>
              <c:pt idx="1262">
                <c:v>7.75</c:v>
              </c:pt>
              <c:pt idx="1263">
                <c:v>7.875</c:v>
              </c:pt>
              <c:pt idx="1264">
                <c:v>8</c:v>
              </c:pt>
              <c:pt idx="1265">
                <c:v>8.125</c:v>
              </c:pt>
              <c:pt idx="1266">
                <c:v>8.25</c:v>
              </c:pt>
              <c:pt idx="1267">
                <c:v>8.375</c:v>
              </c:pt>
              <c:pt idx="1268">
                <c:v>8.5</c:v>
              </c:pt>
              <c:pt idx="1269">
                <c:v>8.625</c:v>
              </c:pt>
              <c:pt idx="1270">
                <c:v>8.75</c:v>
              </c:pt>
              <c:pt idx="1271">
                <c:v>8.875</c:v>
              </c:pt>
              <c:pt idx="1272">
                <c:v>9</c:v>
              </c:pt>
              <c:pt idx="1273">
                <c:v>9.125</c:v>
              </c:pt>
              <c:pt idx="1274">
                <c:v>9.25</c:v>
              </c:pt>
              <c:pt idx="1275">
                <c:v>9.375</c:v>
              </c:pt>
              <c:pt idx="1276">
                <c:v>9.5</c:v>
              </c:pt>
              <c:pt idx="1277">
                <c:v>9.625</c:v>
              </c:pt>
              <c:pt idx="1278">
                <c:v>9.75</c:v>
              </c:pt>
              <c:pt idx="1279">
                <c:v>9.875</c:v>
              </c:pt>
              <c:pt idx="1280">
                <c:v>10</c:v>
              </c:pt>
              <c:pt idx="1281">
                <c:v>10.125</c:v>
              </c:pt>
              <c:pt idx="1282">
                <c:v>10.25</c:v>
              </c:pt>
              <c:pt idx="1283">
                <c:v>10.375</c:v>
              </c:pt>
              <c:pt idx="1284">
                <c:v>10.5</c:v>
              </c:pt>
              <c:pt idx="1285">
                <c:v>10.625</c:v>
              </c:pt>
              <c:pt idx="1286">
                <c:v>10.75</c:v>
              </c:pt>
              <c:pt idx="1287">
                <c:v>10.875</c:v>
              </c:pt>
              <c:pt idx="1288">
                <c:v>11</c:v>
              </c:pt>
              <c:pt idx="1289">
                <c:v>11.125</c:v>
              </c:pt>
              <c:pt idx="1290">
                <c:v>11.25</c:v>
              </c:pt>
              <c:pt idx="1291">
                <c:v>11.375</c:v>
              </c:pt>
              <c:pt idx="1292">
                <c:v>11.5</c:v>
              </c:pt>
              <c:pt idx="1293">
                <c:v>11.625</c:v>
              </c:pt>
              <c:pt idx="1294">
                <c:v>11.75</c:v>
              </c:pt>
              <c:pt idx="1295">
                <c:v>11.875</c:v>
              </c:pt>
              <c:pt idx="1296">
                <c:v>12</c:v>
              </c:pt>
              <c:pt idx="1297">
                <c:v>12.125</c:v>
              </c:pt>
              <c:pt idx="1298">
                <c:v>12.25</c:v>
              </c:pt>
              <c:pt idx="1299">
                <c:v>12.375</c:v>
              </c:pt>
              <c:pt idx="1300">
                <c:v>12.5</c:v>
              </c:pt>
              <c:pt idx="1301">
                <c:v>12.625</c:v>
              </c:pt>
              <c:pt idx="1302">
                <c:v>12.75</c:v>
              </c:pt>
              <c:pt idx="1303">
                <c:v>12.875</c:v>
              </c:pt>
              <c:pt idx="1304">
                <c:v>13</c:v>
              </c:pt>
              <c:pt idx="1305">
                <c:v>13.125</c:v>
              </c:pt>
              <c:pt idx="1306">
                <c:v>13.25</c:v>
              </c:pt>
              <c:pt idx="1307">
                <c:v>13.375</c:v>
              </c:pt>
              <c:pt idx="1308">
                <c:v>13.5</c:v>
              </c:pt>
              <c:pt idx="1309">
                <c:v>13.625</c:v>
              </c:pt>
              <c:pt idx="1310">
                <c:v>13.75</c:v>
              </c:pt>
              <c:pt idx="1311">
                <c:v>13.875</c:v>
              </c:pt>
              <c:pt idx="1312">
                <c:v>14</c:v>
              </c:pt>
              <c:pt idx="1313">
                <c:v>14.125</c:v>
              </c:pt>
              <c:pt idx="1314">
                <c:v>14.25</c:v>
              </c:pt>
              <c:pt idx="1315">
                <c:v>14.375</c:v>
              </c:pt>
              <c:pt idx="1316">
                <c:v>14.5</c:v>
              </c:pt>
              <c:pt idx="1317">
                <c:v>14.625</c:v>
              </c:pt>
              <c:pt idx="1318">
                <c:v>14.75</c:v>
              </c:pt>
              <c:pt idx="1319">
                <c:v>14.875</c:v>
              </c:pt>
              <c:pt idx="1320">
                <c:v>15</c:v>
              </c:pt>
              <c:pt idx="1321">
                <c:v>15.125</c:v>
              </c:pt>
              <c:pt idx="1322">
                <c:v>15.25</c:v>
              </c:pt>
              <c:pt idx="1323">
                <c:v>15.375</c:v>
              </c:pt>
              <c:pt idx="1324">
                <c:v>15.5</c:v>
              </c:pt>
              <c:pt idx="1325">
                <c:v>15.625</c:v>
              </c:pt>
              <c:pt idx="1326">
                <c:v>15.75</c:v>
              </c:pt>
              <c:pt idx="1327">
                <c:v>15.875</c:v>
              </c:pt>
              <c:pt idx="1328">
                <c:v>16</c:v>
              </c:pt>
              <c:pt idx="1329">
                <c:v>16.125</c:v>
              </c:pt>
              <c:pt idx="1330">
                <c:v>16.25</c:v>
              </c:pt>
              <c:pt idx="1331">
                <c:v>16.375</c:v>
              </c:pt>
              <c:pt idx="1332">
                <c:v>16.5</c:v>
              </c:pt>
              <c:pt idx="1333">
                <c:v>16.625</c:v>
              </c:pt>
              <c:pt idx="1334">
                <c:v>16.75</c:v>
              </c:pt>
              <c:pt idx="1335">
                <c:v>16.875</c:v>
              </c:pt>
              <c:pt idx="1336">
                <c:v>17</c:v>
              </c:pt>
              <c:pt idx="1337">
                <c:v>17.125</c:v>
              </c:pt>
              <c:pt idx="1338">
                <c:v>17.25</c:v>
              </c:pt>
              <c:pt idx="1339">
                <c:v>17.375</c:v>
              </c:pt>
              <c:pt idx="1340">
                <c:v>17.5</c:v>
              </c:pt>
              <c:pt idx="1341">
                <c:v>17.625</c:v>
              </c:pt>
              <c:pt idx="1342">
                <c:v>17.75</c:v>
              </c:pt>
              <c:pt idx="1343">
                <c:v>17.875</c:v>
              </c:pt>
              <c:pt idx="1344">
                <c:v>18</c:v>
              </c:pt>
              <c:pt idx="1345">
                <c:v>18.125</c:v>
              </c:pt>
              <c:pt idx="1346">
                <c:v>18.25</c:v>
              </c:pt>
              <c:pt idx="1347">
                <c:v>18.375</c:v>
              </c:pt>
              <c:pt idx="1348">
                <c:v>18.5</c:v>
              </c:pt>
              <c:pt idx="1349">
                <c:v>18.625</c:v>
              </c:pt>
              <c:pt idx="1350">
                <c:v>18.75</c:v>
              </c:pt>
              <c:pt idx="1351">
                <c:v>18.875</c:v>
              </c:pt>
              <c:pt idx="1352">
                <c:v>19</c:v>
              </c:pt>
              <c:pt idx="1353">
                <c:v>19.125</c:v>
              </c:pt>
              <c:pt idx="1354">
                <c:v>19.25</c:v>
              </c:pt>
              <c:pt idx="1355">
                <c:v>19.375</c:v>
              </c:pt>
              <c:pt idx="1356">
                <c:v>19.5</c:v>
              </c:pt>
              <c:pt idx="1357">
                <c:v>19.625</c:v>
              </c:pt>
              <c:pt idx="1358">
                <c:v>19.75</c:v>
              </c:pt>
              <c:pt idx="1359">
                <c:v>19.875</c:v>
              </c:pt>
              <c:pt idx="1360">
                <c:v>20</c:v>
              </c:pt>
              <c:pt idx="1361">
                <c:v>20.125</c:v>
              </c:pt>
              <c:pt idx="1362">
                <c:v>20.25</c:v>
              </c:pt>
              <c:pt idx="1363">
                <c:v>20.375</c:v>
              </c:pt>
              <c:pt idx="1364">
                <c:v>20.5</c:v>
              </c:pt>
              <c:pt idx="1365">
                <c:v>20.625</c:v>
              </c:pt>
              <c:pt idx="1366">
                <c:v>20.75</c:v>
              </c:pt>
              <c:pt idx="1367">
                <c:v>20.875</c:v>
              </c:pt>
              <c:pt idx="1368">
                <c:v>21</c:v>
              </c:pt>
              <c:pt idx="1369">
                <c:v>21.125</c:v>
              </c:pt>
              <c:pt idx="1370">
                <c:v>21.25</c:v>
              </c:pt>
              <c:pt idx="1371">
                <c:v>21.375</c:v>
              </c:pt>
              <c:pt idx="1372">
                <c:v>21.5</c:v>
              </c:pt>
              <c:pt idx="1373">
                <c:v>21.625</c:v>
              </c:pt>
              <c:pt idx="1374">
                <c:v>21.75</c:v>
              </c:pt>
              <c:pt idx="1375">
                <c:v>21.875</c:v>
              </c:pt>
              <c:pt idx="1376">
                <c:v>22</c:v>
              </c:pt>
              <c:pt idx="1377">
                <c:v>22.125</c:v>
              </c:pt>
              <c:pt idx="1378">
                <c:v>22.25</c:v>
              </c:pt>
              <c:pt idx="1379">
                <c:v>22.375</c:v>
              </c:pt>
              <c:pt idx="1380">
                <c:v>22.5</c:v>
              </c:pt>
              <c:pt idx="1381">
                <c:v>22.625</c:v>
              </c:pt>
              <c:pt idx="1382">
                <c:v>22.75</c:v>
              </c:pt>
              <c:pt idx="1383">
                <c:v>22.875</c:v>
              </c:pt>
              <c:pt idx="1384">
                <c:v>23</c:v>
              </c:pt>
              <c:pt idx="1385">
                <c:v>23.125</c:v>
              </c:pt>
              <c:pt idx="1386">
                <c:v>23.25</c:v>
              </c:pt>
              <c:pt idx="1387">
                <c:v>23.375</c:v>
              </c:pt>
              <c:pt idx="1388">
                <c:v>23.5</c:v>
              </c:pt>
              <c:pt idx="1389">
                <c:v>23.625</c:v>
              </c:pt>
              <c:pt idx="1390">
                <c:v>23.75</c:v>
              </c:pt>
              <c:pt idx="1391">
                <c:v>23.875</c:v>
              </c:pt>
              <c:pt idx="1392">
                <c:v>24</c:v>
              </c:pt>
              <c:pt idx="1393">
                <c:v>24.125</c:v>
              </c:pt>
              <c:pt idx="1394">
                <c:v>24.25</c:v>
              </c:pt>
              <c:pt idx="1395">
                <c:v>24.375</c:v>
              </c:pt>
              <c:pt idx="1396">
                <c:v>24.5</c:v>
              </c:pt>
              <c:pt idx="1397">
                <c:v>24.625</c:v>
              </c:pt>
              <c:pt idx="1398">
                <c:v>24.75</c:v>
              </c:pt>
              <c:pt idx="1399">
                <c:v>24.875</c:v>
              </c:pt>
              <c:pt idx="1400">
                <c:v>25</c:v>
              </c:pt>
              <c:pt idx="1401">
                <c:v>25.125</c:v>
              </c:pt>
              <c:pt idx="1402">
                <c:v>25.25</c:v>
              </c:pt>
              <c:pt idx="1403">
                <c:v>25.375</c:v>
              </c:pt>
              <c:pt idx="1404">
                <c:v>25.5</c:v>
              </c:pt>
              <c:pt idx="1405">
                <c:v>25.625</c:v>
              </c:pt>
              <c:pt idx="1406">
                <c:v>25.75</c:v>
              </c:pt>
              <c:pt idx="1407">
                <c:v>25.875</c:v>
              </c:pt>
              <c:pt idx="1408">
                <c:v>26</c:v>
              </c:pt>
              <c:pt idx="1409">
                <c:v>26.125</c:v>
              </c:pt>
              <c:pt idx="1410">
                <c:v>26.25</c:v>
              </c:pt>
              <c:pt idx="1411">
                <c:v>26.375</c:v>
              </c:pt>
              <c:pt idx="1412">
                <c:v>26.5</c:v>
              </c:pt>
              <c:pt idx="1413">
                <c:v>26.625</c:v>
              </c:pt>
              <c:pt idx="1414">
                <c:v>26.75</c:v>
              </c:pt>
              <c:pt idx="1415">
                <c:v>26.875</c:v>
              </c:pt>
              <c:pt idx="1416">
                <c:v>27</c:v>
              </c:pt>
              <c:pt idx="1417">
                <c:v>27.125</c:v>
              </c:pt>
              <c:pt idx="1418">
                <c:v>27.25</c:v>
              </c:pt>
              <c:pt idx="1419">
                <c:v>27.375</c:v>
              </c:pt>
              <c:pt idx="1420">
                <c:v>27.5</c:v>
              </c:pt>
              <c:pt idx="1421">
                <c:v>27.625</c:v>
              </c:pt>
              <c:pt idx="1422">
                <c:v>27.75</c:v>
              </c:pt>
              <c:pt idx="1423">
                <c:v>27.875</c:v>
              </c:pt>
              <c:pt idx="1424">
                <c:v>28</c:v>
              </c:pt>
              <c:pt idx="1425">
                <c:v>28.125</c:v>
              </c:pt>
              <c:pt idx="1426">
                <c:v>28.25</c:v>
              </c:pt>
              <c:pt idx="1427">
                <c:v>28.375</c:v>
              </c:pt>
              <c:pt idx="1428">
                <c:v>28.5</c:v>
              </c:pt>
              <c:pt idx="1429">
                <c:v>28.625</c:v>
              </c:pt>
              <c:pt idx="1430">
                <c:v>28.75</c:v>
              </c:pt>
              <c:pt idx="1431">
                <c:v>28.875</c:v>
              </c:pt>
              <c:pt idx="1432">
                <c:v>29</c:v>
              </c:pt>
              <c:pt idx="1433">
                <c:v>29.125</c:v>
              </c:pt>
              <c:pt idx="1434">
                <c:v>29.25</c:v>
              </c:pt>
              <c:pt idx="1435">
                <c:v>29.375</c:v>
              </c:pt>
              <c:pt idx="1436">
                <c:v>29.5</c:v>
              </c:pt>
              <c:pt idx="1437">
                <c:v>29.625</c:v>
              </c:pt>
              <c:pt idx="1438">
                <c:v>29.75</c:v>
              </c:pt>
              <c:pt idx="1439">
                <c:v>29.875</c:v>
              </c:pt>
              <c:pt idx="1440">
                <c:v>30</c:v>
              </c:pt>
              <c:pt idx="1441">
                <c:v>30.125</c:v>
              </c:pt>
              <c:pt idx="1442">
                <c:v>30.25</c:v>
              </c:pt>
              <c:pt idx="1443">
                <c:v>30.375</c:v>
              </c:pt>
              <c:pt idx="1444">
                <c:v>30.5</c:v>
              </c:pt>
              <c:pt idx="1445">
                <c:v>30.625</c:v>
              </c:pt>
              <c:pt idx="1446">
                <c:v>30.75</c:v>
              </c:pt>
              <c:pt idx="1447">
                <c:v>30.875</c:v>
              </c:pt>
              <c:pt idx="1448">
                <c:v>31</c:v>
              </c:pt>
              <c:pt idx="1449">
                <c:v>31.125</c:v>
              </c:pt>
              <c:pt idx="1450">
                <c:v>31.25</c:v>
              </c:pt>
              <c:pt idx="1451">
                <c:v>31.375</c:v>
              </c:pt>
              <c:pt idx="1452">
                <c:v>31.5</c:v>
              </c:pt>
              <c:pt idx="1453">
                <c:v>31.625</c:v>
              </c:pt>
              <c:pt idx="1454">
                <c:v>31.75</c:v>
              </c:pt>
              <c:pt idx="1455">
                <c:v>31.875</c:v>
              </c:pt>
              <c:pt idx="1456">
                <c:v>32</c:v>
              </c:pt>
              <c:pt idx="1457">
                <c:v>32.125</c:v>
              </c:pt>
              <c:pt idx="1458">
                <c:v>32.25</c:v>
              </c:pt>
              <c:pt idx="1459">
                <c:v>32.375</c:v>
              </c:pt>
              <c:pt idx="1460">
                <c:v>32.5</c:v>
              </c:pt>
              <c:pt idx="1461">
                <c:v>32.625</c:v>
              </c:pt>
              <c:pt idx="1462">
                <c:v>32.75</c:v>
              </c:pt>
              <c:pt idx="1463">
                <c:v>32.875</c:v>
              </c:pt>
              <c:pt idx="1464">
                <c:v>33</c:v>
              </c:pt>
              <c:pt idx="1465">
                <c:v>33.125</c:v>
              </c:pt>
              <c:pt idx="1466">
                <c:v>33.25</c:v>
              </c:pt>
              <c:pt idx="1467">
                <c:v>33.375</c:v>
              </c:pt>
              <c:pt idx="1468">
                <c:v>33.5</c:v>
              </c:pt>
              <c:pt idx="1469">
                <c:v>33.625</c:v>
              </c:pt>
              <c:pt idx="1470">
                <c:v>33.75</c:v>
              </c:pt>
              <c:pt idx="1471">
                <c:v>33.875</c:v>
              </c:pt>
              <c:pt idx="1472">
                <c:v>34</c:v>
              </c:pt>
              <c:pt idx="1473">
                <c:v>34.125</c:v>
              </c:pt>
              <c:pt idx="1474">
                <c:v>34.25</c:v>
              </c:pt>
              <c:pt idx="1475">
                <c:v>34.375</c:v>
              </c:pt>
              <c:pt idx="1476">
                <c:v>34.5</c:v>
              </c:pt>
              <c:pt idx="1477">
                <c:v>34.625</c:v>
              </c:pt>
              <c:pt idx="1478">
                <c:v>34.75</c:v>
              </c:pt>
              <c:pt idx="1479">
                <c:v>34.875</c:v>
              </c:pt>
              <c:pt idx="1480">
                <c:v>35</c:v>
              </c:pt>
              <c:pt idx="1481">
                <c:v>35.125</c:v>
              </c:pt>
              <c:pt idx="1482">
                <c:v>35.25</c:v>
              </c:pt>
              <c:pt idx="1483">
                <c:v>35.375</c:v>
              </c:pt>
              <c:pt idx="1484">
                <c:v>35.5</c:v>
              </c:pt>
              <c:pt idx="1485">
                <c:v>35.625</c:v>
              </c:pt>
              <c:pt idx="1486">
                <c:v>35.75</c:v>
              </c:pt>
              <c:pt idx="1487">
                <c:v>35.875</c:v>
              </c:pt>
              <c:pt idx="1488">
                <c:v>36</c:v>
              </c:pt>
              <c:pt idx="1489">
                <c:v>36.125</c:v>
              </c:pt>
              <c:pt idx="1490">
                <c:v>36.25</c:v>
              </c:pt>
              <c:pt idx="1491">
                <c:v>36.375</c:v>
              </c:pt>
              <c:pt idx="1492">
                <c:v>36.5</c:v>
              </c:pt>
              <c:pt idx="1493">
                <c:v>36.625</c:v>
              </c:pt>
              <c:pt idx="1494">
                <c:v>36.75</c:v>
              </c:pt>
              <c:pt idx="1495">
                <c:v>36.875</c:v>
              </c:pt>
              <c:pt idx="1496">
                <c:v>37</c:v>
              </c:pt>
              <c:pt idx="1497">
                <c:v>37.125</c:v>
              </c:pt>
              <c:pt idx="1498">
                <c:v>37.25</c:v>
              </c:pt>
              <c:pt idx="1499">
                <c:v>37.375</c:v>
              </c:pt>
              <c:pt idx="1500">
                <c:v>37.5</c:v>
              </c:pt>
              <c:pt idx="1501">
                <c:v>37.625</c:v>
              </c:pt>
              <c:pt idx="1502">
                <c:v>37.75</c:v>
              </c:pt>
              <c:pt idx="1503">
                <c:v>37.875</c:v>
              </c:pt>
              <c:pt idx="1504">
                <c:v>38</c:v>
              </c:pt>
              <c:pt idx="1505">
                <c:v>38.125</c:v>
              </c:pt>
              <c:pt idx="1506">
                <c:v>38.25</c:v>
              </c:pt>
              <c:pt idx="1507">
                <c:v>38.375</c:v>
              </c:pt>
              <c:pt idx="1508">
                <c:v>38.5</c:v>
              </c:pt>
              <c:pt idx="1509">
                <c:v>38.625</c:v>
              </c:pt>
              <c:pt idx="1510">
                <c:v>38.75</c:v>
              </c:pt>
              <c:pt idx="1511">
                <c:v>38.875</c:v>
              </c:pt>
              <c:pt idx="1512">
                <c:v>39</c:v>
              </c:pt>
              <c:pt idx="1513">
                <c:v>39.125</c:v>
              </c:pt>
              <c:pt idx="1514">
                <c:v>39.25</c:v>
              </c:pt>
              <c:pt idx="1515">
                <c:v>39.375</c:v>
              </c:pt>
              <c:pt idx="1516">
                <c:v>39.5</c:v>
              </c:pt>
              <c:pt idx="1517">
                <c:v>39.625</c:v>
              </c:pt>
              <c:pt idx="1518">
                <c:v>39.75</c:v>
              </c:pt>
              <c:pt idx="1519">
                <c:v>39.875</c:v>
              </c:pt>
              <c:pt idx="1520">
                <c:v>40</c:v>
              </c:pt>
              <c:pt idx="1521">
                <c:v>40.125</c:v>
              </c:pt>
              <c:pt idx="1522">
                <c:v>40.25</c:v>
              </c:pt>
              <c:pt idx="1523">
                <c:v>40.375</c:v>
              </c:pt>
              <c:pt idx="1524">
                <c:v>40.5</c:v>
              </c:pt>
              <c:pt idx="1525">
                <c:v>40.625</c:v>
              </c:pt>
              <c:pt idx="1526">
                <c:v>40.75</c:v>
              </c:pt>
              <c:pt idx="1527">
                <c:v>40.875</c:v>
              </c:pt>
              <c:pt idx="1528">
                <c:v>41</c:v>
              </c:pt>
              <c:pt idx="1529">
                <c:v>41.125</c:v>
              </c:pt>
              <c:pt idx="1530">
                <c:v>41.25</c:v>
              </c:pt>
              <c:pt idx="1531">
                <c:v>41.375</c:v>
              </c:pt>
              <c:pt idx="1532">
                <c:v>41.5</c:v>
              </c:pt>
              <c:pt idx="1533">
                <c:v>41.625</c:v>
              </c:pt>
              <c:pt idx="1534">
                <c:v>41.75</c:v>
              </c:pt>
              <c:pt idx="1535">
                <c:v>41.875</c:v>
              </c:pt>
              <c:pt idx="1536">
                <c:v>42</c:v>
              </c:pt>
              <c:pt idx="1537">
                <c:v>42.125</c:v>
              </c:pt>
              <c:pt idx="1538">
                <c:v>42.25</c:v>
              </c:pt>
              <c:pt idx="1539">
                <c:v>42.375</c:v>
              </c:pt>
              <c:pt idx="1540">
                <c:v>42.5</c:v>
              </c:pt>
              <c:pt idx="1541">
                <c:v>42.625</c:v>
              </c:pt>
              <c:pt idx="1542">
                <c:v>42.75</c:v>
              </c:pt>
              <c:pt idx="1543">
                <c:v>42.875</c:v>
              </c:pt>
              <c:pt idx="1544">
                <c:v>43</c:v>
              </c:pt>
              <c:pt idx="1545">
                <c:v>43.125</c:v>
              </c:pt>
              <c:pt idx="1546">
                <c:v>43.25</c:v>
              </c:pt>
              <c:pt idx="1547">
                <c:v>43.375</c:v>
              </c:pt>
              <c:pt idx="1548">
                <c:v>43.5</c:v>
              </c:pt>
              <c:pt idx="1549">
                <c:v>43.625</c:v>
              </c:pt>
              <c:pt idx="1550">
                <c:v>43.75</c:v>
              </c:pt>
              <c:pt idx="1551">
                <c:v>43.875</c:v>
              </c:pt>
              <c:pt idx="1552">
                <c:v>44</c:v>
              </c:pt>
              <c:pt idx="1553">
                <c:v>44.125</c:v>
              </c:pt>
              <c:pt idx="1554">
                <c:v>44.25</c:v>
              </c:pt>
              <c:pt idx="1555">
                <c:v>44.375</c:v>
              </c:pt>
              <c:pt idx="1556">
                <c:v>44.5</c:v>
              </c:pt>
              <c:pt idx="1557">
                <c:v>44.625</c:v>
              </c:pt>
              <c:pt idx="1558">
                <c:v>44.75</c:v>
              </c:pt>
              <c:pt idx="1559">
                <c:v>44.875</c:v>
              </c:pt>
              <c:pt idx="1560">
                <c:v>45</c:v>
              </c:pt>
              <c:pt idx="1561">
                <c:v>45.125</c:v>
              </c:pt>
              <c:pt idx="1562">
                <c:v>45.25</c:v>
              </c:pt>
              <c:pt idx="1563">
                <c:v>45.375</c:v>
              </c:pt>
              <c:pt idx="1564">
                <c:v>45.5</c:v>
              </c:pt>
              <c:pt idx="1565">
                <c:v>45.625</c:v>
              </c:pt>
              <c:pt idx="1566">
                <c:v>45.75</c:v>
              </c:pt>
              <c:pt idx="1567">
                <c:v>45.875</c:v>
              </c:pt>
              <c:pt idx="1568">
                <c:v>46</c:v>
              </c:pt>
              <c:pt idx="1569">
                <c:v>46.125</c:v>
              </c:pt>
              <c:pt idx="1570">
                <c:v>46.25</c:v>
              </c:pt>
              <c:pt idx="1571">
                <c:v>46.375</c:v>
              </c:pt>
              <c:pt idx="1572">
                <c:v>46.5</c:v>
              </c:pt>
              <c:pt idx="1573">
                <c:v>46.625</c:v>
              </c:pt>
              <c:pt idx="1574">
                <c:v>46.75</c:v>
              </c:pt>
              <c:pt idx="1575">
                <c:v>46.875</c:v>
              </c:pt>
              <c:pt idx="1576">
                <c:v>47</c:v>
              </c:pt>
              <c:pt idx="1577">
                <c:v>47.125</c:v>
              </c:pt>
              <c:pt idx="1578">
                <c:v>47.25</c:v>
              </c:pt>
              <c:pt idx="1579">
                <c:v>47.375</c:v>
              </c:pt>
              <c:pt idx="1580">
                <c:v>47.5</c:v>
              </c:pt>
              <c:pt idx="1581">
                <c:v>47.625</c:v>
              </c:pt>
              <c:pt idx="1582">
                <c:v>47.75</c:v>
              </c:pt>
              <c:pt idx="1583">
                <c:v>47.875</c:v>
              </c:pt>
              <c:pt idx="1584">
                <c:v>48</c:v>
              </c:pt>
              <c:pt idx="1585">
                <c:v>48.125</c:v>
              </c:pt>
              <c:pt idx="1586">
                <c:v>48.25</c:v>
              </c:pt>
              <c:pt idx="1587">
                <c:v>48.375</c:v>
              </c:pt>
              <c:pt idx="1588">
                <c:v>48.5</c:v>
              </c:pt>
              <c:pt idx="1589">
                <c:v>48.625</c:v>
              </c:pt>
              <c:pt idx="1590">
                <c:v>48.75</c:v>
              </c:pt>
              <c:pt idx="1591">
                <c:v>48.875</c:v>
              </c:pt>
              <c:pt idx="1592">
                <c:v>49</c:v>
              </c:pt>
              <c:pt idx="1593">
                <c:v>49.125</c:v>
              </c:pt>
              <c:pt idx="1594">
                <c:v>49.25</c:v>
              </c:pt>
              <c:pt idx="1595">
                <c:v>49.375</c:v>
              </c:pt>
              <c:pt idx="1596">
                <c:v>49.5</c:v>
              </c:pt>
              <c:pt idx="1597">
                <c:v>49.625</c:v>
              </c:pt>
              <c:pt idx="1598">
                <c:v>49.75</c:v>
              </c:pt>
              <c:pt idx="1599">
                <c:v>49.875</c:v>
              </c:pt>
              <c:pt idx="1600">
                <c:v>50</c:v>
              </c:pt>
              <c:pt idx="1601">
                <c:v>50.125</c:v>
              </c:pt>
              <c:pt idx="1602">
                <c:v>50.25</c:v>
              </c:pt>
              <c:pt idx="1603">
                <c:v>50.375</c:v>
              </c:pt>
              <c:pt idx="1604">
                <c:v>50.5</c:v>
              </c:pt>
              <c:pt idx="1605">
                <c:v>50.625</c:v>
              </c:pt>
              <c:pt idx="1606">
                <c:v>50.75</c:v>
              </c:pt>
              <c:pt idx="1607">
                <c:v>50.875</c:v>
              </c:pt>
              <c:pt idx="1608">
                <c:v>51</c:v>
              </c:pt>
              <c:pt idx="1609">
                <c:v>51.125</c:v>
              </c:pt>
              <c:pt idx="1610">
                <c:v>51.25</c:v>
              </c:pt>
              <c:pt idx="1611">
                <c:v>51.375</c:v>
              </c:pt>
              <c:pt idx="1612">
                <c:v>51.5</c:v>
              </c:pt>
              <c:pt idx="1613">
                <c:v>51.625</c:v>
              </c:pt>
              <c:pt idx="1614">
                <c:v>51.75</c:v>
              </c:pt>
              <c:pt idx="1615">
                <c:v>51.875</c:v>
              </c:pt>
              <c:pt idx="1616">
                <c:v>52</c:v>
              </c:pt>
              <c:pt idx="1617">
                <c:v>52.125</c:v>
              </c:pt>
              <c:pt idx="1618">
                <c:v>52.25</c:v>
              </c:pt>
              <c:pt idx="1619">
                <c:v>52.375</c:v>
              </c:pt>
              <c:pt idx="1620">
                <c:v>52.5</c:v>
              </c:pt>
              <c:pt idx="1621">
                <c:v>52.625</c:v>
              </c:pt>
              <c:pt idx="1622">
                <c:v>52.75</c:v>
              </c:pt>
              <c:pt idx="1623">
                <c:v>52.875</c:v>
              </c:pt>
              <c:pt idx="1624">
                <c:v>53</c:v>
              </c:pt>
              <c:pt idx="1625">
                <c:v>53.125</c:v>
              </c:pt>
              <c:pt idx="1626">
                <c:v>53.25</c:v>
              </c:pt>
              <c:pt idx="1627">
                <c:v>53.375</c:v>
              </c:pt>
              <c:pt idx="1628">
                <c:v>53.5</c:v>
              </c:pt>
              <c:pt idx="1629">
                <c:v>53.625</c:v>
              </c:pt>
              <c:pt idx="1630">
                <c:v>53.75</c:v>
              </c:pt>
              <c:pt idx="1631">
                <c:v>53.875</c:v>
              </c:pt>
              <c:pt idx="1632">
                <c:v>54</c:v>
              </c:pt>
              <c:pt idx="1633">
                <c:v>54.125</c:v>
              </c:pt>
              <c:pt idx="1634">
                <c:v>54.25</c:v>
              </c:pt>
              <c:pt idx="1635">
                <c:v>54.375</c:v>
              </c:pt>
              <c:pt idx="1636">
                <c:v>54.5</c:v>
              </c:pt>
              <c:pt idx="1637">
                <c:v>54.625</c:v>
              </c:pt>
              <c:pt idx="1638">
                <c:v>54.75</c:v>
              </c:pt>
              <c:pt idx="1639">
                <c:v>54.875</c:v>
              </c:pt>
              <c:pt idx="1640">
                <c:v>55</c:v>
              </c:pt>
              <c:pt idx="1641">
                <c:v>55.125</c:v>
              </c:pt>
              <c:pt idx="1642">
                <c:v>55.25</c:v>
              </c:pt>
              <c:pt idx="1643">
                <c:v>55.375</c:v>
              </c:pt>
              <c:pt idx="1644">
                <c:v>55.5</c:v>
              </c:pt>
              <c:pt idx="1645">
                <c:v>55.625</c:v>
              </c:pt>
              <c:pt idx="1646">
                <c:v>55.75</c:v>
              </c:pt>
              <c:pt idx="1647">
                <c:v>55.875</c:v>
              </c:pt>
              <c:pt idx="1648">
                <c:v>56</c:v>
              </c:pt>
              <c:pt idx="1649">
                <c:v>56.125</c:v>
              </c:pt>
              <c:pt idx="1650">
                <c:v>56.25</c:v>
              </c:pt>
              <c:pt idx="1651">
                <c:v>56.375</c:v>
              </c:pt>
              <c:pt idx="1652">
                <c:v>56.5</c:v>
              </c:pt>
              <c:pt idx="1653">
                <c:v>56.625</c:v>
              </c:pt>
              <c:pt idx="1654">
                <c:v>56.75</c:v>
              </c:pt>
              <c:pt idx="1655">
                <c:v>56.875</c:v>
              </c:pt>
              <c:pt idx="1656">
                <c:v>57</c:v>
              </c:pt>
              <c:pt idx="1657">
                <c:v>57.125</c:v>
              </c:pt>
              <c:pt idx="1658">
                <c:v>57.25</c:v>
              </c:pt>
              <c:pt idx="1659">
                <c:v>57.375</c:v>
              </c:pt>
              <c:pt idx="1660">
                <c:v>57.5</c:v>
              </c:pt>
              <c:pt idx="1661">
                <c:v>57.625</c:v>
              </c:pt>
              <c:pt idx="1662">
                <c:v>57.75</c:v>
              </c:pt>
              <c:pt idx="1663">
                <c:v>57.875</c:v>
              </c:pt>
              <c:pt idx="1664">
                <c:v>58</c:v>
              </c:pt>
              <c:pt idx="1665">
                <c:v>58.125</c:v>
              </c:pt>
              <c:pt idx="1666">
                <c:v>58.25</c:v>
              </c:pt>
              <c:pt idx="1667">
                <c:v>58.375</c:v>
              </c:pt>
              <c:pt idx="1668">
                <c:v>58.5</c:v>
              </c:pt>
              <c:pt idx="1669">
                <c:v>58.625</c:v>
              </c:pt>
              <c:pt idx="1670">
                <c:v>58.75</c:v>
              </c:pt>
              <c:pt idx="1671">
                <c:v>58.875</c:v>
              </c:pt>
              <c:pt idx="1672">
                <c:v>59</c:v>
              </c:pt>
              <c:pt idx="1673">
                <c:v>59.125</c:v>
              </c:pt>
              <c:pt idx="1674">
                <c:v>59.25</c:v>
              </c:pt>
              <c:pt idx="1675">
                <c:v>59.375</c:v>
              </c:pt>
              <c:pt idx="1676">
                <c:v>59.5</c:v>
              </c:pt>
              <c:pt idx="1677">
                <c:v>59.625</c:v>
              </c:pt>
              <c:pt idx="1678">
                <c:v>59.75</c:v>
              </c:pt>
              <c:pt idx="1679">
                <c:v>59.875</c:v>
              </c:pt>
              <c:pt idx="1680">
                <c:v>60</c:v>
              </c:pt>
              <c:pt idx="1681">
                <c:v>60.125</c:v>
              </c:pt>
              <c:pt idx="1682">
                <c:v>60.25</c:v>
              </c:pt>
              <c:pt idx="1683">
                <c:v>60.375</c:v>
              </c:pt>
              <c:pt idx="1684">
                <c:v>60.5</c:v>
              </c:pt>
              <c:pt idx="1685">
                <c:v>60.625</c:v>
              </c:pt>
              <c:pt idx="1686">
                <c:v>60.75</c:v>
              </c:pt>
              <c:pt idx="1687">
                <c:v>60.875</c:v>
              </c:pt>
              <c:pt idx="1688">
                <c:v>61</c:v>
              </c:pt>
              <c:pt idx="1689">
                <c:v>61.125</c:v>
              </c:pt>
              <c:pt idx="1690">
                <c:v>61.25</c:v>
              </c:pt>
              <c:pt idx="1691">
                <c:v>61.375</c:v>
              </c:pt>
              <c:pt idx="1692">
                <c:v>61.5</c:v>
              </c:pt>
              <c:pt idx="1693">
                <c:v>61.625</c:v>
              </c:pt>
              <c:pt idx="1694">
                <c:v>61.75</c:v>
              </c:pt>
              <c:pt idx="1695">
                <c:v>61.875</c:v>
              </c:pt>
              <c:pt idx="1696">
                <c:v>62</c:v>
              </c:pt>
              <c:pt idx="1697">
                <c:v>62.125</c:v>
              </c:pt>
              <c:pt idx="1698">
                <c:v>62.25</c:v>
              </c:pt>
              <c:pt idx="1699">
                <c:v>62.375</c:v>
              </c:pt>
              <c:pt idx="1700">
                <c:v>62.5</c:v>
              </c:pt>
              <c:pt idx="1701">
                <c:v>62.625</c:v>
              </c:pt>
              <c:pt idx="1702">
                <c:v>62.75</c:v>
              </c:pt>
              <c:pt idx="1703">
                <c:v>62.875</c:v>
              </c:pt>
              <c:pt idx="1704">
                <c:v>63</c:v>
              </c:pt>
              <c:pt idx="1705">
                <c:v>63.125</c:v>
              </c:pt>
              <c:pt idx="1706">
                <c:v>63.25</c:v>
              </c:pt>
              <c:pt idx="1707">
                <c:v>63.375</c:v>
              </c:pt>
              <c:pt idx="1708">
                <c:v>63.5</c:v>
              </c:pt>
              <c:pt idx="1709">
                <c:v>63.625</c:v>
              </c:pt>
              <c:pt idx="1710">
                <c:v>63.75</c:v>
              </c:pt>
              <c:pt idx="1711">
                <c:v>63.875</c:v>
              </c:pt>
              <c:pt idx="1712">
                <c:v>64</c:v>
              </c:pt>
              <c:pt idx="1713">
                <c:v>64.125</c:v>
              </c:pt>
              <c:pt idx="1714">
                <c:v>64.25</c:v>
              </c:pt>
              <c:pt idx="1715">
                <c:v>64.375</c:v>
              </c:pt>
              <c:pt idx="1716">
                <c:v>64.5</c:v>
              </c:pt>
              <c:pt idx="1717">
                <c:v>64.625</c:v>
              </c:pt>
              <c:pt idx="1718">
                <c:v>64.75</c:v>
              </c:pt>
              <c:pt idx="1719">
                <c:v>64.875</c:v>
              </c:pt>
              <c:pt idx="1720">
                <c:v>65</c:v>
              </c:pt>
              <c:pt idx="1721">
                <c:v>65.125</c:v>
              </c:pt>
              <c:pt idx="1722">
                <c:v>65.25</c:v>
              </c:pt>
              <c:pt idx="1723">
                <c:v>65.375</c:v>
              </c:pt>
              <c:pt idx="1724">
                <c:v>65.5</c:v>
              </c:pt>
              <c:pt idx="1725">
                <c:v>65.625</c:v>
              </c:pt>
              <c:pt idx="1726">
                <c:v>65.75</c:v>
              </c:pt>
              <c:pt idx="1727">
                <c:v>65.875</c:v>
              </c:pt>
              <c:pt idx="1728">
                <c:v>66</c:v>
              </c:pt>
              <c:pt idx="1729">
                <c:v>66.125</c:v>
              </c:pt>
              <c:pt idx="1730">
                <c:v>66.25</c:v>
              </c:pt>
              <c:pt idx="1731">
                <c:v>66.375</c:v>
              </c:pt>
              <c:pt idx="1732">
                <c:v>66.5</c:v>
              </c:pt>
              <c:pt idx="1733">
                <c:v>66.625</c:v>
              </c:pt>
              <c:pt idx="1734">
                <c:v>66.75</c:v>
              </c:pt>
              <c:pt idx="1735">
                <c:v>66.875</c:v>
              </c:pt>
              <c:pt idx="1736">
                <c:v>67</c:v>
              </c:pt>
              <c:pt idx="1737">
                <c:v>67.125</c:v>
              </c:pt>
              <c:pt idx="1738">
                <c:v>67.25</c:v>
              </c:pt>
              <c:pt idx="1739">
                <c:v>67.375</c:v>
              </c:pt>
              <c:pt idx="1740">
                <c:v>67.5</c:v>
              </c:pt>
              <c:pt idx="1741">
                <c:v>67.625</c:v>
              </c:pt>
              <c:pt idx="1742">
                <c:v>67.75</c:v>
              </c:pt>
              <c:pt idx="1743">
                <c:v>67.875</c:v>
              </c:pt>
              <c:pt idx="1744">
                <c:v>68</c:v>
              </c:pt>
              <c:pt idx="1745">
                <c:v>68.125</c:v>
              </c:pt>
              <c:pt idx="1746">
                <c:v>68.25</c:v>
              </c:pt>
              <c:pt idx="1747">
                <c:v>68.375</c:v>
              </c:pt>
              <c:pt idx="1748">
                <c:v>68.5</c:v>
              </c:pt>
              <c:pt idx="1749">
                <c:v>68.625</c:v>
              </c:pt>
              <c:pt idx="1750">
                <c:v>68.75</c:v>
              </c:pt>
              <c:pt idx="1751">
                <c:v>68.875</c:v>
              </c:pt>
              <c:pt idx="1752">
                <c:v>69</c:v>
              </c:pt>
              <c:pt idx="1753">
                <c:v>69.125</c:v>
              </c:pt>
              <c:pt idx="1754">
                <c:v>69.25</c:v>
              </c:pt>
              <c:pt idx="1755">
                <c:v>69.375</c:v>
              </c:pt>
              <c:pt idx="1756">
                <c:v>69.5</c:v>
              </c:pt>
              <c:pt idx="1757">
                <c:v>69.625</c:v>
              </c:pt>
              <c:pt idx="1758">
                <c:v>69.75</c:v>
              </c:pt>
              <c:pt idx="1759">
                <c:v>69.875</c:v>
              </c:pt>
              <c:pt idx="1760">
                <c:v>70</c:v>
              </c:pt>
              <c:pt idx="1761">
                <c:v>70.125</c:v>
              </c:pt>
              <c:pt idx="1762">
                <c:v>70.25</c:v>
              </c:pt>
              <c:pt idx="1763">
                <c:v>70.375</c:v>
              </c:pt>
              <c:pt idx="1764">
                <c:v>70.5</c:v>
              </c:pt>
              <c:pt idx="1765">
                <c:v>70.625</c:v>
              </c:pt>
              <c:pt idx="1766">
                <c:v>70.75</c:v>
              </c:pt>
              <c:pt idx="1767">
                <c:v>70.875</c:v>
              </c:pt>
              <c:pt idx="1768">
                <c:v>71</c:v>
              </c:pt>
              <c:pt idx="1769">
                <c:v>71.125</c:v>
              </c:pt>
              <c:pt idx="1770">
                <c:v>71.25</c:v>
              </c:pt>
              <c:pt idx="1771">
                <c:v>71.375</c:v>
              </c:pt>
              <c:pt idx="1772">
                <c:v>71.5</c:v>
              </c:pt>
              <c:pt idx="1773">
                <c:v>71.625</c:v>
              </c:pt>
              <c:pt idx="1774">
                <c:v>71.75</c:v>
              </c:pt>
              <c:pt idx="1775">
                <c:v>71.875</c:v>
              </c:pt>
              <c:pt idx="1776">
                <c:v>72</c:v>
              </c:pt>
              <c:pt idx="1777">
                <c:v>72.125</c:v>
              </c:pt>
              <c:pt idx="1778">
                <c:v>72.25</c:v>
              </c:pt>
              <c:pt idx="1779">
                <c:v>72.375</c:v>
              </c:pt>
              <c:pt idx="1780">
                <c:v>72.5</c:v>
              </c:pt>
              <c:pt idx="1781">
                <c:v>72.625</c:v>
              </c:pt>
              <c:pt idx="1782">
                <c:v>72.75</c:v>
              </c:pt>
              <c:pt idx="1783">
                <c:v>72.875</c:v>
              </c:pt>
              <c:pt idx="1784">
                <c:v>73</c:v>
              </c:pt>
              <c:pt idx="1785">
                <c:v>73.125</c:v>
              </c:pt>
              <c:pt idx="1786">
                <c:v>73.25</c:v>
              </c:pt>
              <c:pt idx="1787">
                <c:v>73.375</c:v>
              </c:pt>
              <c:pt idx="1788">
                <c:v>73.5</c:v>
              </c:pt>
              <c:pt idx="1789">
                <c:v>73.625</c:v>
              </c:pt>
              <c:pt idx="1790">
                <c:v>73.75</c:v>
              </c:pt>
              <c:pt idx="1791">
                <c:v>73.875</c:v>
              </c:pt>
              <c:pt idx="1792">
                <c:v>74</c:v>
              </c:pt>
              <c:pt idx="1793">
                <c:v>74.125</c:v>
              </c:pt>
              <c:pt idx="1794">
                <c:v>74.25</c:v>
              </c:pt>
              <c:pt idx="1795">
                <c:v>74.375</c:v>
              </c:pt>
              <c:pt idx="1796">
                <c:v>74.5</c:v>
              </c:pt>
              <c:pt idx="1797">
                <c:v>74.625</c:v>
              </c:pt>
              <c:pt idx="1798">
                <c:v>74.75</c:v>
              </c:pt>
              <c:pt idx="1799">
                <c:v>74.875</c:v>
              </c:pt>
              <c:pt idx="1800">
                <c:v>75</c:v>
              </c:pt>
              <c:pt idx="1801">
                <c:v>75.125</c:v>
              </c:pt>
              <c:pt idx="1802">
                <c:v>75.25</c:v>
              </c:pt>
              <c:pt idx="1803">
                <c:v>75.375</c:v>
              </c:pt>
              <c:pt idx="1804">
                <c:v>75.5</c:v>
              </c:pt>
              <c:pt idx="1805">
                <c:v>75.625</c:v>
              </c:pt>
              <c:pt idx="1806">
                <c:v>75.75</c:v>
              </c:pt>
              <c:pt idx="1807">
                <c:v>75.875</c:v>
              </c:pt>
              <c:pt idx="1808">
                <c:v>76</c:v>
              </c:pt>
              <c:pt idx="1809">
                <c:v>76.125</c:v>
              </c:pt>
              <c:pt idx="1810">
                <c:v>76.25</c:v>
              </c:pt>
              <c:pt idx="1811">
                <c:v>76.375</c:v>
              </c:pt>
              <c:pt idx="1812">
                <c:v>76.5</c:v>
              </c:pt>
              <c:pt idx="1813">
                <c:v>76.625</c:v>
              </c:pt>
              <c:pt idx="1814">
                <c:v>76.75</c:v>
              </c:pt>
              <c:pt idx="1815">
                <c:v>76.875</c:v>
              </c:pt>
              <c:pt idx="1816">
                <c:v>77</c:v>
              </c:pt>
              <c:pt idx="1817">
                <c:v>77.125</c:v>
              </c:pt>
              <c:pt idx="1818">
                <c:v>77.25</c:v>
              </c:pt>
              <c:pt idx="1819">
                <c:v>77.375</c:v>
              </c:pt>
              <c:pt idx="1820">
                <c:v>77.5</c:v>
              </c:pt>
              <c:pt idx="1821">
                <c:v>77.625</c:v>
              </c:pt>
              <c:pt idx="1822">
                <c:v>77.75</c:v>
              </c:pt>
              <c:pt idx="1823">
                <c:v>77.875</c:v>
              </c:pt>
              <c:pt idx="1824">
                <c:v>78</c:v>
              </c:pt>
              <c:pt idx="1825">
                <c:v>78.125</c:v>
              </c:pt>
              <c:pt idx="1826">
                <c:v>78.25</c:v>
              </c:pt>
              <c:pt idx="1827">
                <c:v>78.375</c:v>
              </c:pt>
              <c:pt idx="1828">
                <c:v>78.5</c:v>
              </c:pt>
              <c:pt idx="1829">
                <c:v>78.625</c:v>
              </c:pt>
              <c:pt idx="1830">
                <c:v>78.75</c:v>
              </c:pt>
              <c:pt idx="1831">
                <c:v>78.875</c:v>
              </c:pt>
              <c:pt idx="1832">
                <c:v>79</c:v>
              </c:pt>
              <c:pt idx="1833">
                <c:v>79.125</c:v>
              </c:pt>
              <c:pt idx="1834">
                <c:v>79.25</c:v>
              </c:pt>
              <c:pt idx="1835">
                <c:v>79.375</c:v>
              </c:pt>
              <c:pt idx="1836">
                <c:v>79.5</c:v>
              </c:pt>
              <c:pt idx="1837">
                <c:v>79.625</c:v>
              </c:pt>
              <c:pt idx="1838">
                <c:v>79.75</c:v>
              </c:pt>
              <c:pt idx="1839">
                <c:v>79.875</c:v>
              </c:pt>
              <c:pt idx="1840">
                <c:v>80</c:v>
              </c:pt>
              <c:pt idx="1841">
                <c:v>80.125</c:v>
              </c:pt>
              <c:pt idx="1842">
                <c:v>80.25</c:v>
              </c:pt>
              <c:pt idx="1843">
                <c:v>80.375</c:v>
              </c:pt>
              <c:pt idx="1844">
                <c:v>80.5</c:v>
              </c:pt>
              <c:pt idx="1845">
                <c:v>80.625</c:v>
              </c:pt>
              <c:pt idx="1846">
                <c:v>80.75</c:v>
              </c:pt>
              <c:pt idx="1847">
                <c:v>80.875</c:v>
              </c:pt>
              <c:pt idx="1848">
                <c:v>81</c:v>
              </c:pt>
              <c:pt idx="1849">
                <c:v>81.125</c:v>
              </c:pt>
              <c:pt idx="1850">
                <c:v>81.25</c:v>
              </c:pt>
              <c:pt idx="1851">
                <c:v>81.375</c:v>
              </c:pt>
              <c:pt idx="1852">
                <c:v>81.5</c:v>
              </c:pt>
              <c:pt idx="1853">
                <c:v>81.625</c:v>
              </c:pt>
              <c:pt idx="1854">
                <c:v>81.75</c:v>
              </c:pt>
              <c:pt idx="1855">
                <c:v>81.875</c:v>
              </c:pt>
              <c:pt idx="1856">
                <c:v>82</c:v>
              </c:pt>
              <c:pt idx="1857">
                <c:v>82.125</c:v>
              </c:pt>
              <c:pt idx="1858">
                <c:v>82.25</c:v>
              </c:pt>
              <c:pt idx="1859">
                <c:v>82.375</c:v>
              </c:pt>
              <c:pt idx="1860">
                <c:v>82.5</c:v>
              </c:pt>
              <c:pt idx="1861">
                <c:v>82.625</c:v>
              </c:pt>
              <c:pt idx="1862">
                <c:v>82.75</c:v>
              </c:pt>
              <c:pt idx="1863">
                <c:v>82.875</c:v>
              </c:pt>
              <c:pt idx="1864">
                <c:v>83</c:v>
              </c:pt>
              <c:pt idx="1865">
                <c:v>83.125</c:v>
              </c:pt>
              <c:pt idx="1866">
                <c:v>83.25</c:v>
              </c:pt>
              <c:pt idx="1867">
                <c:v>83.375</c:v>
              </c:pt>
              <c:pt idx="1868">
                <c:v>83.5</c:v>
              </c:pt>
              <c:pt idx="1869">
                <c:v>83.625</c:v>
              </c:pt>
              <c:pt idx="1870">
                <c:v>83.75</c:v>
              </c:pt>
              <c:pt idx="1871">
                <c:v>83.875</c:v>
              </c:pt>
              <c:pt idx="1872">
                <c:v>84</c:v>
              </c:pt>
              <c:pt idx="1873">
                <c:v>84.125</c:v>
              </c:pt>
              <c:pt idx="1874">
                <c:v>84.25</c:v>
              </c:pt>
              <c:pt idx="1875">
                <c:v>84.375</c:v>
              </c:pt>
              <c:pt idx="1876">
                <c:v>84.5</c:v>
              </c:pt>
              <c:pt idx="1877">
                <c:v>84.625</c:v>
              </c:pt>
              <c:pt idx="1878">
                <c:v>84.75</c:v>
              </c:pt>
              <c:pt idx="1879">
                <c:v>84.875</c:v>
              </c:pt>
              <c:pt idx="1880">
                <c:v>85</c:v>
              </c:pt>
              <c:pt idx="1881">
                <c:v>85.125</c:v>
              </c:pt>
              <c:pt idx="1882">
                <c:v>85.25</c:v>
              </c:pt>
              <c:pt idx="1883">
                <c:v>85.375</c:v>
              </c:pt>
              <c:pt idx="1884">
                <c:v>85.5</c:v>
              </c:pt>
              <c:pt idx="1885">
                <c:v>85.625</c:v>
              </c:pt>
              <c:pt idx="1886">
                <c:v>85.75</c:v>
              </c:pt>
              <c:pt idx="1887">
                <c:v>85.875</c:v>
              </c:pt>
              <c:pt idx="1888">
                <c:v>86</c:v>
              </c:pt>
              <c:pt idx="1889">
                <c:v>86.125</c:v>
              </c:pt>
              <c:pt idx="1890">
                <c:v>86.25</c:v>
              </c:pt>
              <c:pt idx="1891">
                <c:v>86.375</c:v>
              </c:pt>
              <c:pt idx="1892">
                <c:v>86.5</c:v>
              </c:pt>
              <c:pt idx="1893">
                <c:v>86.625</c:v>
              </c:pt>
              <c:pt idx="1894">
                <c:v>86.75</c:v>
              </c:pt>
              <c:pt idx="1895">
                <c:v>86.875</c:v>
              </c:pt>
              <c:pt idx="1896">
                <c:v>87</c:v>
              </c:pt>
              <c:pt idx="1897">
                <c:v>87.125</c:v>
              </c:pt>
              <c:pt idx="1898">
                <c:v>87.25</c:v>
              </c:pt>
              <c:pt idx="1899">
                <c:v>87.375</c:v>
              </c:pt>
              <c:pt idx="1900">
                <c:v>87.5</c:v>
              </c:pt>
              <c:pt idx="1901">
                <c:v>87.625</c:v>
              </c:pt>
              <c:pt idx="1902">
                <c:v>87.75</c:v>
              </c:pt>
              <c:pt idx="1903">
                <c:v>87.875</c:v>
              </c:pt>
              <c:pt idx="1904">
                <c:v>88</c:v>
              </c:pt>
              <c:pt idx="1905">
                <c:v>88.125</c:v>
              </c:pt>
              <c:pt idx="1906">
                <c:v>88.25</c:v>
              </c:pt>
              <c:pt idx="1907">
                <c:v>88.375</c:v>
              </c:pt>
              <c:pt idx="1908">
                <c:v>88.5</c:v>
              </c:pt>
              <c:pt idx="1909">
                <c:v>88.625</c:v>
              </c:pt>
              <c:pt idx="1910">
                <c:v>88.75</c:v>
              </c:pt>
              <c:pt idx="1911">
                <c:v>88.875</c:v>
              </c:pt>
              <c:pt idx="1912">
                <c:v>89</c:v>
              </c:pt>
              <c:pt idx="1913">
                <c:v>89.125</c:v>
              </c:pt>
              <c:pt idx="1914">
                <c:v>89.25</c:v>
              </c:pt>
              <c:pt idx="1915">
                <c:v>89.375</c:v>
              </c:pt>
              <c:pt idx="1916">
                <c:v>89.5</c:v>
              </c:pt>
              <c:pt idx="1917">
                <c:v>89.625</c:v>
              </c:pt>
              <c:pt idx="1918">
                <c:v>89.75</c:v>
              </c:pt>
              <c:pt idx="1919">
                <c:v>89.875</c:v>
              </c:pt>
              <c:pt idx="1920">
                <c:v>90</c:v>
              </c:pt>
              <c:pt idx="1921">
                <c:v>90.125</c:v>
              </c:pt>
              <c:pt idx="1922">
                <c:v>90.25</c:v>
              </c:pt>
              <c:pt idx="1923">
                <c:v>90.375</c:v>
              </c:pt>
              <c:pt idx="1924">
                <c:v>90.5</c:v>
              </c:pt>
              <c:pt idx="1925">
                <c:v>90.625</c:v>
              </c:pt>
              <c:pt idx="1926">
                <c:v>90.75</c:v>
              </c:pt>
              <c:pt idx="1927">
                <c:v>90.875</c:v>
              </c:pt>
              <c:pt idx="1928">
                <c:v>91</c:v>
              </c:pt>
              <c:pt idx="1929">
                <c:v>91.125</c:v>
              </c:pt>
              <c:pt idx="1930">
                <c:v>91.25</c:v>
              </c:pt>
              <c:pt idx="1931">
                <c:v>91.375</c:v>
              </c:pt>
              <c:pt idx="1932">
                <c:v>91.5</c:v>
              </c:pt>
              <c:pt idx="1933">
                <c:v>91.625</c:v>
              </c:pt>
              <c:pt idx="1934">
                <c:v>91.75</c:v>
              </c:pt>
              <c:pt idx="1935">
                <c:v>91.875</c:v>
              </c:pt>
              <c:pt idx="1936">
                <c:v>92</c:v>
              </c:pt>
              <c:pt idx="1937">
                <c:v>92.125</c:v>
              </c:pt>
              <c:pt idx="1938">
                <c:v>92.25</c:v>
              </c:pt>
              <c:pt idx="1939">
                <c:v>92.375</c:v>
              </c:pt>
              <c:pt idx="1940">
                <c:v>92.5</c:v>
              </c:pt>
              <c:pt idx="1941">
                <c:v>92.625</c:v>
              </c:pt>
              <c:pt idx="1942">
                <c:v>92.75</c:v>
              </c:pt>
              <c:pt idx="1943">
                <c:v>92.875</c:v>
              </c:pt>
              <c:pt idx="1944">
                <c:v>93</c:v>
              </c:pt>
              <c:pt idx="1945">
                <c:v>93.125</c:v>
              </c:pt>
              <c:pt idx="1946">
                <c:v>93.25</c:v>
              </c:pt>
              <c:pt idx="1947">
                <c:v>93.375</c:v>
              </c:pt>
              <c:pt idx="1948">
                <c:v>93.5</c:v>
              </c:pt>
              <c:pt idx="1949">
                <c:v>93.625</c:v>
              </c:pt>
              <c:pt idx="1950">
                <c:v>93.75</c:v>
              </c:pt>
              <c:pt idx="1951">
                <c:v>93.875</c:v>
              </c:pt>
              <c:pt idx="1952">
                <c:v>94</c:v>
              </c:pt>
              <c:pt idx="1953">
                <c:v>94.125</c:v>
              </c:pt>
              <c:pt idx="1954">
                <c:v>94.25</c:v>
              </c:pt>
              <c:pt idx="1955">
                <c:v>94.375</c:v>
              </c:pt>
              <c:pt idx="1956">
                <c:v>94.5</c:v>
              </c:pt>
              <c:pt idx="1957">
                <c:v>94.625</c:v>
              </c:pt>
              <c:pt idx="1958">
                <c:v>94.75</c:v>
              </c:pt>
              <c:pt idx="1959">
                <c:v>94.875</c:v>
              </c:pt>
              <c:pt idx="1960">
                <c:v>95</c:v>
              </c:pt>
              <c:pt idx="1961">
                <c:v>95.125</c:v>
              </c:pt>
              <c:pt idx="1962">
                <c:v>95.25</c:v>
              </c:pt>
              <c:pt idx="1963">
                <c:v>95.375</c:v>
              </c:pt>
              <c:pt idx="1964">
                <c:v>95.5</c:v>
              </c:pt>
              <c:pt idx="1965">
                <c:v>95.625</c:v>
              </c:pt>
              <c:pt idx="1966">
                <c:v>95.75</c:v>
              </c:pt>
              <c:pt idx="1967">
                <c:v>95.875</c:v>
              </c:pt>
              <c:pt idx="1968">
                <c:v>96</c:v>
              </c:pt>
              <c:pt idx="1969">
                <c:v>96.125</c:v>
              </c:pt>
              <c:pt idx="1970">
                <c:v>96.25</c:v>
              </c:pt>
              <c:pt idx="1971">
                <c:v>96.375</c:v>
              </c:pt>
              <c:pt idx="1972">
                <c:v>96.5</c:v>
              </c:pt>
              <c:pt idx="1973">
                <c:v>96.625</c:v>
              </c:pt>
              <c:pt idx="1974">
                <c:v>96.75</c:v>
              </c:pt>
              <c:pt idx="1975">
                <c:v>96.875</c:v>
              </c:pt>
              <c:pt idx="1976">
                <c:v>97</c:v>
              </c:pt>
              <c:pt idx="1977">
                <c:v>97.125</c:v>
              </c:pt>
              <c:pt idx="1978">
                <c:v>97.25</c:v>
              </c:pt>
              <c:pt idx="1979">
                <c:v>97.375</c:v>
              </c:pt>
              <c:pt idx="1980">
                <c:v>97.5</c:v>
              </c:pt>
              <c:pt idx="1981">
                <c:v>97.625</c:v>
              </c:pt>
              <c:pt idx="1982">
                <c:v>97.75</c:v>
              </c:pt>
              <c:pt idx="1983">
                <c:v>97.875</c:v>
              </c:pt>
              <c:pt idx="1984">
                <c:v>98</c:v>
              </c:pt>
              <c:pt idx="1985">
                <c:v>98.125</c:v>
              </c:pt>
              <c:pt idx="1986">
                <c:v>98.25</c:v>
              </c:pt>
              <c:pt idx="1987">
                <c:v>98.375</c:v>
              </c:pt>
              <c:pt idx="1988">
                <c:v>98.5</c:v>
              </c:pt>
              <c:pt idx="1989">
                <c:v>98.625</c:v>
              </c:pt>
              <c:pt idx="1990">
                <c:v>98.75</c:v>
              </c:pt>
              <c:pt idx="1991">
                <c:v>98.875</c:v>
              </c:pt>
              <c:pt idx="1992">
                <c:v>99</c:v>
              </c:pt>
              <c:pt idx="1993">
                <c:v>99.125</c:v>
              </c:pt>
              <c:pt idx="1994">
                <c:v>99.25</c:v>
              </c:pt>
              <c:pt idx="1995">
                <c:v>99.375</c:v>
              </c:pt>
              <c:pt idx="1996">
                <c:v>99.5</c:v>
              </c:pt>
              <c:pt idx="1997">
                <c:v>99.625</c:v>
              </c:pt>
              <c:pt idx="1998">
                <c:v>99.75</c:v>
              </c:pt>
              <c:pt idx="1999">
                <c:v>99.875</c:v>
              </c:pt>
              <c:pt idx="2000">
                <c:v>100</c:v>
              </c:pt>
              <c:pt idx="2001">
                <c:v>100.125</c:v>
              </c:pt>
              <c:pt idx="2002">
                <c:v>100.25</c:v>
              </c:pt>
              <c:pt idx="2003">
                <c:v>100.375</c:v>
              </c:pt>
              <c:pt idx="2004">
                <c:v>100.5</c:v>
              </c:pt>
              <c:pt idx="2005">
                <c:v>100.625</c:v>
              </c:pt>
              <c:pt idx="2006">
                <c:v>100.75</c:v>
              </c:pt>
              <c:pt idx="2007">
                <c:v>100.875</c:v>
              </c:pt>
              <c:pt idx="2008">
                <c:v>101</c:v>
              </c:pt>
              <c:pt idx="2009">
                <c:v>101.125</c:v>
              </c:pt>
              <c:pt idx="2010">
                <c:v>101.25</c:v>
              </c:pt>
              <c:pt idx="2011">
                <c:v>101.375</c:v>
              </c:pt>
              <c:pt idx="2012">
                <c:v>101.5</c:v>
              </c:pt>
              <c:pt idx="2013">
                <c:v>101.625</c:v>
              </c:pt>
              <c:pt idx="2014">
                <c:v>101.75</c:v>
              </c:pt>
              <c:pt idx="2015">
                <c:v>101.875</c:v>
              </c:pt>
              <c:pt idx="2016">
                <c:v>102</c:v>
              </c:pt>
              <c:pt idx="2017">
                <c:v>102.125</c:v>
              </c:pt>
              <c:pt idx="2018">
                <c:v>102.25</c:v>
              </c:pt>
              <c:pt idx="2019">
                <c:v>102.375</c:v>
              </c:pt>
              <c:pt idx="2020">
                <c:v>102.5</c:v>
              </c:pt>
              <c:pt idx="2021">
                <c:v>102.625</c:v>
              </c:pt>
              <c:pt idx="2022">
                <c:v>102.75</c:v>
              </c:pt>
              <c:pt idx="2023">
                <c:v>102.875</c:v>
              </c:pt>
              <c:pt idx="2024">
                <c:v>103</c:v>
              </c:pt>
              <c:pt idx="2025">
                <c:v>103.125</c:v>
              </c:pt>
              <c:pt idx="2026">
                <c:v>103.25</c:v>
              </c:pt>
              <c:pt idx="2027">
                <c:v>103.375</c:v>
              </c:pt>
              <c:pt idx="2028">
                <c:v>103.5</c:v>
              </c:pt>
              <c:pt idx="2029">
                <c:v>103.625</c:v>
              </c:pt>
              <c:pt idx="2030">
                <c:v>103.75</c:v>
              </c:pt>
              <c:pt idx="2031">
                <c:v>103.875</c:v>
              </c:pt>
              <c:pt idx="2032">
                <c:v>104</c:v>
              </c:pt>
              <c:pt idx="2033">
                <c:v>104.125</c:v>
              </c:pt>
              <c:pt idx="2034">
                <c:v>104.25</c:v>
              </c:pt>
              <c:pt idx="2035">
                <c:v>104.375</c:v>
              </c:pt>
              <c:pt idx="2036">
                <c:v>104.5</c:v>
              </c:pt>
              <c:pt idx="2037">
                <c:v>104.625</c:v>
              </c:pt>
              <c:pt idx="2038">
                <c:v>104.75</c:v>
              </c:pt>
              <c:pt idx="2039">
                <c:v>104.875</c:v>
              </c:pt>
              <c:pt idx="2040">
                <c:v>105</c:v>
              </c:pt>
              <c:pt idx="2041">
                <c:v>105.125</c:v>
              </c:pt>
              <c:pt idx="2042">
                <c:v>105.25</c:v>
              </c:pt>
              <c:pt idx="2043">
                <c:v>105.375</c:v>
              </c:pt>
              <c:pt idx="2044">
                <c:v>105.5</c:v>
              </c:pt>
              <c:pt idx="2045">
                <c:v>105.625</c:v>
              </c:pt>
              <c:pt idx="2046">
                <c:v>105.75</c:v>
              </c:pt>
              <c:pt idx="2047">
                <c:v>105.875</c:v>
              </c:pt>
              <c:pt idx="2048">
                <c:v>106</c:v>
              </c:pt>
              <c:pt idx="2049">
                <c:v>106.125</c:v>
              </c:pt>
              <c:pt idx="2050">
                <c:v>106.25</c:v>
              </c:pt>
              <c:pt idx="2051">
                <c:v>106.375</c:v>
              </c:pt>
              <c:pt idx="2052">
                <c:v>106.5</c:v>
              </c:pt>
              <c:pt idx="2053">
                <c:v>106.625</c:v>
              </c:pt>
              <c:pt idx="2054">
                <c:v>106.75</c:v>
              </c:pt>
              <c:pt idx="2055">
                <c:v>106.875</c:v>
              </c:pt>
              <c:pt idx="2056">
                <c:v>107</c:v>
              </c:pt>
              <c:pt idx="2057">
                <c:v>107.125</c:v>
              </c:pt>
              <c:pt idx="2058">
                <c:v>107.25</c:v>
              </c:pt>
              <c:pt idx="2059">
                <c:v>107.375</c:v>
              </c:pt>
              <c:pt idx="2060">
                <c:v>107.5</c:v>
              </c:pt>
              <c:pt idx="2061">
                <c:v>107.625</c:v>
              </c:pt>
              <c:pt idx="2062">
                <c:v>107.75</c:v>
              </c:pt>
              <c:pt idx="2063">
                <c:v>107.875</c:v>
              </c:pt>
              <c:pt idx="2064">
                <c:v>108</c:v>
              </c:pt>
              <c:pt idx="2065">
                <c:v>108.125</c:v>
              </c:pt>
              <c:pt idx="2066">
                <c:v>108.25</c:v>
              </c:pt>
              <c:pt idx="2067">
                <c:v>108.375</c:v>
              </c:pt>
              <c:pt idx="2068">
                <c:v>108.5</c:v>
              </c:pt>
              <c:pt idx="2069">
                <c:v>108.625</c:v>
              </c:pt>
              <c:pt idx="2070">
                <c:v>108.75</c:v>
              </c:pt>
              <c:pt idx="2071">
                <c:v>108.875</c:v>
              </c:pt>
              <c:pt idx="2072">
                <c:v>109</c:v>
              </c:pt>
              <c:pt idx="2073">
                <c:v>109.125</c:v>
              </c:pt>
              <c:pt idx="2074">
                <c:v>109.25</c:v>
              </c:pt>
              <c:pt idx="2075">
                <c:v>109.375</c:v>
              </c:pt>
              <c:pt idx="2076">
                <c:v>109.5</c:v>
              </c:pt>
              <c:pt idx="2077">
                <c:v>109.625</c:v>
              </c:pt>
              <c:pt idx="2078">
                <c:v>109.75</c:v>
              </c:pt>
              <c:pt idx="2079">
                <c:v>109.875</c:v>
              </c:pt>
              <c:pt idx="2080">
                <c:v>110</c:v>
              </c:pt>
              <c:pt idx="2081">
                <c:v>110.125</c:v>
              </c:pt>
              <c:pt idx="2082">
                <c:v>110.25</c:v>
              </c:pt>
              <c:pt idx="2083">
                <c:v>110.375</c:v>
              </c:pt>
              <c:pt idx="2084">
                <c:v>110.5</c:v>
              </c:pt>
              <c:pt idx="2085">
                <c:v>110.625</c:v>
              </c:pt>
              <c:pt idx="2086">
                <c:v>110.75</c:v>
              </c:pt>
              <c:pt idx="2087">
                <c:v>110.875</c:v>
              </c:pt>
              <c:pt idx="2088">
                <c:v>111</c:v>
              </c:pt>
              <c:pt idx="2089">
                <c:v>111.125</c:v>
              </c:pt>
              <c:pt idx="2090">
                <c:v>111.25</c:v>
              </c:pt>
              <c:pt idx="2091">
                <c:v>111.375</c:v>
              </c:pt>
              <c:pt idx="2092">
                <c:v>111.5</c:v>
              </c:pt>
              <c:pt idx="2093">
                <c:v>111.625</c:v>
              </c:pt>
              <c:pt idx="2094">
                <c:v>111.75</c:v>
              </c:pt>
              <c:pt idx="2095">
                <c:v>111.875</c:v>
              </c:pt>
              <c:pt idx="2096">
                <c:v>112</c:v>
              </c:pt>
              <c:pt idx="2097">
                <c:v>112.125</c:v>
              </c:pt>
              <c:pt idx="2098">
                <c:v>112.25</c:v>
              </c:pt>
              <c:pt idx="2099">
                <c:v>112.375</c:v>
              </c:pt>
              <c:pt idx="2100">
                <c:v>112.5</c:v>
              </c:pt>
              <c:pt idx="2101">
                <c:v>112.625</c:v>
              </c:pt>
              <c:pt idx="2102">
                <c:v>112.75</c:v>
              </c:pt>
              <c:pt idx="2103">
                <c:v>112.875</c:v>
              </c:pt>
              <c:pt idx="2104">
                <c:v>113</c:v>
              </c:pt>
              <c:pt idx="2105">
                <c:v>113.125</c:v>
              </c:pt>
              <c:pt idx="2106">
                <c:v>113.25</c:v>
              </c:pt>
              <c:pt idx="2107">
                <c:v>113.375</c:v>
              </c:pt>
              <c:pt idx="2108">
                <c:v>113.5</c:v>
              </c:pt>
              <c:pt idx="2109">
                <c:v>113.625</c:v>
              </c:pt>
              <c:pt idx="2110">
                <c:v>113.75</c:v>
              </c:pt>
              <c:pt idx="2111">
                <c:v>113.875</c:v>
              </c:pt>
              <c:pt idx="2112">
                <c:v>114</c:v>
              </c:pt>
              <c:pt idx="2113">
                <c:v>114.125</c:v>
              </c:pt>
              <c:pt idx="2114">
                <c:v>114.25</c:v>
              </c:pt>
              <c:pt idx="2115">
                <c:v>114.375</c:v>
              </c:pt>
              <c:pt idx="2116">
                <c:v>114.5</c:v>
              </c:pt>
              <c:pt idx="2117">
                <c:v>114.625</c:v>
              </c:pt>
              <c:pt idx="2118">
                <c:v>114.75</c:v>
              </c:pt>
              <c:pt idx="2119">
                <c:v>114.875</c:v>
              </c:pt>
              <c:pt idx="2120">
                <c:v>115</c:v>
              </c:pt>
              <c:pt idx="2121">
                <c:v>115.125</c:v>
              </c:pt>
              <c:pt idx="2122">
                <c:v>115.25</c:v>
              </c:pt>
              <c:pt idx="2123">
                <c:v>115.375</c:v>
              </c:pt>
              <c:pt idx="2124">
                <c:v>115.5</c:v>
              </c:pt>
              <c:pt idx="2125">
                <c:v>115.625</c:v>
              </c:pt>
              <c:pt idx="2126">
                <c:v>115.75</c:v>
              </c:pt>
              <c:pt idx="2127">
                <c:v>115.875</c:v>
              </c:pt>
              <c:pt idx="2128">
                <c:v>116</c:v>
              </c:pt>
              <c:pt idx="2129">
                <c:v>116.125</c:v>
              </c:pt>
              <c:pt idx="2130">
                <c:v>116.25</c:v>
              </c:pt>
              <c:pt idx="2131">
                <c:v>116.375</c:v>
              </c:pt>
              <c:pt idx="2132">
                <c:v>116.5</c:v>
              </c:pt>
              <c:pt idx="2133">
                <c:v>116.625</c:v>
              </c:pt>
              <c:pt idx="2134">
                <c:v>116.75</c:v>
              </c:pt>
              <c:pt idx="2135">
                <c:v>116.875</c:v>
              </c:pt>
              <c:pt idx="2136">
                <c:v>117</c:v>
              </c:pt>
              <c:pt idx="2137">
                <c:v>117.125</c:v>
              </c:pt>
              <c:pt idx="2138">
                <c:v>117.25</c:v>
              </c:pt>
              <c:pt idx="2139">
                <c:v>117.375</c:v>
              </c:pt>
              <c:pt idx="2140">
                <c:v>117.5</c:v>
              </c:pt>
              <c:pt idx="2141">
                <c:v>117.625</c:v>
              </c:pt>
              <c:pt idx="2142">
                <c:v>117.75</c:v>
              </c:pt>
              <c:pt idx="2143">
                <c:v>117.875</c:v>
              </c:pt>
              <c:pt idx="2144">
                <c:v>118</c:v>
              </c:pt>
              <c:pt idx="2145">
                <c:v>118.125</c:v>
              </c:pt>
              <c:pt idx="2146">
                <c:v>118.25</c:v>
              </c:pt>
              <c:pt idx="2147">
                <c:v>118.375</c:v>
              </c:pt>
              <c:pt idx="2148">
                <c:v>118.5</c:v>
              </c:pt>
              <c:pt idx="2149">
                <c:v>118.625</c:v>
              </c:pt>
              <c:pt idx="2150">
                <c:v>118.75</c:v>
              </c:pt>
              <c:pt idx="2151">
                <c:v>118.875</c:v>
              </c:pt>
              <c:pt idx="2152">
                <c:v>119</c:v>
              </c:pt>
              <c:pt idx="2153">
                <c:v>119.125</c:v>
              </c:pt>
              <c:pt idx="2154">
                <c:v>119.25</c:v>
              </c:pt>
              <c:pt idx="2155">
                <c:v>119.375</c:v>
              </c:pt>
              <c:pt idx="2156">
                <c:v>119.5</c:v>
              </c:pt>
              <c:pt idx="2157">
                <c:v>119.625</c:v>
              </c:pt>
              <c:pt idx="2158">
                <c:v>119.75</c:v>
              </c:pt>
              <c:pt idx="2159">
                <c:v>119.875</c:v>
              </c:pt>
              <c:pt idx="2160">
                <c:v>120</c:v>
              </c:pt>
              <c:pt idx="2161">
                <c:v>120.125</c:v>
              </c:pt>
              <c:pt idx="2162">
                <c:v>120.25</c:v>
              </c:pt>
              <c:pt idx="2163">
                <c:v>120.375</c:v>
              </c:pt>
              <c:pt idx="2164">
                <c:v>120.5</c:v>
              </c:pt>
              <c:pt idx="2165">
                <c:v>120.625</c:v>
              </c:pt>
              <c:pt idx="2166">
                <c:v>120.75</c:v>
              </c:pt>
              <c:pt idx="2167">
                <c:v>120.875</c:v>
              </c:pt>
              <c:pt idx="2168">
                <c:v>121</c:v>
              </c:pt>
              <c:pt idx="2169">
                <c:v>121.125</c:v>
              </c:pt>
              <c:pt idx="2170">
                <c:v>121.25</c:v>
              </c:pt>
              <c:pt idx="2171">
                <c:v>121.375</c:v>
              </c:pt>
              <c:pt idx="2172">
                <c:v>121.5</c:v>
              </c:pt>
              <c:pt idx="2173">
                <c:v>121.625</c:v>
              </c:pt>
              <c:pt idx="2174">
                <c:v>121.75</c:v>
              </c:pt>
              <c:pt idx="2175">
                <c:v>121.875</c:v>
              </c:pt>
              <c:pt idx="2176">
                <c:v>122</c:v>
              </c:pt>
              <c:pt idx="2177">
                <c:v>122.125</c:v>
              </c:pt>
              <c:pt idx="2178">
                <c:v>122.25</c:v>
              </c:pt>
              <c:pt idx="2179">
                <c:v>122.375</c:v>
              </c:pt>
              <c:pt idx="2180">
                <c:v>122.5</c:v>
              </c:pt>
              <c:pt idx="2181">
                <c:v>122.625</c:v>
              </c:pt>
              <c:pt idx="2182">
                <c:v>122.75</c:v>
              </c:pt>
              <c:pt idx="2183">
                <c:v>122.875</c:v>
              </c:pt>
              <c:pt idx="2184">
                <c:v>123</c:v>
              </c:pt>
              <c:pt idx="2185">
                <c:v>123.125</c:v>
              </c:pt>
              <c:pt idx="2186">
                <c:v>123.25</c:v>
              </c:pt>
              <c:pt idx="2187">
                <c:v>123.375</c:v>
              </c:pt>
              <c:pt idx="2188">
                <c:v>123.5</c:v>
              </c:pt>
              <c:pt idx="2189">
                <c:v>123.625</c:v>
              </c:pt>
              <c:pt idx="2190">
                <c:v>123.75</c:v>
              </c:pt>
              <c:pt idx="2191">
                <c:v>123.875</c:v>
              </c:pt>
              <c:pt idx="2192">
                <c:v>124</c:v>
              </c:pt>
              <c:pt idx="2193">
                <c:v>124.125</c:v>
              </c:pt>
              <c:pt idx="2194">
                <c:v>124.25</c:v>
              </c:pt>
              <c:pt idx="2195">
                <c:v>124.375</c:v>
              </c:pt>
              <c:pt idx="2196">
                <c:v>124.5</c:v>
              </c:pt>
              <c:pt idx="2197">
                <c:v>124.625</c:v>
              </c:pt>
              <c:pt idx="2198">
                <c:v>124.75</c:v>
              </c:pt>
              <c:pt idx="2199">
                <c:v>124.875</c:v>
              </c:pt>
              <c:pt idx="2200">
                <c:v>125</c:v>
              </c:pt>
              <c:pt idx="2201">
                <c:v>125.125</c:v>
              </c:pt>
              <c:pt idx="2202">
                <c:v>125.25</c:v>
              </c:pt>
              <c:pt idx="2203">
                <c:v>125.375</c:v>
              </c:pt>
              <c:pt idx="2204">
                <c:v>125.5</c:v>
              </c:pt>
              <c:pt idx="2205">
                <c:v>125.625</c:v>
              </c:pt>
              <c:pt idx="2206">
                <c:v>125.75</c:v>
              </c:pt>
              <c:pt idx="2207">
                <c:v>125.875</c:v>
              </c:pt>
              <c:pt idx="2208">
                <c:v>126</c:v>
              </c:pt>
              <c:pt idx="2209">
                <c:v>126.125</c:v>
              </c:pt>
              <c:pt idx="2210">
                <c:v>126.25</c:v>
              </c:pt>
              <c:pt idx="2211">
                <c:v>126.375</c:v>
              </c:pt>
              <c:pt idx="2212">
                <c:v>126.5</c:v>
              </c:pt>
              <c:pt idx="2213">
                <c:v>126.625</c:v>
              </c:pt>
              <c:pt idx="2214">
                <c:v>126.75</c:v>
              </c:pt>
              <c:pt idx="2215">
                <c:v>126.875</c:v>
              </c:pt>
              <c:pt idx="2216">
                <c:v>127</c:v>
              </c:pt>
              <c:pt idx="2217">
                <c:v>127.125</c:v>
              </c:pt>
              <c:pt idx="2218">
                <c:v>127.25</c:v>
              </c:pt>
              <c:pt idx="2219">
                <c:v>127.375</c:v>
              </c:pt>
              <c:pt idx="2220">
                <c:v>127.5</c:v>
              </c:pt>
              <c:pt idx="2221">
                <c:v>127.625</c:v>
              </c:pt>
              <c:pt idx="2222">
                <c:v>127.75</c:v>
              </c:pt>
              <c:pt idx="2223">
                <c:v>127.875</c:v>
              </c:pt>
              <c:pt idx="2224">
                <c:v>128</c:v>
              </c:pt>
              <c:pt idx="2225">
                <c:v>128.125</c:v>
              </c:pt>
              <c:pt idx="2226">
                <c:v>128.25</c:v>
              </c:pt>
              <c:pt idx="2227">
                <c:v>128.375</c:v>
              </c:pt>
              <c:pt idx="2228">
                <c:v>128.5</c:v>
              </c:pt>
              <c:pt idx="2229">
                <c:v>128.625</c:v>
              </c:pt>
              <c:pt idx="2230">
                <c:v>128.75</c:v>
              </c:pt>
              <c:pt idx="2231">
                <c:v>128.875</c:v>
              </c:pt>
              <c:pt idx="2232">
                <c:v>129</c:v>
              </c:pt>
              <c:pt idx="2233">
                <c:v>129.125</c:v>
              </c:pt>
              <c:pt idx="2234">
                <c:v>129.25</c:v>
              </c:pt>
              <c:pt idx="2235">
                <c:v>129.375</c:v>
              </c:pt>
              <c:pt idx="2236">
                <c:v>129.5</c:v>
              </c:pt>
              <c:pt idx="2237">
                <c:v>129.625</c:v>
              </c:pt>
              <c:pt idx="2238">
                <c:v>129.75</c:v>
              </c:pt>
              <c:pt idx="2239">
                <c:v>129.875</c:v>
              </c:pt>
              <c:pt idx="2240">
                <c:v>130</c:v>
              </c:pt>
              <c:pt idx="2241">
                <c:v>130.125</c:v>
              </c:pt>
              <c:pt idx="2242">
                <c:v>130.25</c:v>
              </c:pt>
              <c:pt idx="2243">
                <c:v>130.375</c:v>
              </c:pt>
              <c:pt idx="2244">
                <c:v>130.5</c:v>
              </c:pt>
              <c:pt idx="2245">
                <c:v>130.625</c:v>
              </c:pt>
              <c:pt idx="2246">
                <c:v>130.75</c:v>
              </c:pt>
              <c:pt idx="2247">
                <c:v>130.875</c:v>
              </c:pt>
              <c:pt idx="2248">
                <c:v>131</c:v>
              </c:pt>
              <c:pt idx="2249">
                <c:v>131.125</c:v>
              </c:pt>
              <c:pt idx="2250">
                <c:v>131.25</c:v>
              </c:pt>
              <c:pt idx="2251">
                <c:v>131.375</c:v>
              </c:pt>
              <c:pt idx="2252">
                <c:v>131.5</c:v>
              </c:pt>
              <c:pt idx="2253">
                <c:v>131.625</c:v>
              </c:pt>
              <c:pt idx="2254">
                <c:v>131.75</c:v>
              </c:pt>
              <c:pt idx="2255">
                <c:v>131.875</c:v>
              </c:pt>
              <c:pt idx="2256">
                <c:v>132</c:v>
              </c:pt>
              <c:pt idx="2257">
                <c:v>132.125</c:v>
              </c:pt>
              <c:pt idx="2258">
                <c:v>132.25</c:v>
              </c:pt>
              <c:pt idx="2259">
                <c:v>132.375</c:v>
              </c:pt>
              <c:pt idx="2260">
                <c:v>132.5</c:v>
              </c:pt>
              <c:pt idx="2261">
                <c:v>132.625</c:v>
              </c:pt>
              <c:pt idx="2262">
                <c:v>132.75</c:v>
              </c:pt>
              <c:pt idx="2263">
                <c:v>132.875</c:v>
              </c:pt>
              <c:pt idx="2264">
                <c:v>133</c:v>
              </c:pt>
              <c:pt idx="2265">
                <c:v>133.125</c:v>
              </c:pt>
              <c:pt idx="2266">
                <c:v>133.25</c:v>
              </c:pt>
              <c:pt idx="2267">
                <c:v>133.375</c:v>
              </c:pt>
              <c:pt idx="2268">
                <c:v>133.5</c:v>
              </c:pt>
              <c:pt idx="2269">
                <c:v>133.625</c:v>
              </c:pt>
              <c:pt idx="2270">
                <c:v>133.75</c:v>
              </c:pt>
              <c:pt idx="2271">
                <c:v>133.875</c:v>
              </c:pt>
              <c:pt idx="2272">
                <c:v>134</c:v>
              </c:pt>
              <c:pt idx="2273">
                <c:v>134.125</c:v>
              </c:pt>
              <c:pt idx="2274">
                <c:v>134.25</c:v>
              </c:pt>
              <c:pt idx="2275">
                <c:v>134.375</c:v>
              </c:pt>
              <c:pt idx="2276">
                <c:v>134.5</c:v>
              </c:pt>
              <c:pt idx="2277">
                <c:v>134.625</c:v>
              </c:pt>
              <c:pt idx="2278">
                <c:v>134.75</c:v>
              </c:pt>
              <c:pt idx="2279">
                <c:v>134.875</c:v>
              </c:pt>
              <c:pt idx="2280">
                <c:v>135</c:v>
              </c:pt>
              <c:pt idx="2281">
                <c:v>135.125</c:v>
              </c:pt>
              <c:pt idx="2282">
                <c:v>135.25</c:v>
              </c:pt>
              <c:pt idx="2283">
                <c:v>135.375</c:v>
              </c:pt>
              <c:pt idx="2284">
                <c:v>135.5</c:v>
              </c:pt>
              <c:pt idx="2285">
                <c:v>135.625</c:v>
              </c:pt>
              <c:pt idx="2286">
                <c:v>135.75</c:v>
              </c:pt>
              <c:pt idx="2287">
                <c:v>135.875</c:v>
              </c:pt>
              <c:pt idx="2288">
                <c:v>136</c:v>
              </c:pt>
              <c:pt idx="2289">
                <c:v>136.125</c:v>
              </c:pt>
              <c:pt idx="2290">
                <c:v>136.25</c:v>
              </c:pt>
              <c:pt idx="2291">
                <c:v>136.375</c:v>
              </c:pt>
              <c:pt idx="2292">
                <c:v>136.5</c:v>
              </c:pt>
              <c:pt idx="2293">
                <c:v>136.625</c:v>
              </c:pt>
              <c:pt idx="2294">
                <c:v>136.75</c:v>
              </c:pt>
              <c:pt idx="2295">
                <c:v>136.875</c:v>
              </c:pt>
              <c:pt idx="2296">
                <c:v>137</c:v>
              </c:pt>
              <c:pt idx="2297">
                <c:v>137.125</c:v>
              </c:pt>
              <c:pt idx="2298">
                <c:v>137.25</c:v>
              </c:pt>
              <c:pt idx="2299">
                <c:v>137.375</c:v>
              </c:pt>
              <c:pt idx="2300">
                <c:v>137.5</c:v>
              </c:pt>
              <c:pt idx="2301">
                <c:v>137.625</c:v>
              </c:pt>
              <c:pt idx="2302">
                <c:v>137.75</c:v>
              </c:pt>
              <c:pt idx="2303">
                <c:v>137.875</c:v>
              </c:pt>
              <c:pt idx="2304">
                <c:v>138</c:v>
              </c:pt>
              <c:pt idx="2305">
                <c:v>138.125</c:v>
              </c:pt>
              <c:pt idx="2306">
                <c:v>138.25</c:v>
              </c:pt>
              <c:pt idx="2307">
                <c:v>138.375</c:v>
              </c:pt>
              <c:pt idx="2308">
                <c:v>138.5</c:v>
              </c:pt>
              <c:pt idx="2309">
                <c:v>138.625</c:v>
              </c:pt>
              <c:pt idx="2310">
                <c:v>138.75</c:v>
              </c:pt>
              <c:pt idx="2311">
                <c:v>138.875</c:v>
              </c:pt>
              <c:pt idx="2312">
                <c:v>139</c:v>
              </c:pt>
              <c:pt idx="2313">
                <c:v>139.125</c:v>
              </c:pt>
              <c:pt idx="2314">
                <c:v>139.25</c:v>
              </c:pt>
              <c:pt idx="2315">
                <c:v>139.375</c:v>
              </c:pt>
              <c:pt idx="2316">
                <c:v>139.5</c:v>
              </c:pt>
              <c:pt idx="2317">
                <c:v>139.625</c:v>
              </c:pt>
              <c:pt idx="2318">
                <c:v>139.75</c:v>
              </c:pt>
              <c:pt idx="2319">
                <c:v>139.875</c:v>
              </c:pt>
              <c:pt idx="2320">
                <c:v>140</c:v>
              </c:pt>
              <c:pt idx="2321">
                <c:v>140.125</c:v>
              </c:pt>
              <c:pt idx="2322">
                <c:v>140.25</c:v>
              </c:pt>
              <c:pt idx="2323">
                <c:v>140.375</c:v>
              </c:pt>
              <c:pt idx="2324">
                <c:v>140.5</c:v>
              </c:pt>
              <c:pt idx="2325">
                <c:v>140.625</c:v>
              </c:pt>
              <c:pt idx="2326">
                <c:v>140.75</c:v>
              </c:pt>
              <c:pt idx="2327">
                <c:v>140.875</c:v>
              </c:pt>
              <c:pt idx="2328">
                <c:v>141</c:v>
              </c:pt>
              <c:pt idx="2329">
                <c:v>141.125</c:v>
              </c:pt>
              <c:pt idx="2330">
                <c:v>141.25</c:v>
              </c:pt>
              <c:pt idx="2331">
                <c:v>141.375</c:v>
              </c:pt>
              <c:pt idx="2332">
                <c:v>141.5</c:v>
              </c:pt>
              <c:pt idx="2333">
                <c:v>141.625</c:v>
              </c:pt>
              <c:pt idx="2334">
                <c:v>141.75</c:v>
              </c:pt>
              <c:pt idx="2335">
                <c:v>141.875</c:v>
              </c:pt>
              <c:pt idx="2336">
                <c:v>142</c:v>
              </c:pt>
              <c:pt idx="2337">
                <c:v>142.125</c:v>
              </c:pt>
              <c:pt idx="2338">
                <c:v>142.25</c:v>
              </c:pt>
              <c:pt idx="2339">
                <c:v>142.375</c:v>
              </c:pt>
              <c:pt idx="2340">
                <c:v>142.5</c:v>
              </c:pt>
              <c:pt idx="2341">
                <c:v>142.625</c:v>
              </c:pt>
              <c:pt idx="2342">
                <c:v>142.75</c:v>
              </c:pt>
              <c:pt idx="2343">
                <c:v>142.875</c:v>
              </c:pt>
              <c:pt idx="2344">
                <c:v>143</c:v>
              </c:pt>
              <c:pt idx="2345">
                <c:v>143.125</c:v>
              </c:pt>
              <c:pt idx="2346">
                <c:v>143.25</c:v>
              </c:pt>
              <c:pt idx="2347">
                <c:v>143.375</c:v>
              </c:pt>
              <c:pt idx="2348">
                <c:v>143.5</c:v>
              </c:pt>
              <c:pt idx="2349">
                <c:v>143.625</c:v>
              </c:pt>
              <c:pt idx="2350">
                <c:v>143.75</c:v>
              </c:pt>
              <c:pt idx="2351">
                <c:v>143.875</c:v>
              </c:pt>
              <c:pt idx="2352">
                <c:v>144</c:v>
              </c:pt>
              <c:pt idx="2353">
                <c:v>144.125</c:v>
              </c:pt>
              <c:pt idx="2354">
                <c:v>144.25</c:v>
              </c:pt>
              <c:pt idx="2355">
                <c:v>144.375</c:v>
              </c:pt>
              <c:pt idx="2356">
                <c:v>144.5</c:v>
              </c:pt>
              <c:pt idx="2357">
                <c:v>144.625</c:v>
              </c:pt>
              <c:pt idx="2358">
                <c:v>144.75</c:v>
              </c:pt>
              <c:pt idx="2359">
                <c:v>144.875</c:v>
              </c:pt>
              <c:pt idx="2360">
                <c:v>145</c:v>
              </c:pt>
              <c:pt idx="2361">
                <c:v>145.125</c:v>
              </c:pt>
              <c:pt idx="2362">
                <c:v>145.25</c:v>
              </c:pt>
              <c:pt idx="2363">
                <c:v>145.375</c:v>
              </c:pt>
              <c:pt idx="2364">
                <c:v>145.5</c:v>
              </c:pt>
              <c:pt idx="2365">
                <c:v>145.625</c:v>
              </c:pt>
              <c:pt idx="2366">
                <c:v>145.75</c:v>
              </c:pt>
              <c:pt idx="2367">
                <c:v>145.875</c:v>
              </c:pt>
              <c:pt idx="2368">
                <c:v>146</c:v>
              </c:pt>
              <c:pt idx="2369">
                <c:v>146.125</c:v>
              </c:pt>
              <c:pt idx="2370">
                <c:v>146.25</c:v>
              </c:pt>
              <c:pt idx="2371">
                <c:v>146.375</c:v>
              </c:pt>
              <c:pt idx="2372">
                <c:v>146.5</c:v>
              </c:pt>
              <c:pt idx="2373">
                <c:v>146.625</c:v>
              </c:pt>
              <c:pt idx="2374">
                <c:v>146.75</c:v>
              </c:pt>
              <c:pt idx="2375">
                <c:v>146.875</c:v>
              </c:pt>
              <c:pt idx="2376">
                <c:v>147</c:v>
              </c:pt>
              <c:pt idx="2377">
                <c:v>147.125</c:v>
              </c:pt>
              <c:pt idx="2378">
                <c:v>147.25</c:v>
              </c:pt>
              <c:pt idx="2379">
                <c:v>147.375</c:v>
              </c:pt>
              <c:pt idx="2380">
                <c:v>147.5</c:v>
              </c:pt>
              <c:pt idx="2381">
                <c:v>147.625</c:v>
              </c:pt>
              <c:pt idx="2382">
                <c:v>147.75</c:v>
              </c:pt>
              <c:pt idx="2383">
                <c:v>147.875</c:v>
              </c:pt>
              <c:pt idx="2384">
                <c:v>148</c:v>
              </c:pt>
              <c:pt idx="2385">
                <c:v>148.125</c:v>
              </c:pt>
              <c:pt idx="2386">
                <c:v>148.25</c:v>
              </c:pt>
              <c:pt idx="2387">
                <c:v>148.375</c:v>
              </c:pt>
              <c:pt idx="2388">
                <c:v>148.5</c:v>
              </c:pt>
              <c:pt idx="2389">
                <c:v>148.625</c:v>
              </c:pt>
              <c:pt idx="2390">
                <c:v>148.75</c:v>
              </c:pt>
              <c:pt idx="2391">
                <c:v>148.875</c:v>
              </c:pt>
              <c:pt idx="2392">
                <c:v>149</c:v>
              </c:pt>
              <c:pt idx="2393">
                <c:v>149.125</c:v>
              </c:pt>
              <c:pt idx="2394">
                <c:v>149.25</c:v>
              </c:pt>
              <c:pt idx="2395">
                <c:v>149.375</c:v>
              </c:pt>
              <c:pt idx="2396">
                <c:v>149.5</c:v>
              </c:pt>
              <c:pt idx="2397">
                <c:v>149.625</c:v>
              </c:pt>
              <c:pt idx="2398">
                <c:v>149.75</c:v>
              </c:pt>
              <c:pt idx="2399">
                <c:v>149.875</c:v>
              </c:pt>
              <c:pt idx="2400">
                <c:v>150</c:v>
              </c:pt>
            </c:numLit>
          </c:xVal>
          <c:yVal>
            <c:numLit>
              <c:formatCode>0</c:formatCode>
              <c:ptCount val="2401"/>
              <c:pt idx="0">
                <c:v>-80</c:v>
              </c:pt>
              <c:pt idx="1">
                <c:v>-80</c:v>
              </c:pt>
              <c:pt idx="2">
                <c:v>-80</c:v>
              </c:pt>
              <c:pt idx="3">
                <c:v>-80</c:v>
              </c:pt>
              <c:pt idx="4">
                <c:v>-80</c:v>
              </c:pt>
              <c:pt idx="5">
                <c:v>-80</c:v>
              </c:pt>
              <c:pt idx="6">
                <c:v>-80</c:v>
              </c:pt>
              <c:pt idx="7">
                <c:v>-80</c:v>
              </c:pt>
              <c:pt idx="8">
                <c:v>-80</c:v>
              </c:pt>
              <c:pt idx="9">
                <c:v>-80</c:v>
              </c:pt>
              <c:pt idx="10">
                <c:v>-80</c:v>
              </c:pt>
              <c:pt idx="11">
                <c:v>-80</c:v>
              </c:pt>
              <c:pt idx="12">
                <c:v>-80</c:v>
              </c:pt>
              <c:pt idx="13">
                <c:v>-79.541493458027105</c:v>
              </c:pt>
              <c:pt idx="14">
                <c:v>-78.946387751811045</c:v>
              </c:pt>
              <c:pt idx="15">
                <c:v>-78.400438083633162</c:v>
              </c:pt>
              <c:pt idx="16">
                <c:v>-77.897949537884728</c:v>
              </c:pt>
              <c:pt idx="17">
                <c:v>-77.434275892349376</c:v>
              </c:pt>
              <c:pt idx="18">
                <c:v>-77.005580575257241</c:v>
              </c:pt>
              <c:pt idx="19">
                <c:v>-76.608662399820673</c:v>
              </c:pt>
              <c:pt idx="20">
                <c:v>-76.240826114625435</c:v>
              </c:pt>
              <c:pt idx="21">
                <c:v>-75.899784638364181</c:v>
              </c:pt>
              <c:pt idx="22">
                <c:v>-75.583584130991653</c:v>
              </c:pt>
              <c:pt idx="23">
                <c:v>-75.290545811225996</c:v>
              </c:pt>
              <c:pt idx="24">
                <c:v>-75.019220247871942</c:v>
              </c:pt>
              <c:pt idx="25">
                <c:v>-74.768351075733364</c:v>
              </c:pt>
              <c:pt idx="26">
                <c:v>-74.536845926003267</c:v>
              </c:pt>
              <c:pt idx="27">
                <c:v>-74.32375294665384</c:v>
              </c:pt>
              <c:pt idx="28">
                <c:v>-74.128241703594782</c:v>
              </c:pt>
              <c:pt idx="29">
                <c:v>-73.949587552126033</c:v>
              </c:pt>
              <c:pt idx="30">
                <c:v>-73.787158786095802</c:v>
              </c:pt>
              <c:pt idx="31">
                <c:v>-73.640406033115596</c:v>
              </c:pt>
              <c:pt idx="32">
                <c:v>-73.50885348451348</c:v>
              </c:pt>
              <c:pt idx="33">
                <c:v>-73.392091639734915</c:v>
              </c:pt>
              <c:pt idx="34">
                <c:v>-73.289771314572562</c:v>
              </c:pt>
              <c:pt idx="35">
                <c:v>-73.201598716572136</c:v>
              </c:pt>
              <c:pt idx="36">
                <c:v>-73.127331433297883</c:v>
              </c:pt>
              <c:pt idx="37">
                <c:v>-73.066775212826258</c:v>
              </c:pt>
              <c:pt idx="38">
                <c:v>-73.019781443077576</c:v>
              </c:pt>
              <c:pt idx="39">
                <c:v>-72.98624525905889</c:v>
              </c:pt>
              <c:pt idx="40">
                <c:v>-72.966104226057809</c:v>
              </c:pt>
              <c:pt idx="41">
                <c:v>-72.959337563307557</c:v>
              </c:pt>
              <c:pt idx="42">
                <c:v>-72.965965887467533</c:v>
              </c:pt>
              <c:pt idx="43">
                <c:v>-72.986051469137266</c:v>
              </c:pt>
              <c:pt idx="44">
                <c:v>-73.019699009185899</c:v>
              </c:pt>
              <c:pt idx="45">
                <c:v>-73.067056955552971</c:v>
              </c:pt>
              <c:pt idx="46">
                <c:v>-73.128319396000023</c:v>
              </c:pt>
              <c:pt idx="47">
                <c:v>-73.203728578773408</c:v>
              </c:pt>
              <c:pt idx="48">
                <c:v>-73.293578132105281</c:v>
              </c:pt>
              <c:pt idx="49">
                <c:v>-73.398217075942568</c:v>
              </c:pt>
              <c:pt idx="50">
                <c:v>-73.518054746535654</c:v>
              </c:pt>
              <c:pt idx="51">
                <c:v>-73.653566788203079</c:v>
              </c:pt>
              <c:pt idx="52">
                <c:v>-73.805302408925243</c:v>
              </c:pt>
              <c:pt idx="53">
                <c:v>-73.973893150385649</c:v>
              </c:pt>
              <c:pt idx="54">
                <c:v>-74.160063492750396</c:v>
              </c:pt>
              <c:pt idx="55">
                <c:v>-74.364643705504633</c:v>
              </c:pt>
              <c:pt idx="56">
                <c:v>-74.588585475994293</c:v>
              </c:pt>
              <c:pt idx="57">
                <c:v>-74.832981008262351</c:v>
              </c:pt>
              <c:pt idx="58">
                <c:v>-75.099086502653151</c:v>
              </c:pt>
              <c:pt idx="59">
                <c:v>-75.388351225416969</c:v>
              </c:pt>
              <c:pt idx="60">
                <c:v>-75.702453792791843</c:v>
              </c:pt>
              <c:pt idx="61">
                <c:v>-76.04334787967494</c:v>
              </c:pt>
              <c:pt idx="62">
                <c:v>-76.413320402115673</c:v>
              </c:pt>
              <c:pt idx="63">
                <c:v>-76.81506644615483</c:v>
              </c:pt>
              <c:pt idx="64">
                <c:v>-77.251787033085733</c:v>
              </c:pt>
              <c:pt idx="65">
                <c:v>-77.727318569057303</c:v>
              </c:pt>
              <c:pt idx="66">
                <c:v>-78.246307110532769</c:v>
              </c:pt>
              <c:pt idx="67">
                <c:v>-78.81444740723002</c:v>
              </c:pt>
              <c:pt idx="68">
                <c:v>-79.438817901717726</c:v>
              </c:pt>
              <c:pt idx="69">
                <c:v>-80</c:v>
              </c:pt>
              <c:pt idx="70">
                <c:v>-80</c:v>
              </c:pt>
              <c:pt idx="71">
                <c:v>-80</c:v>
              </c:pt>
              <c:pt idx="72">
                <c:v>-80</c:v>
              </c:pt>
              <c:pt idx="73">
                <c:v>-80</c:v>
              </c:pt>
              <c:pt idx="74">
                <c:v>-80</c:v>
              </c:pt>
              <c:pt idx="75">
                <c:v>-80</c:v>
              </c:pt>
              <c:pt idx="76">
                <c:v>-80</c:v>
              </c:pt>
              <c:pt idx="77">
                <c:v>-80</c:v>
              </c:pt>
              <c:pt idx="78">
                <c:v>-80</c:v>
              </c:pt>
              <c:pt idx="79">
                <c:v>-80</c:v>
              </c:pt>
              <c:pt idx="80">
                <c:v>-80</c:v>
              </c:pt>
              <c:pt idx="81">
                <c:v>-80</c:v>
              </c:pt>
              <c:pt idx="82">
                <c:v>-80</c:v>
              </c:pt>
              <c:pt idx="83">
                <c:v>-80</c:v>
              </c:pt>
              <c:pt idx="84">
                <c:v>-80</c:v>
              </c:pt>
              <c:pt idx="85">
                <c:v>-80</c:v>
              </c:pt>
              <c:pt idx="86">
                <c:v>-80</c:v>
              </c:pt>
              <c:pt idx="87">
                <c:v>-80</c:v>
              </c:pt>
              <c:pt idx="88">
                <c:v>-80</c:v>
              </c:pt>
              <c:pt idx="89">
                <c:v>-80</c:v>
              </c:pt>
              <c:pt idx="90">
                <c:v>-80</c:v>
              </c:pt>
              <c:pt idx="91">
                <c:v>-79.809834478801548</c:v>
              </c:pt>
              <c:pt idx="92">
                <c:v>-79.091324124190535</c:v>
              </c:pt>
              <c:pt idx="93">
                <c:v>-78.43798486670822</c:v>
              </c:pt>
              <c:pt idx="94">
                <c:v>-77.840873178186555</c:v>
              </c:pt>
              <c:pt idx="95">
                <c:v>-77.292910413353653</c:v>
              </c:pt>
              <c:pt idx="96">
                <c:v>-76.7884016196804</c:v>
              </c:pt>
              <c:pt idx="97">
                <c:v>-76.322700537776441</c:v>
              </c:pt>
              <c:pt idx="98">
                <c:v>-75.89197055844221</c:v>
              </c:pt>
              <c:pt idx="99">
                <c:v>-75.493010457202374</c:v>
              </c:pt>
              <c:pt idx="100">
                <c:v>-75.123124944694808</c:v>
              </c:pt>
              <c:pt idx="101">
                <c:v>-74.780026901401882</c:v>
              </c:pt>
              <c:pt idx="102">
                <c:v>-74.461762448803313</c:v>
              </c:pt>
              <c:pt idx="103">
                <c:v>-74.166652766875231</c:v>
              </c:pt>
              <c:pt idx="104">
                <c:v>-73.893248385411042</c:v>
              </c:pt>
              <c:pt idx="105">
                <c:v>-73.64029289993158</c:v>
              </c:pt>
              <c:pt idx="106">
                <c:v>-73.406693902072746</c:v>
              </c:pt>
              <c:pt idx="107">
                <c:v>-73.191499499973219</c:v>
              </c:pt>
              <c:pt idx="108">
                <c:v>-72.993879219430298</c:v>
              </c:pt>
              <c:pt idx="109">
                <c:v>-72.813108375350211</c:v>
              </c:pt>
              <c:pt idx="110">
                <c:v>-72.648555220903674</c:v>
              </c:pt>
              <c:pt idx="111">
                <c:v>-72.499670342738384</c:v>
              </c:pt>
              <c:pt idx="112">
                <c:v>-72.365977890929827</c:v>
              </c:pt>
              <c:pt idx="113">
                <c:v>-72.247068323379466</c:v>
              </c:pt>
              <c:pt idx="114">
                <c:v>-72.142592414042056</c:v>
              </c:pt>
              <c:pt idx="115">
                <c:v>-72.052256328328809</c:v>
              </c:pt>
              <c:pt idx="116">
                <c:v>-71.975817611370331</c:v>
              </c:pt>
              <c:pt idx="117">
                <c:v>-71.913081968507541</c:v>
              </c:pt>
              <c:pt idx="118">
                <c:v>-71.863900744620651</c:v>
              </c:pt>
              <c:pt idx="119">
                <c:v>-71.828169031369384</c:v>
              </c:pt>
              <c:pt idx="120">
                <c:v>-71.805824350383986</c:v>
              </c:pt>
              <c:pt idx="121">
                <c:v>-71.796845876927478</c:v>
              </c:pt>
              <c:pt idx="122">
                <c:v>-71.801254183373487</c:v>
              </c:pt>
              <c:pt idx="123">
                <c:v>-71.819111495717294</c:v>
              </c:pt>
              <c:pt idx="124">
                <c:v>-71.850522469902458</c:v>
              </c:pt>
              <c:pt idx="125">
                <c:v>-71.895635508618724</c:v>
              </c:pt>
              <c:pt idx="126">
                <c:v>-71.954644654050625</c:v>
              </c:pt>
              <c:pt idx="127">
                <c:v>-72.027792108537454</c:v>
              </c:pt>
              <c:pt idx="128">
                <c:v>-72.115371454071081</c:v>
              </c:pt>
              <c:pt idx="129">
                <c:v>-72.217731664022054</c:v>
              </c:pt>
              <c:pt idx="130">
                <c:v>-72.335282027725071</c:v>
              </c:pt>
              <c:pt idx="131">
                <c:v>-72.468498142240733</c:v>
              </c:pt>
              <c:pt idx="132">
                <c:v>-72.61792916794596</c:v>
              </c:pt>
              <c:pt idx="133">
                <c:v>-72.784206598572183</c:v>
              </c:pt>
              <c:pt idx="134">
                <c:v>-72.968054865981571</c:v>
              </c:pt>
              <c:pt idx="135">
                <c:v>-73.170304191000255</c:v>
              </c:pt>
              <c:pt idx="136">
                <c:v>-73.391906211956822</c:v>
              </c:pt>
              <c:pt idx="137">
                <c:v>-73.633953083515223</c:v>
              </c:pt>
              <c:pt idx="138">
                <c:v>-73.897700956275713</c:v>
              </c:pt>
              <c:pt idx="139">
                <c:v>-74.184599046376164</c:v>
              </c:pt>
              <c:pt idx="140">
                <c:v>-74.49632591957031</c:v>
              </c:pt>
              <c:pt idx="141">
                <c:v>-74.83483519989575</c:v>
              </c:pt>
              <c:pt idx="142">
                <c:v>-75.202413752163523</c:v>
              </c:pt>
              <c:pt idx="143">
                <c:v>-75.601756610793757</c:v>
              </c:pt>
              <c:pt idx="144">
                <c:v>-76.036064745073148</c:v>
              </c:pt>
              <c:pt idx="145">
                <c:v>-76.509174508754441</c:v>
              </c:pt>
              <c:pt idx="146">
                <c:v>-77.025731905511577</c:v>
              </c:pt>
              <c:pt idx="147">
                <c:v>-77.591431631876162</c:v>
              </c:pt>
              <c:pt idx="148">
                <c:v>-78.213352076829977</c:v>
              </c:pt>
              <c:pt idx="149">
                <c:v>-78.900436511946822</c:v>
              </c:pt>
              <c:pt idx="150">
                <c:v>-79.664204352378661</c:v>
              </c:pt>
              <c:pt idx="151">
                <c:v>-80</c:v>
              </c:pt>
              <c:pt idx="152">
                <c:v>-80</c:v>
              </c:pt>
              <c:pt idx="153">
                <c:v>-80</c:v>
              </c:pt>
              <c:pt idx="154">
                <c:v>-80</c:v>
              </c:pt>
              <c:pt idx="155">
                <c:v>-80</c:v>
              </c:pt>
              <c:pt idx="156">
                <c:v>-80</c:v>
              </c:pt>
              <c:pt idx="157">
                <c:v>-80</c:v>
              </c:pt>
              <c:pt idx="158">
                <c:v>-80</c:v>
              </c:pt>
              <c:pt idx="159">
                <c:v>-80</c:v>
              </c:pt>
              <c:pt idx="160">
                <c:v>-80</c:v>
              </c:pt>
              <c:pt idx="161">
                <c:v>-80</c:v>
              </c:pt>
              <c:pt idx="162">
                <c:v>-80</c:v>
              </c:pt>
              <c:pt idx="163">
                <c:v>-80</c:v>
              </c:pt>
              <c:pt idx="164">
                <c:v>-80</c:v>
              </c:pt>
              <c:pt idx="165">
                <c:v>-80</c:v>
              </c:pt>
              <c:pt idx="166">
                <c:v>-80</c:v>
              </c:pt>
              <c:pt idx="167">
                <c:v>-80</c:v>
              </c:pt>
              <c:pt idx="168">
                <c:v>-80</c:v>
              </c:pt>
              <c:pt idx="169">
                <c:v>-80</c:v>
              </c:pt>
              <c:pt idx="170">
                <c:v>-79.323156662350485</c:v>
              </c:pt>
              <c:pt idx="171">
                <c:v>-78.525271696274231</c:v>
              </c:pt>
              <c:pt idx="172">
                <c:v>-77.804066603367801</c:v>
              </c:pt>
              <c:pt idx="173">
                <c:v>-77.148021646612776</c:v>
              </c:pt>
              <c:pt idx="174">
                <c:v>-76.548193232369755</c:v>
              </c:pt>
              <c:pt idx="175">
                <c:v>-75.997502649375491</c:v>
              </c:pt>
              <c:pt idx="176">
                <c:v>-75.490254878584324</c:v>
              </c:pt>
              <c:pt idx="177">
                <c:v>-75.021803593558872</c:v>
              </c:pt>
              <c:pt idx="178">
                <c:v>-74.588312117516779</c:v>
              </c:pt>
              <c:pt idx="179">
                <c:v>-74.186579157858731</c:v>
              </c:pt>
              <c:pt idx="180">
                <c:v>-73.813909356552088</c:v>
              </c:pt>
              <c:pt idx="181">
                <c:v>-73.46801552485654</c:v>
              </c:pt>
              <c:pt idx="182">
                <c:v>-73.146943714471391</c:v>
              </c:pt>
              <c:pt idx="183">
                <c:v>-72.849015035029112</c:v>
              </c:pt>
              <c:pt idx="184">
                <c:v>-72.572779945410289</c:v>
              </c:pt>
              <c:pt idx="185">
                <c:v>-72.316981969648126</c:v>
              </c:pt>
              <c:pt idx="186">
                <c:v>-72.080528627310215</c:v>
              </c:pt>
              <c:pt idx="187">
                <c:v>-71.86246795388027</c:v>
              </c:pt>
              <c:pt idx="188">
                <c:v>-71.661969401907982</c:v>
              </c:pt>
              <c:pt idx="189">
                <c:v>-71.478308212453214</c:v>
              </c:pt>
              <c:pt idx="190">
                <c:v>-71.310852564235518</c:v>
              </c:pt>
              <c:pt idx="191">
                <c:v>-71.159052968840285</c:v>
              </c:pt>
              <c:pt idx="192">
                <c:v>-71.022433500663297</c:v>
              </c:pt>
              <c:pt idx="193">
                <c:v>-70.900584541302521</c:v>
              </c:pt>
              <c:pt idx="194">
                <c:v>-70.79315678777894</c:v>
              </c:pt>
              <c:pt idx="195">
                <c:v>-70.699856327933219</c:v>
              </c:pt>
              <c:pt idx="196">
                <c:v>-70.620440628681948</c:v>
              </c:pt>
              <c:pt idx="197">
                <c:v>-70.554715316501898</c:v>
              </c:pt>
              <c:pt idx="198">
                <c:v>-70.50253165675224</c:v>
              </c:pt>
              <c:pt idx="199">
                <c:v>-70.463784660907734</c:v>
              </c:pt>
              <c:pt idx="200">
                <c:v>-70.438411769742942</c:v>
              </c:pt>
              <c:pt idx="201">
                <c:v>-70.426392076987327</c:v>
              </c:pt>
              <c:pt idx="202">
                <c:v>-70.427746072795969</c:v>
              </c:pt>
              <c:pt idx="203">
                <c:v>-70.442535900253333</c:v>
              </c:pt>
              <c:pt idx="204">
                <c:v>-70.470866131692617</c:v>
              </c:pt>
              <c:pt idx="205">
                <c:v>-70.512885085486204</c:v>
              </c:pt>
              <c:pt idx="206">
                <c:v>-70.568786718786725</c:v>
              </c:pt>
              <c:pt idx="207">
                <c:v>-70.63881314817948</c:v>
              </c:pt>
              <c:pt idx="208">
                <c:v>-70.723257869172485</c:v>
              </c:pt>
              <c:pt idx="209">
                <c:v>-70.822469767914711</c:v>
              </c:pt>
              <c:pt idx="210">
                <c:v>-70.936858045773803</c:v>
              </c:pt>
              <c:pt idx="211">
                <c:v>-71.066898211089594</c:v>
              </c:pt>
              <c:pt idx="212">
                <c:v>-71.213139334756633</c:v>
              </c:pt>
              <c:pt idx="213">
                <c:v>-71.37621282025394</c:v>
              </c:pt>
              <c:pt idx="214">
                <c:v>-71.556843008413026</c:v>
              </c:pt>
              <c:pt idx="215">
                <c:v>-71.755860028242608</c:v>
              </c:pt>
              <c:pt idx="216">
                <c:v>-71.974215425458596</c:v>
              </c:pt>
              <c:pt idx="217">
                <c:v>-72.213001261308278</c:v>
              </c:pt>
              <c:pt idx="218">
                <c:v>-72.473473592162549</c:v>
              </c:pt>
              <c:pt idx="219">
                <c:v>-72.757081539108242</c:v>
              </c:pt>
              <c:pt idx="220">
                <c:v>-73.065503572017377</c:v>
              </c:pt>
              <c:pt idx="221">
                <c:v>-73.400693218206143</c:v>
              </c:pt>
              <c:pt idx="222">
                <c:v>-73.764937244915004</c:v>
              </c:pt>
              <c:pt idx="223">
                <c:v>-74.160930588135145</c:v>
              </c:pt>
              <c:pt idx="224">
                <c:v>-74.591874117856378</c:v>
              </c:pt>
              <c:pt idx="225">
                <c:v>-75.061604087656988</c:v>
              </c:pt>
              <c:pt idx="226">
                <c:v>-75.574766400149116</c:v>
              </c:pt>
              <c:pt idx="227">
                <c:v>-76.137055649905335</c:v>
              </c:pt>
              <c:pt idx="228">
                <c:v>-76.755550123041147</c:v>
              </c:pt>
              <c:pt idx="229">
                <c:v>-77.439192987346644</c:v>
              </c:pt>
              <c:pt idx="230">
                <c:v>-78.199503553262403</c:v>
              </c:pt>
              <c:pt idx="231">
                <c:v>-79.051664638317092</c:v>
              </c:pt>
              <c:pt idx="232">
                <c:v>-80</c:v>
              </c:pt>
              <c:pt idx="233">
                <c:v>-80</c:v>
              </c:pt>
              <c:pt idx="234">
                <c:v>-80</c:v>
              </c:pt>
              <c:pt idx="235">
                <c:v>-80</c:v>
              </c:pt>
              <c:pt idx="236">
                <c:v>-80</c:v>
              </c:pt>
              <c:pt idx="237">
                <c:v>-80</c:v>
              </c:pt>
              <c:pt idx="238">
                <c:v>-80</c:v>
              </c:pt>
              <c:pt idx="239">
                <c:v>-80</c:v>
              </c:pt>
              <c:pt idx="240">
                <c:v>-80</c:v>
              </c:pt>
              <c:pt idx="241">
                <c:v>-80</c:v>
              </c:pt>
              <c:pt idx="242">
                <c:v>-80</c:v>
              </c:pt>
              <c:pt idx="243">
                <c:v>-80</c:v>
              </c:pt>
              <c:pt idx="244">
                <c:v>-80</c:v>
              </c:pt>
              <c:pt idx="245">
                <c:v>-80</c:v>
              </c:pt>
              <c:pt idx="246">
                <c:v>-80</c:v>
              </c:pt>
              <c:pt idx="247">
                <c:v>-80</c:v>
              </c:pt>
              <c:pt idx="248">
                <c:v>-79.685350999294656</c:v>
              </c:pt>
              <c:pt idx="249">
                <c:v>-78.679385608942624</c:v>
              </c:pt>
              <c:pt idx="250">
                <c:v>-77.785842660665438</c:v>
              </c:pt>
              <c:pt idx="251">
                <c:v>-76.984144693643643</c:v>
              </c:pt>
              <c:pt idx="252">
                <c:v>-76.25910833497899</c:v>
              </c:pt>
              <c:pt idx="253">
                <c:v>-75.59921371840889</c:v>
              </c:pt>
              <c:pt idx="254">
                <c:v>-74.995517119827426</c:v>
              </c:pt>
              <c:pt idx="255">
                <c:v>-74.440939696267449</c:v>
              </c:pt>
              <c:pt idx="256">
                <c:v>-73.929786295727496</c:v>
              </c:pt>
              <c:pt idx="257">
                <c:v>-73.457410457547581</c:v>
              </c:pt>
              <c:pt idx="258">
                <c:v>-73.019975369440559</c:v>
              </c:pt>
              <c:pt idx="259">
                <c:v>-72.614279602004657</c:v>
              </c:pt>
              <c:pt idx="260">
                <c:v>-72.2376276590917</c:v>
              </c:pt>
              <c:pt idx="261">
                <c:v>-71.887732212516653</c:v>
              </c:pt>
              <c:pt idx="262">
                <c:v>-71.562639173188941</c:v>
              </c:pt>
              <c:pt idx="263">
                <c:v>-71.260669508589473</c:v>
              </c:pt>
              <c:pt idx="264">
                <c:v>-70.980373534069116</c:v>
              </c:pt>
              <c:pt idx="265">
                <c:v>-70.720494628736489</c:v>
              </c:pt>
              <c:pt idx="266">
                <c:v>-70.479940165822313</c:v>
              </c:pt>
              <c:pt idx="267">
                <c:v>-70.257758033044041</c:v>
              </c:pt>
              <c:pt idx="268">
                <c:v>-70.053117533738117</c:v>
              </c:pt>
              <c:pt idx="269">
                <c:v>-69.865293758286228</c:v>
              </c:pt>
              <c:pt idx="270">
                <c:v>-69.69365473324666</c:v>
              </c:pt>
              <c:pt idx="271">
                <c:v>-69.537650816542197</c:v>
              </c:pt>
              <c:pt idx="272">
                <c:v>-69.396805927385813</c:v>
              </c:pt>
              <c:pt idx="273">
                <c:v>-69.270710290653724</c:v>
              </c:pt>
              <c:pt idx="274">
                <c:v>-69.159014445086768</c:v>
              </c:pt>
              <c:pt idx="275">
                <c:v>-69.061424318667648</c:v>
              </c:pt>
              <c:pt idx="276">
                <c:v>-68.977697216857351</c:v>
              </c:pt>
              <c:pt idx="277">
                <c:v>-68.90763860305924</c:v>
              </c:pt>
              <c:pt idx="278">
                <c:v>-68.851099577920792</c:v>
              </c:pt>
              <c:pt idx="279">
                <c:v>-68.807974986546213</c:v>
              </c:pt>
              <c:pt idx="280">
                <c:v>-68.778202101659332</c:v>
              </c:pt>
              <c:pt idx="281">
                <c:v>-68.761759847237499</c:v>
              </c:pt>
              <c:pt idx="282">
                <c:v>-68.758668541960517</c:v>
              </c:pt>
              <c:pt idx="283">
                <c:v>-68.768990155692364</c:v>
              </c:pt>
              <c:pt idx="284">
                <c:v>-68.792829085778109</c:v>
              </c:pt>
              <c:pt idx="285">
                <c:v>-68.830333473811649</c:v>
              </c:pt>
              <c:pt idx="286">
                <c:v>-68.881697098353698</c:v>
              </c:pt>
              <c:pt idx="287">
                <c:v>-68.947161895560669</c:v>
              </c:pt>
              <c:pt idx="288">
                <c:v>-69.027021178650983</c:v>
              </c:pt>
              <c:pt idx="289">
                <c:v>-69.121623649599059</c:v>
              </c:pt>
              <c:pt idx="290">
                <c:v>-69.231378323688403</c:v>
              </c:pt>
              <c:pt idx="291">
                <c:v>-69.356760521240346</c:v>
              </c:pt>
              <c:pt idx="292">
                <c:v>-69.498319123170887</c:v>
              </c:pt>
              <c:pt idx="293">
                <c:v>-69.656685340995011</c:v>
              </c:pt>
              <c:pt idx="294">
                <c:v>-69.832583321568293</c:v>
              </c:pt>
              <c:pt idx="295">
                <c:v>-70.02684299788514</c:v>
              </c:pt>
              <c:pt idx="296">
                <c:v>-70.24041571758174</c:v>
              </c:pt>
              <c:pt idx="297">
                <c:v>-70.474393341732778</c:v>
              </c:pt>
              <c:pt idx="298">
                <c:v>-70.73003172441571</c:v>
              </c:pt>
              <c:pt idx="299">
                <c:v>-71.008779782274857</c:v>
              </c:pt>
              <c:pt idx="300">
                <c:v>-71.312315778561867</c:v>
              </c:pt>
              <c:pt idx="301">
                <c:v>-71.64259303176523</c:v>
              </c:pt>
              <c:pt idx="302">
                <c:v>-72.001898098060877</c:v>
              </c:pt>
              <c:pt idx="303">
                <c:v>-72.392925700108194</c:v>
              </c:pt>
              <c:pt idx="304">
                <c:v>-72.818876492267435</c:v>
              </c:pt>
              <c:pt idx="305">
                <c:v>-73.283586510158059</c:v>
              </c:pt>
              <c:pt idx="306">
                <c:v>-73.791701436072529</c:v>
              </c:pt>
              <c:pt idx="307">
                <c:v>-74.348915641870676</c:v>
              </c:pt>
              <c:pt idx="308">
                <c:v>-74.962307188529365</c:v>
              </c:pt>
              <c:pt idx="309">
                <c:v>-75.640819016240485</c:v>
              </c:pt>
              <c:pt idx="310">
                <c:v>-76.395970205353507</c:v>
              </c:pt>
              <c:pt idx="311">
                <c:v>-77.242943340778368</c:v>
              </c:pt>
              <c:pt idx="312">
                <c:v>-78.202315093194599</c:v>
              </c:pt>
              <c:pt idx="313">
                <c:v>-79.302948550312053</c:v>
              </c:pt>
              <c:pt idx="314">
                <c:v>-80</c:v>
              </c:pt>
              <c:pt idx="315">
                <c:v>-80</c:v>
              </c:pt>
              <c:pt idx="316">
                <c:v>-80</c:v>
              </c:pt>
              <c:pt idx="317">
                <c:v>-80</c:v>
              </c:pt>
              <c:pt idx="318">
                <c:v>-80</c:v>
              </c:pt>
              <c:pt idx="319">
                <c:v>-80</c:v>
              </c:pt>
              <c:pt idx="320">
                <c:v>-80</c:v>
              </c:pt>
              <c:pt idx="321">
                <c:v>-80</c:v>
              </c:pt>
              <c:pt idx="322">
                <c:v>-80</c:v>
              </c:pt>
              <c:pt idx="323">
                <c:v>-80</c:v>
              </c:pt>
              <c:pt idx="324">
                <c:v>-80</c:v>
              </c:pt>
              <c:pt idx="325">
                <c:v>-80</c:v>
              </c:pt>
              <c:pt idx="326">
                <c:v>-80</c:v>
              </c:pt>
              <c:pt idx="327">
                <c:v>-78.936788134518238</c:v>
              </c:pt>
              <c:pt idx="328">
                <c:v>-77.783824514979116</c:v>
              </c:pt>
              <c:pt idx="329">
                <c:v>-76.772113982411526</c:v>
              </c:pt>
              <c:pt idx="330">
                <c:v>-75.872792368704069</c:v>
              </c:pt>
              <c:pt idx="331">
                <c:v>-75.065281921649529</c:v>
              </c:pt>
              <c:pt idx="332">
                <c:v>-74.334398973557796</c:v>
              </c:pt>
              <c:pt idx="333">
                <c:v>-73.66862335991982</c:v>
              </c:pt>
              <c:pt idx="334">
                <c:v>-73.059011054878084</c:v>
              </c:pt>
              <c:pt idx="335">
                <c:v>-72.498482910156042</c:v>
              </c:pt>
              <c:pt idx="336">
                <c:v>-71.981343464832477</c:v>
              </c:pt>
              <c:pt idx="337">
                <c:v>-71.502945945663257</c:v>
              </c:pt>
              <c:pt idx="338">
                <c:v>-71.059453224057677</c:v>
              </c:pt>
              <c:pt idx="339">
                <c:v>-70.647663550535427</c:v>
              </c:pt>
              <c:pt idx="340">
                <c:v>-70.264881105037489</c:v>
              </c:pt>
              <c:pt idx="341">
                <c:v>-69.908818231578039</c:v>
              </c:pt>
              <c:pt idx="342">
                <c:v>-69.577520509316656</c:v>
              </c:pt>
              <c:pt idx="343">
                <c:v>-69.26930856997518</c:v>
              </c:pt>
              <c:pt idx="344">
                <c:v>-68.982732389075224</c:v>
              </c:pt>
              <c:pt idx="345">
                <c:v>-68.716535001763248</c:v>
              </c:pt>
              <c:pt idx="346">
                <c:v>-68.469623433111821</c:v>
              </c:pt>
              <c:pt idx="347">
                <c:v>-68.241045218419302</c:v>
              </c:pt>
              <c:pt idx="348">
                <c:v>-68.029969304276349</c:v>
              </c:pt>
              <c:pt idx="349">
                <c:v>-67.83567041992508</c:v>
              </c:pt>
              <c:pt idx="350">
                <c:v>-67.657516226321931</c:v>
              </c:pt>
              <c:pt idx="351">
                <c:v>-67.494956711256037</c:v>
              </c:pt>
              <c:pt idx="352">
                <c:v>-67.347515419203873</c:v>
              </c:pt>
              <c:pt idx="353">
                <c:v>-67.214782195629965</c:v>
              </c:pt>
              <c:pt idx="354">
                <c:v>-67.096407195114651</c:v>
              </c:pt>
              <c:pt idx="355">
                <c:v>-66.992095956656101</c:v>
              </c:pt>
              <c:pt idx="356">
                <c:v>-66.90160539183033</c:v>
              </c:pt>
              <c:pt idx="357">
                <c:v>-66.824740565177123</c:v>
              </c:pt>
              <c:pt idx="358">
                <c:v>-66.761352173422367</c:v>
              </c:pt>
              <c:pt idx="359">
                <c:v>-66.711334652609537</c:v>
              </c:pt>
              <c:pt idx="360">
                <c:v>-66.674624861180007</c:v>
              </c:pt>
              <c:pt idx="361">
                <c:v>-66.651201303522654</c:v>
              </c:pt>
              <c:pt idx="362">
                <c:v>-66.641083873336896</c:v>
              </c:pt>
              <c:pt idx="363">
                <c:v>-66.64433411002689</c:v>
              </c:pt>
              <c:pt idx="364">
                <c:v>-66.661055974909104</c:v>
              </c:pt>
              <c:pt idx="365">
                <c:v>-66.691397167888994</c:v>
              </c:pt>
              <c:pt idx="366">
                <c:v>-66.735551020086163</c:v>
              </c:pt>
              <c:pt idx="367">
                <c:v>-66.793759014368419</c:v>
              </c:pt>
              <c:pt idx="368">
                <c:v>-66.866314004721644</c:v>
              </c:pt>
              <c:pt idx="369">
                <c:v>-66.953564227845121</c:v>
              </c:pt>
              <c:pt idx="370">
                <c:v>-67.055918227604153</c:v>
              </c:pt>
              <c:pt idx="371">
                <c:v>-67.173850846656194</c:v>
              </c:pt>
              <c:pt idx="372">
                <c:v>-67.307910481903207</c:v>
              </c:pt>
              <c:pt idx="373">
                <c:v>-67.458727854389082</c:v>
              </c:pt>
              <c:pt idx="374">
                <c:v>-67.627026613932429</c:v>
              </c:pt>
              <c:pt idx="375">
                <c:v>-67.81363618981365</c:v>
              </c:pt>
              <c:pt idx="376">
                <c:v>-68.019507419164412</c:v>
              </c:pt>
              <c:pt idx="377">
                <c:v>-68.245731645648661</c:v>
              </c:pt>
              <c:pt idx="378">
                <c:v>-68.493564198908757</c:v>
              </c:pt>
              <c:pt idx="379">
                <c:v>-68.764453464008852</c:v>
              </c:pt>
              <c:pt idx="380">
                <c:v>-69.060077165352396</c:v>
              </c:pt>
              <c:pt idx="381">
                <c:v>-69.382388075185844</c:v>
              </c:pt>
              <c:pt idx="382">
                <c:v>-69.733672195920931</c:v>
              </c:pt>
              <c:pt idx="383">
                <c:v>-70.116623688799848</c:v>
              </c:pt>
              <c:pt idx="384">
                <c:v>-70.534442638978504</c:v>
              </c:pt>
              <c:pt idx="385">
                <c:v>-70.990964504948721</c:v>
              </c:pt>
              <c:pt idx="386">
                <c:v>-71.490834383812015</c:v>
              </c:pt>
              <c:pt idx="387">
                <c:v>-72.039746054031795</c:v>
              </c:pt>
              <c:pt idx="388">
                <c:v>-72.644776974837399</c:v>
              </c:pt>
              <c:pt idx="389">
                <c:v>-73.314869476173129</c:v>
              </c:pt>
              <c:pt idx="390">
                <c:v>-74.061542019489309</c:v>
              </c:pt>
              <c:pt idx="391">
                <c:v>-74.899976561989675</c:v>
              </c:pt>
              <c:pt idx="392">
                <c:v>-75.850749137682016</c:v>
              </c:pt>
              <c:pt idx="393">
                <c:v>-76.942722188477049</c:v>
              </c:pt>
              <c:pt idx="394">
                <c:v>-78.218181675902429</c:v>
              </c:pt>
              <c:pt idx="395">
                <c:v>-79.742700419557366</c:v>
              </c:pt>
              <c:pt idx="396">
                <c:v>-80</c:v>
              </c:pt>
              <c:pt idx="397">
                <c:v>-80</c:v>
              </c:pt>
              <c:pt idx="398">
                <c:v>-80</c:v>
              </c:pt>
              <c:pt idx="399">
                <c:v>-80</c:v>
              </c:pt>
              <c:pt idx="400">
                <c:v>-80</c:v>
              </c:pt>
              <c:pt idx="401">
                <c:v>-80</c:v>
              </c:pt>
              <c:pt idx="402">
                <c:v>-80</c:v>
              </c:pt>
              <c:pt idx="403">
                <c:v>-80</c:v>
              </c:pt>
              <c:pt idx="404">
                <c:v>-80</c:v>
              </c:pt>
              <c:pt idx="405">
                <c:v>-79.389736855159825</c:v>
              </c:pt>
              <c:pt idx="406">
                <c:v>-77.794597476980513</c:v>
              </c:pt>
              <c:pt idx="407">
                <c:v>-76.448502115490001</c:v>
              </c:pt>
              <c:pt idx="408">
                <c:v>-75.28587540319792</c:v>
              </c:pt>
              <c:pt idx="409">
                <c:v>-74.26442882700043</c:v>
              </c:pt>
              <c:pt idx="410">
                <c:v>-73.355297389193709</c:v>
              </c:pt>
              <c:pt idx="411">
                <c:v>-72.537902495225694</c:v>
              </c:pt>
              <c:pt idx="412">
                <c:v>-71.797059622060743</c:v>
              </c:pt>
              <c:pt idx="413">
                <c:v>-71.12124773658951</c:v>
              </c:pt>
              <c:pt idx="414">
                <c:v>-70.50152193083909</c:v>
              </c:pt>
              <c:pt idx="415">
                <c:v>-69.930802160636233</c:v>
              </c:pt>
              <c:pt idx="416">
                <c:v>-69.403392055108924</c:v>
              </c:pt>
              <c:pt idx="417">
                <c:v>-68.914643916728735</c:v>
              </c:pt>
              <c:pt idx="418">
                <c:v>-68.460719678001297</c:v>
              </c:pt>
              <c:pt idx="419">
                <c:v>-68.038416635630085</c:v>
              </c:pt>
              <c:pt idx="420">
                <c:v>-67.645038000527393</c:v>
              </c:pt>
              <c:pt idx="421">
                <c:v>-67.278295132158689</c:v>
              </c:pt>
              <c:pt idx="422">
                <c:v>-66.936232609299864</c:v>
              </c:pt>
              <c:pt idx="423">
                <c:v>-66.617170047131353</c:v>
              </c:pt>
              <c:pt idx="424">
                <c:v>-66.319656388144793</c:v>
              </c:pt>
              <c:pt idx="425">
                <c:v>-66.042433617629342</c:v>
              </c:pt>
              <c:pt idx="426">
                <c:v>-65.784407693625312</c:v>
              </c:pt>
              <c:pt idx="427">
                <c:v>-65.544625066867766</c:v>
              </c:pt>
              <c:pt idx="428">
                <c:v>-65.322253581487871</c:v>
              </c:pt>
              <c:pt idx="429">
                <c:v>-65.116566845997795</c:v>
              </c:pt>
              <c:pt idx="430">
                <c:v>-64.926931381969538</c:v>
              </c:pt>
              <c:pt idx="431">
                <c:v>-64.752796018759696</c:v>
              </c:pt>
              <c:pt idx="432">
                <c:v>-64.593683122960371</c:v>
              </c:pt>
              <c:pt idx="433">
                <c:v>-64.449181342285584</c:v>
              </c:pt>
              <c:pt idx="434">
                <c:v>-64.318939613274196</c:v>
              </c:pt>
              <c:pt idx="435">
                <c:v>-64.202662236156002</c:v>
              </c:pt>
              <c:pt idx="436">
                <c:v>-64.100104862564308</c:v>
              </c:pt>
              <c:pt idx="437">
                <c:v>-64.011071275462854</c:v>
              </c:pt>
              <c:pt idx="438">
                <c:v>-63.935410867896955</c:v>
              </c:pt>
              <c:pt idx="439">
                <c:v>-63.873016749641288</c:v>
              </c:pt>
              <c:pt idx="440">
                <c:v>-63.823824429783699</c:v>
              </c:pt>
              <c:pt idx="441">
                <c:v>-63.787811039765018</c:v>
              </c:pt>
              <c:pt idx="442">
                <c:v>-63.764995076218568</c:v>
              </c:pt>
              <c:pt idx="443">
                <c:v>-63.755436656826738</c:v>
              </c:pt>
              <c:pt idx="444">
                <c:v>-63.759238295976402</c:v>
              </c:pt>
              <c:pt idx="445">
                <c:v>-63.776546220868326</c:v>
              </c:pt>
              <c:pt idx="446">
                <c:v>-63.807552263559479</c:v>
              </c:pt>
              <c:pt idx="447">
                <c:v>-63.85249638089843</c:v>
              </c:pt>
              <c:pt idx="448">
                <c:v>-63.911669873279706</c:v>
              </c:pt>
              <c:pt idx="449">
                <c:v>-63.985419395606769</c:v>
              </c:pt>
              <c:pt idx="450">
                <c:v>-64.07415188109448</c:v>
              </c:pt>
              <c:pt idx="451">
                <c:v>-64.178340532226855</c:v>
              </c:pt>
              <c:pt idx="452">
                <c:v>-64.298532075522303</c:v>
              </c:pt>
              <c:pt idx="453">
                <c:v>-64.435355530724351</c:v>
              </c:pt>
              <c:pt idx="454">
                <c:v>-64.58953281470761</c:v>
              </c:pt>
              <c:pt idx="455">
                <c:v>-64.76189159141731</c:v>
              </c:pt>
              <c:pt idx="456">
                <c:v>-64.953380899489702</c:v>
              </c:pt>
              <c:pt idx="457">
                <c:v>-65.165090250141603</c:v>
              </c:pt>
              <c:pt idx="458">
                <c:v>-65.39827310580246</c:v>
              </c:pt>
              <c:pt idx="459">
                <c:v>-65.654375948719306</c:v>
              </c:pt>
              <c:pt idx="460">
                <c:v>-65.935074564011785</c:v>
              </c:pt>
              <c:pt idx="461">
                <c:v>-66.242319747287539</c:v>
              </c:pt>
              <c:pt idx="462">
                <c:v>-66.578395486050056</c:v>
              </c:pt>
              <c:pt idx="463">
                <c:v>-66.945993887421793</c:v>
              </c:pt>
              <c:pt idx="464">
                <c:v>-67.348312942257607</c:v>
              </c:pt>
              <c:pt idx="465">
                <c:v>-67.789185973567527</c:v>
              </c:pt>
              <c:pt idx="466">
                <c:v>-68.273255900760944</c:v>
              </c:pt>
              <c:pt idx="467">
                <c:v>-68.806214281337759</c:v>
              </c:pt>
              <c:pt idx="468">
                <c:v>-69.395136309198989</c:v>
              </c:pt>
              <c:pt idx="469">
                <c:v>-70.048962003468745</c:v>
              </c:pt>
              <c:pt idx="470">
                <c:v>-70.779207468122877</c:v>
              </c:pt>
              <c:pt idx="471">
                <c:v>-71.601052255038354</c:v>
              </c:pt>
              <c:pt idx="472">
                <c:v>-72.535069943807855</c:v>
              </c:pt>
              <c:pt idx="473">
                <c:v>-73.610120471564088</c:v>
              </c:pt>
              <c:pt idx="474">
                <c:v>-74.868487243378524</c:v>
              </c:pt>
              <c:pt idx="475">
                <c:v>-76.375740469358874</c:v>
              </c:pt>
              <c:pt idx="476">
                <c:v>-78.241747130657856</c:v>
              </c:pt>
              <c:pt idx="477">
                <c:v>-80</c:v>
              </c:pt>
              <c:pt idx="478">
                <c:v>-80</c:v>
              </c:pt>
              <c:pt idx="479">
                <c:v>-80</c:v>
              </c:pt>
              <c:pt idx="480">
                <c:v>-80</c:v>
              </c:pt>
              <c:pt idx="481">
                <c:v>-80</c:v>
              </c:pt>
              <c:pt idx="482">
                <c:v>-80</c:v>
              </c:pt>
              <c:pt idx="483">
                <c:v>-80</c:v>
              </c:pt>
              <c:pt idx="484">
                <c:v>-77.813208036243978</c:v>
              </c:pt>
              <c:pt idx="485">
                <c:v>-75.840002660934559</c:v>
              </c:pt>
              <c:pt idx="486">
                <c:v>-74.225508050166169</c:v>
              </c:pt>
              <c:pt idx="487">
                <c:v>-72.859848644724082</c:v>
              </c:pt>
              <c:pt idx="488">
                <c:v>-71.677445632404499</c:v>
              </c:pt>
              <c:pt idx="489">
                <c:v>-70.63600697792829</c:v>
              </c:pt>
              <c:pt idx="490">
                <c:v>-69.706664081733663</c:v>
              </c:pt>
              <c:pt idx="491">
                <c:v>-68.868834665428565</c:v>
              </c:pt>
              <c:pt idx="492">
                <c:v>-68.107330437774976</c:v>
              </c:pt>
              <c:pt idx="493">
                <c:v>-67.410626510634188</c:v>
              </c:pt>
              <c:pt idx="494">
                <c:v>-66.769774031623811</c:v>
              </c:pt>
              <c:pt idx="495">
                <c:v>-66.177688920136504</c:v>
              </c:pt>
              <c:pt idx="496">
                <c:v>-65.62867067410096</c:v>
              </c:pt>
              <c:pt idx="497">
                <c:v>-65.118067367184182</c:v>
              </c:pt>
              <c:pt idx="498">
                <c:v>-64.642036602537331</c:v>
              </c:pt>
              <c:pt idx="499">
                <c:v>-64.197371243906574</c:v>
              </c:pt>
              <c:pt idx="500">
                <c:v>-63.781369962477328</c:v>
              </c:pt>
              <c:pt idx="501">
                <c:v>-63.391739467933441</c:v>
              </c:pt>
              <c:pt idx="502">
                <c:v>-63.026519575805708</c:v>
              </c:pt>
              <c:pt idx="503">
                <c:v>-62.684025021027736</c:v>
              </c:pt>
              <c:pt idx="504">
                <c:v>-62.362799745169355</c:v>
              </c:pt>
              <c:pt idx="505">
                <c:v>-62.061580608108152</c:v>
              </c:pt>
              <c:pt idx="506">
                <c:v>-61.779268314020932</c:v>
              </c:pt>
              <c:pt idx="507">
                <c:v>-61.514903927210355</c:v>
              </c:pt>
              <c:pt idx="508">
                <c:v>-61.267649768527647</c:v>
              </c:pt>
              <c:pt idx="509">
                <c:v>-61.036773781909517</c:v>
              </c:pt>
              <c:pt idx="510">
                <c:v>-60.821636678431936</c:v>
              </c:pt>
              <c:pt idx="511">
                <c:v>-60.621681326223928</c:v>
              </c:pt>
              <c:pt idx="512">
                <c:v>-60.436423974913069</c:v>
              </c:pt>
              <c:pt idx="513">
                <c:v>-60.265446994302636</c:v>
              </c:pt>
              <c:pt idx="514">
                <c:v>-60.108392876651351</c:v>
              </c:pt>
              <c:pt idx="515">
                <c:v>-59.964959305892044</c:v>
              </c:pt>
              <c:pt idx="516">
                <c:v>-59.834895139461459</c:v>
              </c:pt>
              <c:pt idx="517">
                <c:v>-59.717997182097534</c:v>
              </c:pt>
              <c:pt idx="518">
                <c:v>-59.61410765820132</c:v>
              </c:pt>
              <c:pt idx="519">
                <c:v>-59.523112311823212</c:v>
              </c:pt>
              <c:pt idx="520">
                <c:v>-59.44493908229893</c:v>
              </c:pt>
              <c:pt idx="521">
                <c:v>-59.379557320040377</c:v>
              </c:pt>
              <c:pt idx="522">
                <c:v>-59.326977521809773</c:v>
              </c:pt>
              <c:pt idx="523">
                <c:v>-59.287251578677846</c:v>
              </c:pt>
              <c:pt idx="524">
                <c:v>-59.260473543430166</c:v>
              </c:pt>
              <c:pt idx="525">
                <c:v>-59.246780938058563</c:v>
              </c:pt>
              <c:pt idx="526">
                <c:v>-59.246356636796598</c:v>
              </c:pt>
              <c:pt idx="527">
                <c:v>-59.259431376638283</c:v>
              </c:pt>
              <c:pt idx="528">
                <c:v>-59.286286966243821</c:v>
              </c:pt>
              <c:pt idx="529">
                <c:v>-59.327260286598303</c:v>
              </c:pt>
              <c:pt idx="530">
                <c:v>-59.382748204028928</c:v>
              </c:pt>
              <c:pt idx="531">
                <c:v>-59.453213549869936</c:v>
              </c:pt>
              <c:pt idx="532">
                <c:v>-59.539192363398584</c:v>
              </c:pt>
              <c:pt idx="533">
                <c:v>-59.641302648630116</c:v>
              </c:pt>
              <c:pt idx="534">
                <c:v>-59.760254965228683</c:v>
              </c:pt>
              <c:pt idx="535">
                <c:v>-59.896865264817976</c:v>
              </c:pt>
              <c:pt idx="536">
                <c:v>-60.052070504302073</c:v>
              </c:pt>
              <c:pt idx="537">
                <c:v>-60.226947728745131</c:v>
              </c:pt>
              <c:pt idx="538">
                <c:v>-60.422737534240824</c:v>
              </c:pt>
              <c:pt idx="539">
                <c:v>-60.640873119957391</c:v>
              </c:pt>
              <c:pt idx="540">
                <c:v>-60.883016553786398</c:v>
              </c:pt>
              <c:pt idx="541">
                <c:v>-61.151104461654228</c:v>
              </c:pt>
              <c:pt idx="542">
                <c:v>-61.44740618967279</c:v>
              </c:pt>
              <c:pt idx="543">
                <c:v>-61.774598711592681</c:v>
              </c:pt>
              <c:pt idx="544">
                <c:v>-62.135864371570108</c:v>
              </c:pt>
              <c:pt idx="545">
                <c:v>-62.535020310097963</c:v>
              </c:pt>
              <c:pt idx="546">
                <c:v>-62.976692704539722</c:v>
              </c:pt>
              <c:pt idx="547">
                <c:v>-63.466555785811963</c:v>
              </c:pt>
              <c:pt idx="548">
                <c:v>-64.011666810303268</c:v>
              </c:pt>
              <c:pt idx="549">
                <c:v>-64.620947220829436</c:v>
              </c:pt>
              <c:pt idx="550">
                <c:v>-65.305893876821074</c:v>
              </c:pt>
              <c:pt idx="551">
                <c:v>-66.081666386251328</c:v>
              </c:pt>
              <c:pt idx="552">
                <c:v>-66.968817652532678</c:v>
              </c:pt>
              <c:pt idx="553">
                <c:v>-67.99618616950255</c:v>
              </c:pt>
              <c:pt idx="554">
                <c:v>-69.2060330949285</c:v>
              </c:pt>
              <c:pt idx="555">
                <c:v>-70.663905548510655</c:v>
              </c:pt>
              <c:pt idx="556">
                <c:v>-72.479646536436789</c:v>
              </c:pt>
              <c:pt idx="557">
                <c:v>-74.85921384602274</c:v>
              </c:pt>
              <c:pt idx="558">
                <c:v>-78.265043882238515</c:v>
              </c:pt>
              <c:pt idx="559">
                <c:v>-80</c:v>
              </c:pt>
              <c:pt idx="560">
                <c:v>-80</c:v>
              </c:pt>
              <c:pt idx="561">
                <c:v>-80</c:v>
              </c:pt>
              <c:pt idx="562">
                <c:v>-77.832452366461425</c:v>
              </c:pt>
              <c:pt idx="563">
                <c:v>-74.210156590746536</c:v>
              </c:pt>
              <c:pt idx="564">
                <c:v>-71.613919206312573</c:v>
              </c:pt>
              <c:pt idx="565">
                <c:v>-69.581235098912387</c:v>
              </c:pt>
              <c:pt idx="566">
                <c:v>-67.906077256196184</c:v>
              </c:pt>
              <c:pt idx="567">
                <c:v>-66.478532797685531</c:v>
              </c:pt>
              <c:pt idx="568">
                <c:v>-65.232983943533313</c:v>
              </c:pt>
              <c:pt idx="569">
                <c:v>-64.127097949588943</c:v>
              </c:pt>
              <c:pt idx="570">
                <c:v>-63.131963664522829</c:v>
              </c:pt>
              <c:pt idx="571">
                <c:v>-62.22695430619811</c:v>
              </c:pt>
              <c:pt idx="572">
                <c:v>-61.396835010508681</c:v>
              </c:pt>
              <c:pt idx="573">
                <c:v>-60.630032121391302</c:v>
              </c:pt>
              <c:pt idx="574">
                <c:v>-59.917545687964932</c:v>
              </c:pt>
              <c:pt idx="575">
                <c:v>-59.252238054564906</c:v>
              </c:pt>
              <c:pt idx="576">
                <c:v>-58.628352510072837</c:v>
              </c:pt>
              <c:pt idx="577">
                <c:v>-58.041178115154736</c:v>
              </c:pt>
              <c:pt idx="578">
                <c:v>-57.486810472300277</c:v>
              </c:pt>
              <c:pt idx="579">
                <c:v>-56.961977258137317</c:v>
              </c:pt>
              <c:pt idx="580">
                <c:v>-56.463908554887198</c:v>
              </c:pt>
              <c:pt idx="581">
                <c:v>-55.99023884776134</c:v>
              </c:pt>
              <c:pt idx="582">
                <c:v>-55.538931838491798</c:v>
              </c:pt>
              <c:pt idx="583">
                <c:v>-55.108221982802149</c:v>
              </c:pt>
              <c:pt idx="584">
                <c:v>-54.696568476914955</c:v>
              </c:pt>
              <c:pt idx="585">
                <c:v>-54.302618641183464</c:v>
              </c:pt>
              <c:pt idx="586">
                <c:v>-53.925178487710951</c:v>
              </c:pt>
              <c:pt idx="587">
                <c:v>-53.563188844060733</c:v>
              </c:pt>
              <c:pt idx="588">
                <c:v>-53.215705819948631</c:v>
              </c:pt>
              <c:pt idx="589">
                <c:v>-52.881884702040828</c:v>
              </c:pt>
              <c:pt idx="590">
                <c:v>-52.560966579254568</c:v>
              </c:pt>
              <c:pt idx="591">
                <c:v>-52.252267161190566</c:v>
              </c:pt>
              <c:pt idx="592">
                <c:v>-51.955167371829141</c:v>
              </c:pt>
              <c:pt idx="593">
                <c:v>-51.669105390685374</c:v>
              </c:pt>
              <c:pt idx="594">
                <c:v>-51.393569882158417</c:v>
              </c:pt>
              <c:pt idx="595">
                <c:v>-51.128094206445944</c:v>
              </c:pt>
              <c:pt idx="596">
                <c:v>-50.872251446160803</c:v>
              </c:pt>
              <c:pt idx="597">
                <c:v>-50.625650114613649</c:v>
              </c:pt>
              <c:pt idx="598">
                <c:v>-50.387930436757813</c:v>
              </c:pt>
              <c:pt idx="599">
                <c:v>-50.158761113621765</c:v>
              </c:pt>
              <c:pt idx="600">
                <c:v>-49.937836496865302</c:v>
              </c:pt>
              <c:pt idx="601">
                <c:v>-49.724874112782381</c:v>
              </c:pt>
              <c:pt idx="602">
                <c:v>-49.519612485313928</c:v>
              </c:pt>
              <c:pt idx="603">
                <c:v>-49.321809215945706</c:v>
              </c:pt>
              <c:pt idx="604">
                <c:v>-49.131239285149931</c:v>
              </c:pt>
              <c:pt idx="605">
                <c:v>-48.947693545592813</c:v>
              </c:pt>
              <c:pt idx="606">
                <c:v>-48.77097738191533</c:v>
              </c:pt>
              <c:pt idx="607">
                <c:v>-48.600909515691612</c:v>
              </c:pt>
              <c:pt idx="608">
                <c:v>-48.437320937326234</c:v>
              </c:pt>
              <c:pt idx="609">
                <c:v>-48.280053949288728</c:v>
              </c:pt>
              <c:pt idx="610">
                <c:v>-48.128961307294233</c:v>
              </c:pt>
              <c:pt idx="611">
                <c:v>-47.983905447900469</c:v>
              </c:pt>
              <c:pt idx="612">
                <c:v>-47.844757792563364</c:v>
              </c:pt>
              <c:pt idx="613">
                <c:v>-47.711398119526471</c:v>
              </c:pt>
              <c:pt idx="614">
                <c:v>-47.583713996053866</c:v>
              </c:pt>
              <c:pt idx="615">
                <c:v>-47.461600264484012</c:v>
              </c:pt>
              <c:pt idx="616">
                <c:v>-47.344958576411393</c:v>
              </c:pt>
              <c:pt idx="617">
                <c:v>-47.233696970014655</c:v>
              </c:pt>
              <c:pt idx="618">
                <c:v>-47.127729486164085</c:v>
              </c:pt>
              <c:pt idx="619">
                <c:v>-47.026975819471311</c:v>
              </c:pt>
              <c:pt idx="620">
                <c:v>-46.931361000903948</c:v>
              </c:pt>
              <c:pt idx="621">
                <c:v>-46.840815108987726</c:v>
              </c:pt>
              <c:pt idx="622">
                <c:v>-46.755273006966732</c:v>
              </c:pt>
              <c:pt idx="623">
                <c:v>-46.674674103597376</c:v>
              </c:pt>
              <c:pt idx="624">
                <c:v>-46.598962135518477</c:v>
              </c:pt>
              <c:pt idx="625">
                <c:v>-46.528084969375115</c:v>
              </c:pt>
              <c:pt idx="626">
                <c:v>-46.461994422080863</c:v>
              </c:pt>
              <c:pt idx="627">
                <c:v>-46.400646097786449</c:v>
              </c:pt>
              <c:pt idx="628">
                <c:v>-46.343999240285939</c:v>
              </c:pt>
              <c:pt idx="629">
                <c:v>-46.292016599736286</c:v>
              </c:pt>
              <c:pt idx="630">
                <c:v>-46.244664312696024</c:v>
              </c:pt>
              <c:pt idx="631">
                <c:v>-46.201911794605273</c:v>
              </c:pt>
              <c:pt idx="632">
                <c:v>-46.163731643934575</c:v>
              </c:pt>
              <c:pt idx="633">
                <c:v>-46.130099557324641</c:v>
              </c:pt>
              <c:pt idx="634">
                <c:v>-46.100994255126778</c:v>
              </c:pt>
              <c:pt idx="635">
                <c:v>-46.07639741683235</c:v>
              </c:pt>
              <c:pt idx="636">
                <c:v>-46.056293625953664</c:v>
              </c:pt>
              <c:pt idx="637">
                <c:v>-46.040670323986376</c:v>
              </c:pt>
              <c:pt idx="638">
                <c:v>-46.029517773147518</c:v>
              </c:pt>
              <c:pt idx="639">
                <c:v>-46.022829027643482</c:v>
              </c:pt>
              <c:pt idx="640">
                <c:v>-46.020599913279625</c:v>
              </c:pt>
              <c:pt idx="641">
                <c:v>-46.022829015278582</c:v>
              </c:pt>
              <c:pt idx="642">
                <c:v>-46.029517674228089</c:v>
              </c:pt>
              <c:pt idx="643">
                <c:v>-46.040669990131974</c:v>
              </c:pt>
              <c:pt idx="644">
                <c:v>-46.056292834590657</c:v>
              </c:pt>
              <c:pt idx="645">
                <c:v>-46.076395871190378</c:v>
              </c:pt>
              <c:pt idx="646">
                <c:v>-46.100991584234031</c:v>
              </c:pt>
              <c:pt idx="647">
                <c:v>-46.130095316001928</c:v>
              </c:pt>
              <c:pt idx="648">
                <c:v>-46.163725312788237</c:v>
              </c:pt>
              <c:pt idx="649">
                <c:v>-46.201902780018919</c:v>
              </c:pt>
              <c:pt idx="650">
                <c:v>-46.244651946821023</c:v>
              </c:pt>
              <c:pt idx="651">
                <c:v>-46.292000140481193</c:v>
              </c:pt>
              <c:pt idx="652">
                <c:v>-46.343977871304617</c:v>
              </c:pt>
              <c:pt idx="653">
                <c:v>-46.400618928465107</c:v>
              </c:pt>
              <c:pt idx="654">
                <c:v>-46.461960487523854</c:v>
              </c:pt>
              <c:pt idx="655">
                <c:v>-46.528043230389564</c:v>
              </c:pt>
              <c:pt idx="656">
                <c:v>-46.598911478597735</c:v>
              </c:pt>
              <c:pt idx="657">
                <c:v>-46.674613340903349</c:v>
              </c:pt>
              <c:pt idx="658">
                <c:v>-46.755200876310937</c:v>
              </c:pt>
              <c:pt idx="659">
                <c:v>-46.840730273811211</c:v>
              </c:pt>
              <c:pt idx="660">
                <c:v>-46.931262050256066</c:v>
              </c:pt>
              <c:pt idx="661">
                <c:v>-47.026861267987272</c:v>
              </c:pt>
              <c:pt idx="662">
                <c:v>-47.127597774041362</c:v>
              </c:pt>
              <c:pt idx="663">
                <c:v>-47.233546462988194</c:v>
              </c:pt>
              <c:pt idx="664">
                <c:v>-47.344787565727692</c:v>
              </c:pt>
              <c:pt idx="665">
                <c:v>-47.461406966873945</c:v>
              </c:pt>
              <c:pt idx="666">
                <c:v>-47.583496553704407</c:v>
              </c:pt>
              <c:pt idx="667">
                <c:v>-47.711154600051266</c:v>
              </c:pt>
              <c:pt idx="668">
                <c:v>-47.844486188972027</c:v>
              </c:pt>
              <c:pt idx="669">
                <c:v>-47.983603678566837</c:v>
              </c:pt>
              <c:pt idx="670">
                <c:v>-48.128627215923323</c:v>
              </c:pt>
              <c:pt idx="671">
                <c:v>-48.279685304882669</c:v>
              </c:pt>
              <c:pt idx="672">
                <c:v>-48.436915434148901</c:v>
              </c:pt>
              <c:pt idx="673">
                <c:v>-48.600464773232176</c:v>
              </c:pt>
              <c:pt idx="674">
                <c:v>-48.770490944850664</c:v>
              </c:pt>
              <c:pt idx="675">
                <c:v>-48.947162883748632</c:v>
              </c:pt>
              <c:pt idx="676">
                <c:v>-49.130661793460852</c:v>
              </c:pt>
              <c:pt idx="677">
                <c:v>-49.321182214414151</c:v>
              </c:pt>
              <c:pt idx="678">
                <c:v>-49.518933218967867</c:v>
              </c:pt>
              <c:pt idx="679">
                <c:v>-49.724139751631853</c:v>
              </c:pt>
              <c:pt idx="680">
                <c:v>-49.93704413585786</c:v>
              </c:pt>
              <c:pt idx="681">
                <c:v>-50.157907772596751</c:v>
              </c:pt>
              <c:pt idx="682">
                <c:v>-50.387013060399433</c:v>
              </c:pt>
              <c:pt idx="683">
                <c:v>-50.624665572402961</c:v>
              </c:pt>
              <c:pt idx="684">
                <c:v>-50.871196532326543</c:v>
              </c:pt>
              <c:pt idx="685">
                <c:v>-51.126965639914161</c:v>
              </c:pt>
              <c:pt idx="686">
                <c:v>-51.392364306501008</c:v>
              </c:pt>
              <c:pt idx="687">
                <c:v>-51.667819374067456</c:v>
              </c:pt>
              <c:pt idx="688">
                <c:v>-51.953797406955303</c:v>
              </c:pt>
              <c:pt idx="689">
                <c:v>-52.25080966524996</c:v>
              </c:pt>
              <c:pt idx="690">
                <c:v>-52.559417893864861</c:v>
              </c:pt>
              <c:pt idx="691">
                <c:v>-52.880241093191046</c:v>
              </c:pt>
              <c:pt idx="692">
                <c:v>-53.213963477940837</c:v>
              </c:pt>
              <c:pt idx="693">
                <c:v>-53.561343883450583</c:v>
              </c:pt>
              <c:pt idx="694">
                <c:v>-53.92322694724713</c:v>
              </c:pt>
              <c:pt idx="695">
                <c:v>-54.300556483746007</c:v>
              </c:pt>
              <c:pt idx="696">
                <c:v>-54.694391589452408</c:v>
              </c:pt>
              <c:pt idx="697">
                <c:v>-55.10592617626763</c:v>
              </c:pt>
              <c:pt idx="698">
                <c:v>-55.536512847777935</c:v>
              </c:pt>
              <c:pt idx="699">
                <c:v>-55.987692331634079</c:v>
              </c:pt>
              <c:pt idx="700">
                <c:v>-56.461230095918523</c:v>
              </c:pt>
              <c:pt idx="701">
                <c:v>-56.959162362636818</c:v>
              </c:pt>
              <c:pt idx="702">
                <c:v>-57.483854570245668</c:v>
              </c:pt>
              <c:pt idx="703">
                <c:v>-58.038076560121169</c:v>
              </c:pt>
              <c:pt idx="704">
                <c:v>-58.625100579161213</c:v>
              </c:pt>
              <c:pt idx="705">
                <c:v>-59.248830948329008</c:v>
              </c:pt>
              <c:pt idx="706">
                <c:v>-59.913978530337502</c:v>
              </c:pt>
              <c:pt idx="707">
                <c:v>-60.626299959609007</c:v>
              </c:pt>
              <c:pt idx="708">
                <c:v>-61.392932815035969</c:v>
              </c:pt>
              <c:pt idx="709">
                <c:v>-62.222876970649978</c:v>
              </c:pt>
              <c:pt idx="710">
                <c:v>-63.127706005586532</c:v>
              </c:pt>
              <c:pt idx="711">
                <c:v>-64.122654706944559</c:v>
              </c:pt>
              <c:pt idx="712">
                <c:v>-65.228349779773325</c:v>
              </c:pt>
              <c:pt idx="713">
                <c:v>-66.473702298233206</c:v>
              </c:pt>
              <c:pt idx="714">
                <c:v>-67.901044929222905</c:v>
              </c:pt>
              <c:pt idx="715">
                <c:v>-69.575995375253996</c:v>
              </c:pt>
              <c:pt idx="716">
                <c:v>-71.6084664393846</c:v>
              </c:pt>
              <c:pt idx="717">
                <c:v>-74.204485056458282</c:v>
              </c:pt>
              <c:pt idx="718">
                <c:v>-77.826556263129035</c:v>
              </c:pt>
              <c:pt idx="719">
                <c:v>-80</c:v>
              </c:pt>
              <c:pt idx="720">
                <c:v>-80</c:v>
              </c:pt>
              <c:pt idx="721">
                <c:v>-80</c:v>
              </c:pt>
              <c:pt idx="722">
                <c:v>-78.258189930927159</c:v>
              </c:pt>
              <c:pt idx="723">
                <c:v>-74.852105150234806</c:v>
              </c:pt>
              <c:pt idx="724">
                <c:v>-72.472276827045121</c:v>
              </c:pt>
              <c:pt idx="725">
                <c:v>-70.65626847815696</c:v>
              </c:pt>
              <c:pt idx="726">
                <c:v>-69.198122237928089</c:v>
              </c:pt>
              <c:pt idx="727">
                <c:v>-67.987995021747892</c:v>
              </c:pt>
              <c:pt idx="728">
                <c:v>-66.960339631396124</c:v>
              </c:pt>
              <c:pt idx="729">
                <c:v>-66.072894830486618</c:v>
              </c:pt>
              <c:pt idx="730">
                <c:v>-65.296822046463944</c:v>
              </c:pt>
              <c:pt idx="731">
                <c:v>-64.611568297097151</c:v>
              </c:pt>
              <c:pt idx="732">
                <c:v>-64.001973895493194</c:v>
              </c:pt>
              <c:pt idx="733">
                <c:v>-63.456541903199025</c:v>
              </c:pt>
              <c:pt idx="734">
                <c:v>-62.966350798272984</c:v>
              </c:pt>
              <c:pt idx="735">
                <c:v>-62.524343245096148</c:v>
              </c:pt>
              <c:pt idx="736">
                <c:v>-62.124844933416028</c:v>
              </c:pt>
              <c:pt idx="737">
                <c:v>-61.763229606426869</c:v>
              </c:pt>
              <c:pt idx="738">
                <c:v>-61.435680044085984</c:v>
              </c:pt>
              <c:pt idx="739">
                <c:v>-61.139013822578896</c:v>
              </c:pt>
              <c:pt idx="740">
                <c:v>-60.870553888387363</c:v>
              </c:pt>
              <c:pt idx="741">
                <c:v>-60.62803081552137</c:v>
              </c:pt>
              <c:pt idx="742">
                <c:v>-60.409507898065073</c:v>
              </c:pt>
              <c:pt idx="743">
                <c:v>-60.213322988025091</c:v>
              </c:pt>
              <c:pt idx="744">
                <c:v>-60.038042806018055</c:v>
              </c:pt>
              <c:pt idx="745">
                <c:v>-59.882426675620891</c:v>
              </c:pt>
              <c:pt idx="746">
                <c:v>-59.745397471324814</c:v>
              </c:pt>
              <c:pt idx="747">
                <c:v>-59.626018155664966</c:v>
              </c:pt>
              <c:pt idx="748">
                <c:v>-59.523472696339724</c:v>
              </c:pt>
              <c:pt idx="749">
                <c:v>-59.437050452888982</c:v>
              </c:pt>
              <c:pt idx="750">
                <c:v>-59.366133340382547</c:v>
              </c:pt>
              <c:pt idx="751">
                <c:v>-59.31018523850824</c:v>
              </c:pt>
              <c:pt idx="752">
                <c:v>-59.268743234776132</c:v>
              </c:pt>
              <c:pt idx="753">
                <c:v>-59.241410381581531</c:v>
              </c:pt>
              <c:pt idx="754">
                <c:v>-59.227849716539176</c:v>
              </c:pt>
              <c:pt idx="755">
                <c:v>-59.227779349465109</c:v>
              </c:pt>
              <c:pt idx="756">
                <c:v>-59.240968461717088</c:v>
              </c:pt>
              <c:pt idx="757">
                <c:v>-59.267234097287925</c:v>
              </c:pt>
              <c:pt idx="758">
                <c:v>-59.306438652285884</c:v>
              </c:pt>
              <c:pt idx="759">
                <c:v>-59.358487991898301</c:v>
              </c:pt>
              <c:pt idx="760">
                <c:v>-59.423330142899353</c:v>
              </c:pt>
              <c:pt idx="761">
                <c:v>-59.500954526242758</c:v>
              </c:pt>
              <c:pt idx="762">
                <c:v>-59.591391709102759</c:v>
              </c:pt>
              <c:pt idx="763">
                <c:v>-59.69471366959916</c:v>
              </c:pt>
              <c:pt idx="764">
                <c:v>-59.811034581005522</c:v>
              </c:pt>
              <c:pt idx="765">
                <c:v>-59.940512136112417</c:v>
              </c:pt>
              <c:pt idx="766">
                <c:v>-60.083349447240273</c:v>
              </c:pt>
              <c:pt idx="767">
                <c:v>-60.2397975738767</c:v>
              </c:pt>
              <c:pt idx="768">
                <c:v>-60.41015874887826</c:v>
              </c:pt>
              <c:pt idx="769">
                <c:v>-60.594790396639972</c:v>
              </c:pt>
              <c:pt idx="770">
                <c:v>-60.794110063875699</c:v>
              </c:pt>
              <c:pt idx="771">
                <c:v>-61.008601417337651</c:v>
              </c:pt>
              <c:pt idx="772">
                <c:v>-61.238821505138446</c:v>
              </c:pt>
              <c:pt idx="773">
                <c:v>-61.485409532304729</c:v>
              </c:pt>
              <c:pt idx="774">
                <c:v>-61.749097470862679</c:v>
              </c:pt>
              <c:pt idx="775">
                <c:v>-62.030722915783329</c:v>
              </c:pt>
              <c:pt idx="776">
                <c:v>-62.331244718444978</c:v>
              </c:pt>
              <c:pt idx="777">
                <c:v>-62.651762090209644</c:v>
              </c:pt>
              <c:pt idx="778">
                <c:v>-62.993538086595606</c:v>
              </c:pt>
              <c:pt idx="779">
                <c:v>-63.358028681285312</c:v>
              </c:pt>
              <c:pt idx="780">
                <c:v>-63.746919054452952</c:v>
              </c:pt>
              <c:pt idx="781">
                <c:v>-64.162169305530355</c:v>
              </c:pt>
              <c:pt idx="782">
                <c:v>-64.606072639650392</c:v>
              </c:pt>
              <c:pt idx="783">
                <c:v>-65.081330300297722</c:v>
              </c:pt>
              <c:pt idx="784">
                <c:v>-65.59114933824884</c:v>
              </c:pt>
              <c:pt idx="785">
                <c:v>-66.139372064727127</c:v>
              </c:pt>
              <c:pt idx="786">
                <c:v>-66.730650320291304</c:v>
              </c:pt>
              <c:pt idx="787">
                <c:v>-67.37068452108889</c:v>
              </c:pt>
              <c:pt idx="788">
                <c:v>-68.066558661653147</c:v>
              </c:pt>
              <c:pt idx="789">
                <c:v>-68.827221508141534</c:v>
              </c:pt>
              <c:pt idx="790">
                <c:v>-69.664197862316129</c:v>
              </c:pt>
              <c:pt idx="791">
                <c:v>-70.592675928886095</c:v>
              </c:pt>
              <c:pt idx="792">
                <c:v>-71.633237899561578</c:v>
              </c:pt>
              <c:pt idx="793">
                <c:v>-72.814752287068927</c:v>
              </c:pt>
              <c:pt idx="794">
                <c:v>-74.179511039697445</c:v>
              </c:pt>
              <c:pt idx="795">
                <c:v>-75.793092882506244</c:v>
              </c:pt>
              <c:pt idx="796">
                <c:v>-77.76537328740973</c:v>
              </c:pt>
              <c:pt idx="797">
                <c:v>-80</c:v>
              </c:pt>
              <c:pt idx="798">
                <c:v>-80</c:v>
              </c:pt>
              <c:pt idx="799">
                <c:v>-80</c:v>
              </c:pt>
              <c:pt idx="800">
                <c:v>-80</c:v>
              </c:pt>
              <c:pt idx="801">
                <c:v>-80</c:v>
              </c:pt>
              <c:pt idx="802">
                <c:v>-80</c:v>
              </c:pt>
              <c:pt idx="803">
                <c:v>-80</c:v>
              </c:pt>
              <c:pt idx="804">
                <c:v>-78.186062802639668</c:v>
              </c:pt>
              <c:pt idx="805">
                <c:v>-76.319017394427874</c:v>
              </c:pt>
              <c:pt idx="806">
                <c:v>-74.810712337393582</c:v>
              </c:pt>
              <c:pt idx="807">
                <c:v>-73.551280561332533</c:v>
              </c:pt>
              <c:pt idx="808">
                <c:v>-72.475151766922806</c:v>
              </c:pt>
              <c:pt idx="809">
                <c:v>-71.540042459715579</c:v>
              </c:pt>
              <c:pt idx="810">
                <c:v>-70.717092613037082</c:v>
              </c:pt>
              <c:pt idx="811">
                <c:v>-69.985728557589397</c:v>
              </c:pt>
              <c:pt idx="812">
                <c:v>-69.33077065162567</c:v>
              </c:pt>
              <c:pt idx="813">
                <c:v>-68.740702701134907</c:v>
              </c:pt>
              <c:pt idx="814">
                <c:v>-68.206584596792169</c:v>
              </c:pt>
              <c:pt idx="815">
                <c:v>-67.721341054329528</c:v>
              </c:pt>
              <c:pt idx="816">
                <c:v>-67.27928042571348</c:v>
              </c:pt>
              <c:pt idx="817">
                <c:v>-66.875759700833925</c:v>
              </c:pt>
              <c:pt idx="818">
                <c:v>-66.506945465812663</c:v>
              </c:pt>
              <c:pt idx="819">
                <c:v>-66.169639638758653</c:v>
              </c:pt>
              <c:pt idx="820">
                <c:v>-65.861150021344827</c:v>
              </c:pt>
              <c:pt idx="821">
                <c:v>-65.579192534694272</c:v>
              </c:pt>
              <c:pt idx="822">
                <c:v>-65.321816291656688</c:v>
              </c:pt>
              <c:pt idx="823">
                <c:v>-65.087345415400165</c:v>
              </c:pt>
              <c:pt idx="824">
                <c:v>-64.874333331795256</c:v>
              </c:pt>
              <c:pt idx="825">
                <c:v>-64.681526486359829</c:v>
              </c:pt>
              <c:pt idx="826">
                <c:v>-64.507835275653477</c:v>
              </c:pt>
              <c:pt idx="827">
                <c:v>-64.352310568645251</c:v>
              </c:pt>
              <c:pt idx="828">
                <c:v>-64.214124608823766</c:v>
              </c:pt>
              <c:pt idx="829">
                <c:v>-64.092555386576308</c:v>
              </c:pt>
              <c:pt idx="830">
                <c:v>-63.986973789249163</c:v>
              </c:pt>
              <c:pt idx="831">
                <c:v>-63.896832997241219</c:v>
              </c:pt>
              <c:pt idx="832">
                <c:v>-63.821659714812881</c:v>
              </c:pt>
              <c:pt idx="833">
                <c:v>-63.761046915320662</c:v>
              </c:pt>
              <c:pt idx="834">
                <c:v>-63.71464785025907</c:v>
              </c:pt>
              <c:pt idx="835">
                <c:v>-63.682171125457856</c:v>
              </c:pt>
              <c:pt idx="836">
                <c:v>-63.663376690118774</c:v>
              </c:pt>
              <c:pt idx="837">
                <c:v>-63.658072618060963</c:v>
              </c:pt>
              <c:pt idx="838">
                <c:v>-63.666112587785335</c:v>
              </c:pt>
              <c:pt idx="839">
                <c:v>-63.687393990432</c:v>
              </c:pt>
              <c:pt idx="840">
                <c:v>-63.721856613670617</c:v>
              </c:pt>
              <c:pt idx="841">
                <c:v>-63.769481866044771</c:v>
              </c:pt>
              <c:pt idx="842">
                <c:v>-63.830292521115254</c:v>
              </c:pt>
              <c:pt idx="843">
                <c:v>-63.904352974620259</c:v>
              </c:pt>
              <c:pt idx="844">
                <c:v>-63.991770021435464</c:v>
              </c:pt>
              <c:pt idx="845">
                <c:v>-64.092694172990036</c:v>
              </c:pt>
              <c:pt idx="846">
                <c:v>-64.207321550618673</c:v>
              </c:pt>
              <c:pt idx="847">
                <c:v>-64.335896406810292</c:v>
              </c:pt>
              <c:pt idx="848">
                <c:v>-64.478714345281048</c:v>
              </c:pt>
              <c:pt idx="849">
                <c:v>-64.636126333261558</c:v>
              </c:pt>
              <c:pt idx="850">
                <c:v>-64.808543626630694</c:v>
              </c:pt>
              <c:pt idx="851">
                <c:v>-64.996443762212664</c:v>
              </c:pt>
              <c:pt idx="852">
                <c:v>-65.20037781389037</c:v>
              </c:pt>
              <c:pt idx="853">
                <c:v>-65.420979163154456</c:v>
              </c:pt>
              <c:pt idx="854">
                <c:v>-65.658974104378586</c:v>
              </c:pt>
              <c:pt idx="855">
                <c:v>-65.915194696140446</c:v>
              </c:pt>
              <c:pt idx="856">
                <c:v>-66.190594390236782</c:v>
              </c:pt>
              <c:pt idx="857">
                <c:v>-66.486267130982156</c:v>
              </c:pt>
              <c:pt idx="858">
                <c:v>-66.803470835265188</c:v>
              </c:pt>
              <c:pt idx="859">
                <c:v>-67.143656462595018</c:v>
              </c:pt>
              <c:pt idx="860">
                <c:v>-67.508504299614899</c:v>
              </c:pt>
              <c:pt idx="861">
                <c:v>-67.899969669195656</c:v>
              </c:pt>
              <c:pt idx="862">
                <c:v>-68.320341113341541</c:v>
              </c:pt>
              <c:pt idx="863">
                <c:v>-68.77231532243303</c:v>
              </c:pt>
              <c:pt idx="864">
                <c:v>-69.259094900882502</c:v>
              </c:pt>
              <c:pt idx="865">
                <c:v>-69.784517817123444</c:v>
              </c:pt>
              <c:pt idx="866">
                <c:v>-70.353231669446558</c:v>
              </c:pt>
              <c:pt idx="867">
                <c:v>-70.970932729309567</c:v>
              </c:pt>
              <c:pt idx="868">
                <c:v>-71.644700941294872</c:v>
              </c:pt>
              <c:pt idx="869">
                <c:v>-72.383481113608056</c:v>
              </c:pt>
              <c:pt idx="870">
                <c:v>-73.198794179414946</c:v>
              </c:pt>
              <c:pt idx="871">
                <c:v>-74.105824561631465</c:v>
              </c:pt>
              <c:pt idx="872">
                <c:v>-75.125150754513996</c:v>
              </c:pt>
              <c:pt idx="873">
                <c:v>-76.285637655294806</c:v>
              </c:pt>
              <c:pt idx="874">
                <c:v>-77.629573676430681</c:v>
              </c:pt>
              <c:pt idx="875">
                <c:v>-79.222534084589313</c:v>
              </c:pt>
              <c:pt idx="876">
                <c:v>-80</c:v>
              </c:pt>
              <c:pt idx="877">
                <c:v>-80</c:v>
              </c:pt>
              <c:pt idx="878">
                <c:v>-80</c:v>
              </c:pt>
              <c:pt idx="879">
                <c:v>-80</c:v>
              </c:pt>
              <c:pt idx="880">
                <c:v>-80</c:v>
              </c:pt>
              <c:pt idx="881">
                <c:v>-80</c:v>
              </c:pt>
              <c:pt idx="882">
                <c:v>-80</c:v>
              </c:pt>
              <c:pt idx="883">
                <c:v>-80</c:v>
              </c:pt>
              <c:pt idx="884">
                <c:v>-80</c:v>
              </c:pt>
              <c:pt idx="885">
                <c:v>-79.55260601120726</c:v>
              </c:pt>
              <c:pt idx="886">
                <c:v>-78.025685666977637</c:v>
              </c:pt>
              <c:pt idx="887">
                <c:v>-76.747803725846268</c:v>
              </c:pt>
              <c:pt idx="888">
                <c:v>-75.653387265134683</c:v>
              </c:pt>
              <c:pt idx="889">
                <c:v>-74.700150220064529</c:v>
              </c:pt>
              <c:pt idx="890">
                <c:v>-73.859230045303661</c:v>
              </c:pt>
              <c:pt idx="891">
                <c:v>-73.110050603252276</c:v>
              </c:pt>
              <c:pt idx="892">
                <c:v>-72.437429832944616</c:v>
              </c:pt>
              <c:pt idx="893">
                <c:v>-71.829849168998749</c:v>
              </c:pt>
              <c:pt idx="894">
                <c:v>-71.27836617736952</c:v>
              </c:pt>
              <c:pt idx="895">
                <c:v>-70.77590329455812</c:v>
              </c:pt>
              <c:pt idx="896">
                <c:v>-70.316766637663449</c:v>
              </c:pt>
              <c:pt idx="897">
                <c:v>-69.896311004978529</c:v>
              </c:pt>
              <c:pt idx="898">
                <c:v>-69.510700833238943</c:v>
              </c:pt>
              <c:pt idx="899">
                <c:v>-69.156735932349434</c:v>
              </c:pt>
              <c:pt idx="900">
                <c:v>-68.831722035962414</c:v>
              </c:pt>
              <c:pt idx="901">
                <c:v>-68.533373036395005</c:v>
              </c:pt>
              <c:pt idx="902">
                <c:v>-68.259736055964723</c:v>
              </c:pt>
              <c:pt idx="903">
                <c:v>-68.009133264667526</c:v>
              </c:pt>
              <c:pt idx="904">
                <c:v>-67.780116171674891</c:v>
              </c:pt>
              <c:pt idx="905">
                <c:v>-67.571429341416803</c:v>
              </c:pt>
              <c:pt idx="906">
                <c:v>-67.381981324139019</c:v>
              </c:pt>
              <c:pt idx="907">
                <c:v>-67.210821176457614</c:v>
              </c:pt>
              <c:pt idx="908">
                <c:v>-67.057119362678534</c:v>
              </c:pt>
              <c:pt idx="909">
                <c:v>-66.920152126408908</c:v>
              </c:pt>
              <c:pt idx="910">
                <c:v>-66.799288639870497</c:v>
              </c:pt>
              <c:pt idx="911">
                <c:v>-66.693980399267772</c:v>
              </c:pt>
              <c:pt idx="912">
                <c:v>-66.603752454891051</c:v>
              </c:pt>
              <c:pt idx="913">
                <c:v>-66.528196155664943</c:v>
              </c:pt>
              <c:pt idx="914">
                <c:v>-66.46696315752294</c:v>
              </c:pt>
              <c:pt idx="915">
                <c:v>-66.419760498955554</c:v>
              </c:pt>
              <c:pt idx="916">
                <c:v>-66.38634658941568</c:v>
              </c:pt>
              <c:pt idx="917">
                <c:v>-66.366527989949617</c:v>
              </c:pt>
              <c:pt idx="918">
                <c:v>-66.360156892663781</c:v>
              </c:pt>
              <c:pt idx="919">
                <c:v>-66.367129228100254</c:v>
              </c:pt>
              <c:pt idx="920">
                <c:v>-66.387383348561059</c:v>
              </c:pt>
              <c:pt idx="921">
                <c:v>-66.420899251901332</c:v>
              </c:pt>
              <c:pt idx="922">
                <c:v>-66.467698325136041</c:v>
              </c:pt>
              <c:pt idx="923">
                <c:v>-66.52784360107772</c:v>
              </c:pt>
              <c:pt idx="924">
                <c:v>-66.601440534787869</c:v>
              </c:pt>
              <c:pt idx="925">
                <c:v>-66.688638320497404</c:v>
              </c:pt>
              <c:pt idx="926">
                <c:v>-66.7896317844762</c:v>
              </c:pt>
              <c:pt idx="927">
                <c:v>-66.904663905811589</c:v>
              </c:pt>
              <c:pt idx="928">
                <c:v>-67.034029036023412</c:v>
              </c:pt>
              <c:pt idx="929">
                <c:v>-67.178076910904963</c:v>
              </c:pt>
              <c:pt idx="930">
                <c:v>-67.337217575221871</c:v>
              </c:pt>
              <c:pt idx="931">
                <c:v>-67.511927374585412</c:v>
              </c:pt>
              <c:pt idx="932">
                <c:v>-67.70275621115276</c:v>
              </c:pt>
              <c:pt idx="933">
                <c:v>-67.910336313773286</c:v>
              </c:pt>
              <c:pt idx="934">
                <c:v>-68.135392842871241</c:v>
              </c:pt>
              <c:pt idx="935">
                <c:v>-68.378756741383995</c:v>
              </c:pt>
              <c:pt idx="936">
                <c:v>-68.641380363403798</c:v>
              </c:pt>
              <c:pt idx="937">
                <c:v>-68.924356573112476</c:v>
              </c:pt>
              <c:pt idx="938">
                <c:v>-69.228942224482651</c:v>
              </c:pt>
              <c:pt idx="939">
                <c:v>-69.556587230977826</c:v>
              </c:pt>
              <c:pt idx="940">
                <c:v>-69.908970849728121</c:v>
              </c:pt>
              <c:pt idx="941">
                <c:v>-70.288047390294054</c:v>
              </c:pt>
              <c:pt idx="942">
                <c:v>-70.696104397250835</c:v>
              </c:pt>
              <c:pt idx="943">
                <c:v>-71.135837579117151</c:v>
              </c:pt>
              <c:pt idx="944">
                <c:v>-71.610448573704659</c:v>
              </c:pt>
              <c:pt idx="945">
                <c:v>-72.123774397807964</c:v>
              </c:pt>
              <c:pt idx="946">
                <c:v>-72.680461712749079</c:v>
              </c:pt>
              <c:pt idx="947">
                <c:v>-73.286205867402245</c:v>
              </c:pt>
              <c:pt idx="948">
                <c:v>-73.948085897873199</c:v>
              </c:pt>
              <c:pt idx="949">
                <c:v>-74.675045717726405</c:v>
              </c:pt>
              <c:pt idx="950">
                <c:v>-75.478605379056404</c:v>
              </c:pt>
              <c:pt idx="951">
                <c:v>-76.373948437018996</c:v>
              </c:pt>
              <c:pt idx="952">
                <c:v>-77.381652531168342</c:v>
              </c:pt>
              <c:pt idx="953">
                <c:v>-78.53058171684529</c:v>
              </c:pt>
              <c:pt idx="954">
                <c:v>-79.863023577184549</c:v>
              </c:pt>
              <c:pt idx="955">
                <c:v>-80</c:v>
              </c:pt>
              <c:pt idx="956">
                <c:v>-80</c:v>
              </c:pt>
              <c:pt idx="957">
                <c:v>-80</c:v>
              </c:pt>
              <c:pt idx="958">
                <c:v>-80</c:v>
              </c:pt>
              <c:pt idx="959">
                <c:v>-80</c:v>
              </c:pt>
              <c:pt idx="960">
                <c:v>-80</c:v>
              </c:pt>
              <c:pt idx="961">
                <c:v>-80</c:v>
              </c:pt>
              <c:pt idx="962">
                <c:v>-80</c:v>
              </c:pt>
              <c:pt idx="963">
                <c:v>-80</c:v>
              </c:pt>
              <c:pt idx="964">
                <c:v>-80</c:v>
              </c:pt>
              <c:pt idx="965">
                <c:v>-80</c:v>
              </c:pt>
              <c:pt idx="966">
                <c:v>-80</c:v>
              </c:pt>
              <c:pt idx="967">
                <c:v>-78.837257117346326</c:v>
              </c:pt>
              <c:pt idx="968">
                <c:v>-77.732155686471259</c:v>
              </c:pt>
              <c:pt idx="969">
                <c:v>-76.768286145650904</c:v>
              </c:pt>
              <c:pt idx="970">
                <c:v>-75.916785292617078</c:v>
              </c:pt>
              <c:pt idx="971">
                <c:v>-75.157076342039545</c:v>
              </c:pt>
              <c:pt idx="972">
                <c:v>-74.473976594267043</c:v>
              </c:pt>
              <c:pt idx="973">
                <c:v>-73.855966854119657</c:v>
              </c:pt>
              <c:pt idx="974">
                <c:v>-73.294104066487222</c:v>
              </c:pt>
              <c:pt idx="975">
                <c:v>-72.781310055388687</c:v>
              </c:pt>
              <c:pt idx="976">
                <c:v>-72.311890333875397</c:v>
              </c:pt>
              <c:pt idx="977">
                <c:v>-71.88119910448313</c:v>
              </c:pt>
              <c:pt idx="978">
                <c:v>-71.485400216339258</c:v>
              </c:pt>
              <c:pt idx="979">
                <c:v>-71.121292899750543</c:v>
              </c:pt>
              <c:pt idx="980">
                <c:v>-70.786182316646475</c:v>
              </c:pt>
              <c:pt idx="981">
                <c:v>-70.477781795363342</c:v>
              </c:pt>
              <c:pt idx="982">
                <c:v>-70.194137901849942</c:v>
              </c:pt>
              <c:pt idx="983">
                <c:v>-69.933572257218572</c:v>
              </c:pt>
              <c:pt idx="984">
                <c:v>-69.694635829117146</c:v>
              </c:pt>
              <c:pt idx="985">
                <c:v>-69.476072647690401</c:v>
              </c:pt>
              <c:pt idx="986">
                <c:v>-69.27679073601746</c:v>
              </c:pt>
              <c:pt idx="987">
                <c:v>-69.095838630549252</c:v>
              </c:pt>
              <c:pt idx="988">
                <c:v>-68.932386282313388</c:v>
              </c:pt>
              <c:pt idx="989">
                <c:v>-68.785709428413</c:v>
              </c:pt>
              <c:pt idx="990">
                <c:v>-68.65517674123015</c:v>
              </c:pt>
              <c:pt idx="991">
                <c:v>-68.540239223685916</c:v>
              </c:pt>
              <c:pt idx="992">
                <c:v>-68.440421439237809</c:v>
              </c:pt>
              <c:pt idx="993">
                <c:v>-68.355314256324689</c:v>
              </c:pt>
              <c:pt idx="994">
                <c:v>-68.284568856639652</c:v>
              </c:pt>
              <c:pt idx="995">
                <c:v>-68.227891810578754</c:v>
              </c:pt>
              <c:pt idx="996">
                <c:v>-68.185041065548802</c:v>
              </c:pt>
              <c:pt idx="997">
                <c:v>-68.155822726502663</c:v>
              </c:pt>
              <c:pt idx="998">
                <c:v>-68.14008853531233</c:v>
              </c:pt>
              <c:pt idx="999">
                <c:v>-68.137733978052538</c:v>
              </c:pt>
              <c:pt idx="1000">
                <c:v>-68.14869696823483</c:v>
              </c:pt>
              <c:pt idx="1001">
                <c:v>-68.172957070512552</c:v>
              </c:pt>
              <c:pt idx="1002">
                <c:v>-68.210535244200756</c:v>
              </c:pt>
              <c:pt idx="1003">
                <c:v>-68.261494099829108</c:v>
              </c:pt>
              <c:pt idx="1004">
                <c:v>-68.325938675509846</c:v>
              </c:pt>
              <c:pt idx="1005">
                <c:v>-68.404017753776671</c:v>
              </c:pt>
              <c:pt idx="1006">
                <c:v>-68.495925754373872</c:v>
              </c:pt>
              <c:pt idx="1007">
                <c:v>-68.601905254956549</c:v>
              </c:pt>
              <c:pt idx="1008">
                <c:v>-68.722250210628161</c:v>
              </c:pt>
              <c:pt idx="1009">
                <c:v>-68.857309965706079</c:v>
              </c:pt>
              <c:pt idx="1010">
                <c:v>-69.007494178346164</c:v>
              </c:pt>
              <c:pt idx="1011">
                <c:v>-69.173278812343113</c:v>
              </c:pt>
              <c:pt idx="1012">
                <c:v>-69.355213392759396</c:v>
              </c:pt>
              <c:pt idx="1013">
                <c:v>-69.553929776001283</c:v>
              </c:pt>
              <c:pt idx="1014">
                <c:v>-69.770152754632889</c:v>
              </c:pt>
              <c:pt idx="1015">
                <c:v>-70.004712908246617</c:v>
              </c:pt>
              <c:pt idx="1016">
                <c:v>-70.258562232038784</c:v>
              </c:pt>
              <c:pt idx="1017">
                <c:v>-70.532793235679222</c:v>
              </c:pt>
              <c:pt idx="1018">
                <c:v>-70.828662422948526</c:v>
              </c:pt>
              <c:pt idx="1019">
                <c:v>-71.147619361375519</c:v>
              </c:pt>
              <c:pt idx="1020">
                <c:v>-71.491342966351382</c:v>
              </c:pt>
              <c:pt idx="1021">
                <c:v>-71.861787209832997</c:v>
              </c:pt>
              <c:pt idx="1022">
                <c:v>-72.261239302867892</c:v>
              </c:pt>
              <c:pt idx="1023">
                <c:v>-72.692394624464669</c:v>
              </c:pt>
              <c:pt idx="1024">
                <c:v>-73.158454486885461</c:v>
              </c:pt>
              <c:pt idx="1025">
                <c:v>-73.663255585279416</c:v>
              </c:pt>
              <c:pt idx="1026">
                <c:v>-74.211444263172282</c:v>
              </c:pt>
              <c:pt idx="1027">
                <c:v>-74.80871555543672</c:v>
              </c:pt>
              <c:pt idx="1028">
                <c:v>-75.462148187918402</c:v>
              </c:pt>
              <c:pt idx="1029">
                <c:v>-76.180685767611195</c:v>
              </c:pt>
              <c:pt idx="1030">
                <c:v>-76.975848043676621</c:v>
              </c:pt>
              <c:pt idx="1031">
                <c:v>-77.862818271924908</c:v>
              </c:pt>
              <c:pt idx="1032">
                <c:v>-78.862173796102496</c:v>
              </c:pt>
              <c:pt idx="1033">
                <c:v>-80</c:v>
              </c:pt>
              <c:pt idx="1034">
                <c:v>-80</c:v>
              </c:pt>
              <c:pt idx="1035">
                <c:v>-80</c:v>
              </c:pt>
              <c:pt idx="1036">
                <c:v>-80</c:v>
              </c:pt>
              <c:pt idx="1037">
                <c:v>-80</c:v>
              </c:pt>
              <c:pt idx="1038">
                <c:v>-80</c:v>
              </c:pt>
              <c:pt idx="1039">
                <c:v>-80</c:v>
              </c:pt>
              <c:pt idx="1040">
                <c:v>-80</c:v>
              </c:pt>
              <c:pt idx="1041">
                <c:v>-80</c:v>
              </c:pt>
              <c:pt idx="1042">
                <c:v>-80</c:v>
              </c:pt>
              <c:pt idx="1043">
                <c:v>-80</c:v>
              </c:pt>
              <c:pt idx="1044">
                <c:v>-80</c:v>
              </c:pt>
              <c:pt idx="1045">
                <c:v>-80</c:v>
              </c:pt>
              <c:pt idx="1046">
                <c:v>-80</c:v>
              </c:pt>
              <c:pt idx="1047">
                <c:v>-80</c:v>
              </c:pt>
              <c:pt idx="1048">
                <c:v>-79.082170765687138</c:v>
              </c:pt>
              <c:pt idx="1049">
                <c:v>-78.110323016288746</c:v>
              </c:pt>
              <c:pt idx="1050">
                <c:v>-77.250863443103441</c:v>
              </c:pt>
              <c:pt idx="1051">
                <c:v>-76.483215023833196</c:v>
              </c:pt>
              <c:pt idx="1052">
                <c:v>-75.792194824564319</c:v>
              </c:pt>
              <c:pt idx="1053">
                <c:v>-75.166283418524927</c:v>
              </c:pt>
              <c:pt idx="1054">
                <c:v>-74.596537521648855</c:v>
              </c:pt>
              <c:pt idx="1055">
                <c:v>-74.075878731601748</c:v>
              </c:pt>
              <c:pt idx="1056">
                <c:v>-73.598612337651005</c:v>
              </c:pt>
              <c:pt idx="1057">
                <c:v>-73.160092321085102</c:v>
              </c:pt>
              <c:pt idx="1058">
                <c:v>-72.756482312288838</c:v>
              </c:pt>
              <c:pt idx="1059">
                <c:v>-72.384581325299536</c:v>
              </c:pt>
              <c:pt idx="1060">
                <c:v>-72.041694308219078</c:v>
              </c:pt>
              <c:pt idx="1061">
                <c:v>-71.725534377967492</c:v>
              </c:pt>
              <c:pt idx="1062">
                <c:v>-71.434147891458551</c:v>
              </c:pt>
              <c:pt idx="1063">
                <c:v>-71.165856263120972</c:v>
              </c:pt>
              <c:pt idx="1064">
                <c:v>-70.919210256241428</c:v>
              </c:pt>
              <c:pt idx="1065">
                <c:v>-70.692953698896787</c:v>
              </c:pt>
              <c:pt idx="1066">
                <c:v>-70.485994414363503</c:v>
              </c:pt>
              <c:pt idx="1067">
                <c:v>-70.297380741527064</c:v>
              </c:pt>
              <c:pt idx="1068">
                <c:v>-70.126282436059356</c:v>
              </c:pt>
              <c:pt idx="1069">
                <c:v>-69.971975041890346</c:v>
              </c:pt>
              <c:pt idx="1070">
                <c:v>-69.833827040384961</c:v>
              </c:pt>
              <c:pt idx="1071">
                <c:v>-69.71128924557668</c:v>
              </c:pt>
              <c:pt idx="1072">
                <c:v>-69.603886034139308</c:v>
              </c:pt>
              <c:pt idx="1073">
                <c:v>-69.511208089806075</c:v>
              </c:pt>
              <c:pt idx="1074">
                <c:v>-69.43290641161758</c:v>
              </c:pt>
              <c:pt idx="1075">
                <c:v>-69.368687389345695</c:v>
              </c:pt>
              <c:pt idx="1076">
                <c:v>-69.318308791776786</c:v>
              </c:pt>
              <c:pt idx="1077">
                <c:v>-69.281576547223153</c:v>
              </c:pt>
              <c:pt idx="1078">
                <c:v>-69.25834222287213</c:v>
              </c:pt>
              <c:pt idx="1079">
                <c:v>-69.248501132046471</c:v>
              </c:pt>
              <c:pt idx="1080">
                <c:v>-69.251991017415293</c:v>
              </c:pt>
              <c:pt idx="1081">
                <c:v>-69.268791274676289</c:v>
              </c:pt>
              <c:pt idx="1082">
                <c:v>-69.298922696053182</c:v>
              </c:pt>
              <c:pt idx="1083">
                <c:v>-69.342447726826592</c:v>
              </c:pt>
              <c:pt idx="1084">
                <c:v>-69.399471241680132</c:v>
              </c:pt>
              <c:pt idx="1085">
                <c:v>-69.470141861517689</c:v>
              </c:pt>
              <c:pt idx="1086">
                <c:v>-69.554653846231474</c:v>
              </c:pt>
              <c:pt idx="1087">
                <c:v>-69.653249615381171</c:v>
              </c:pt>
              <c:pt idx="1088">
                <c:v>-69.766222967710931</c:v>
              </c:pt>
              <c:pt idx="1089">
                <c:v>-69.893923092894426</c:v>
              </c:pt>
              <c:pt idx="1090">
                <c:v>-70.036759496139382</c:v>
              </c:pt>
              <c:pt idx="1091">
                <c:v>-70.195207989968054</c:v>
              </c:pt>
              <c:pt idx="1092">
                <c:v>-70.369817949826555</c:v>
              </c:pt>
              <c:pt idx="1093">
                <c:v>-70.561221084141565</c:v>
              </c:pt>
              <c:pt idx="1094">
                <c:v>-70.770142039115242</c:v>
              </c:pt>
              <c:pt idx="1095">
                <c:v>-70.997411249576871</c:v>
              </c:pt>
              <c:pt idx="1096">
                <c:v>-71.243980567539836</c:v>
              </c:pt>
              <c:pt idx="1097">
                <c:v>-71.510942361052798</c:v>
              </c:pt>
              <c:pt idx="1098">
                <c:v>-71.799552993818992</c:v>
              </c:pt>
              <c:pt idx="1099">
                <c:v>-72.111261894815527</c:v>
              </c:pt>
              <c:pt idx="1100">
                <c:v>-72.44774784238993</c:v>
              </c:pt>
              <c:pt idx="1101">
                <c:v>-72.810964672946056</c:v>
              </c:pt>
              <c:pt idx="1102">
                <c:v>-73.203199463451639</c:v>
              </c:pt>
              <c:pt idx="1103">
                <c:v>-73.627147460291809</c:v>
              </c:pt>
              <c:pt idx="1104">
                <c:v>-74.086009844544463</c:v>
              </c:pt>
              <c:pt idx="1105">
                <c:v>-74.583623181597289</c:v>
              </c:pt>
              <c:pt idx="1106">
                <c:v>-75.124633686620854</c:v>
              </c:pt>
              <c:pt idx="1107">
                <c:v>-75.714736267522582</c:v>
              </c:pt>
              <c:pt idx="1108">
                <c:v>-76.361009524556636</c:v>
              </c:pt>
              <c:pt idx="1109">
                <c:v>-77.0723969404836</c:v>
              </c:pt>
              <c:pt idx="1110">
                <c:v>-77.860418141573746</c:v>
              </c:pt>
              <c:pt idx="1111">
                <c:v>-78.740256262072805</c:v>
              </c:pt>
              <c:pt idx="1112">
                <c:v>-79.732488525474139</c:v>
              </c:pt>
              <c:pt idx="1113">
                <c:v>-80</c:v>
              </c:pt>
              <c:pt idx="1114">
                <c:v>-80</c:v>
              </c:pt>
              <c:pt idx="1115">
                <c:v>-80</c:v>
              </c:pt>
              <c:pt idx="1116">
                <c:v>-80</c:v>
              </c:pt>
              <c:pt idx="1117">
                <c:v>-80</c:v>
              </c:pt>
              <c:pt idx="1118">
                <c:v>-80</c:v>
              </c:pt>
              <c:pt idx="1119">
                <c:v>-80</c:v>
              </c:pt>
              <c:pt idx="1120">
                <c:v>-80</c:v>
              </c:pt>
              <c:pt idx="1121">
                <c:v>-80</c:v>
              </c:pt>
              <c:pt idx="1122">
                <c:v>-80</c:v>
              </c:pt>
              <c:pt idx="1123">
                <c:v>-80</c:v>
              </c:pt>
              <c:pt idx="1124">
                <c:v>-80</c:v>
              </c:pt>
              <c:pt idx="1125">
                <c:v>-80</c:v>
              </c:pt>
              <c:pt idx="1126">
                <c:v>-80</c:v>
              </c:pt>
              <c:pt idx="1127">
                <c:v>-80</c:v>
              </c:pt>
              <c:pt idx="1128">
                <c:v>-79.839623237502067</c:v>
              </c:pt>
              <c:pt idx="1129">
                <c:v>-78.860785426583334</c:v>
              </c:pt>
              <c:pt idx="1130">
                <c:v>-77.994342681950201</c:v>
              </c:pt>
              <c:pt idx="1131">
                <c:v>-77.21971788325159</c:v>
              </c:pt>
              <c:pt idx="1132">
                <c:v>-76.521727999555878</c:v>
              </c:pt>
              <c:pt idx="1133">
                <c:v>-75.888853508095977</c:v>
              </c:pt>
              <c:pt idx="1134">
                <c:v>-75.312151029820953</c:v>
              </c:pt>
              <c:pt idx="1135">
                <c:v>-74.784542068409863</c:v>
              </c:pt>
              <c:pt idx="1136">
                <c:v>-74.300331820129571</c:v>
              </c:pt>
              <c:pt idx="1137">
                <c:v>-73.854874174242028</c:v>
              </c:pt>
              <c:pt idx="1138">
                <c:v>-73.444332670067553</c:v>
              </c:pt>
              <c:pt idx="1139">
                <c:v>-73.065506231529241</c:v>
              </c:pt>
              <c:pt idx="1140">
                <c:v>-72.715699717553207</c:v>
              </c:pt>
              <c:pt idx="1141">
                <c:v>-72.392626156810735</c:v>
              </c:pt>
              <c:pt idx="1142">
                <c:v>-72.094331818881969</c:v>
              </c:pt>
              <c:pt idx="1143">
                <c:v>-71.819138031766002</c:v>
              </c:pt>
              <c:pt idx="1144">
                <c:v>-71.565595473212255</c:v>
              </c:pt>
              <c:pt idx="1145">
                <c:v>-71.332447886641631</c:v>
              </c:pt>
              <c:pt idx="1146">
                <c:v>-71.118603011544607</c:v>
              </c:pt>
              <c:pt idx="1147">
                <c:v>-70.923109103879526</c:v>
              </c:pt>
              <c:pt idx="1148">
                <c:v>-70.74513583723899</c:v>
              </c:pt>
              <c:pt idx="1149">
                <c:v>-70.583958674310622</c:v>
              </c:pt>
              <c:pt idx="1150">
                <c:v>-70.438946016042976</c:v>
              </c:pt>
              <c:pt idx="1151">
                <c:v>-70.309548596868382</c:v>
              </c:pt>
              <c:pt idx="1152">
                <c:v>-70.195290714663955</c:v>
              </c:pt>
              <c:pt idx="1153">
                <c:v>-70.095762975160071</c:v>
              </c:pt>
              <c:pt idx="1154">
                <c:v>-70.010616300177702</c:v>
              </c:pt>
              <c:pt idx="1155">
                <c:v>-69.939557003041813</c:v>
              </c:pt>
              <c:pt idx="1156">
                <c:v>-69.882342776854159</c:v>
              </c:pt>
              <c:pt idx="1157">
                <c:v>-69.838779474994269</c:v>
              </c:pt>
              <c:pt idx="1158">
                <c:v>-69.808718590458327</c:v>
              </c:pt>
              <c:pt idx="1159">
                <c:v>-69.792055363109199</c:v>
              </c:pt>
              <c:pt idx="1160">
                <c:v>-69.78872746287729</c:v>
              </c:pt>
              <c:pt idx="1161">
                <c:v>-69.798714213432504</c:v>
              </c:pt>
              <c:pt idx="1162">
                <c:v>-69.822036335671783</c:v>
              </c:pt>
              <c:pt idx="1163">
                <c:v>-69.858756204239768</c:v>
              </c:pt>
              <c:pt idx="1164">
                <c:v>-69.908978623865067</c:v>
              </c:pt>
              <c:pt idx="1165">
                <c:v>-69.972852146167654</c:v>
              </c:pt>
              <c:pt idx="1166">
                <c:v>-70.050570962416941</c:v>
              </c:pt>
              <c:pt idx="1167">
                <c:v>-70.142377424201243</c:v>
              </c:pt>
              <c:pt idx="1168">
                <c:v>-70.24856526293496</c:v>
              </c:pt>
              <c:pt idx="1169">
                <c:v>-70.36948360159397</c:v>
              </c:pt>
              <c:pt idx="1170">
                <c:v>-70.505541879310499</c:v>
              </c:pt>
              <c:pt idx="1171">
                <c:v>-70.657215843144002</c:v>
              </c:pt>
              <c:pt idx="1172">
                <c:v>-70.825054803680928</c:v>
              </c:pt>
              <c:pt idx="1173">
                <c:v>-71.009690405081926</c:v>
              </c:pt>
              <c:pt idx="1174">
                <c:v>-71.211847229867317</c:v>
              </c:pt>
              <c:pt idx="1175">
                <c:v>-71.432355649759288</c:v>
              </c:pt>
              <c:pt idx="1176">
                <c:v>-71.672167454229495</c:v>
              </c:pt>
              <c:pt idx="1177">
                <c:v>-71.932374949340925</c:v>
              </c:pt>
              <c:pt idx="1178">
                <c:v>-72.214234437357817</c:v>
              </c:pt>
              <c:pt idx="1179">
                <c:v>-72.519195286355881</c:v>
              </c:pt>
              <c:pt idx="1180">
                <c:v>-72.84893621430939</c:v>
              </c:pt>
              <c:pt idx="1181">
                <c:v>-73.205410997768112</c:v>
              </c:pt>
              <c:pt idx="1182">
                <c:v>-73.590906654355578</c:v>
              </c:pt>
              <c:pt idx="1183">
                <c:v>-74.008118371613548</c:v>
              </c:pt>
              <c:pt idx="1184">
                <c:v>-74.460247272268305</c:v>
              </c:pt>
              <c:pt idx="1185">
                <c:v>-74.951129863838702</c:v>
              </c:pt>
              <c:pt idx="1186">
                <c:v>-75.485412304100052</c:v>
              </c:pt>
              <c:pt idx="1187">
                <c:v>-76.068789444029207</c:v>
              </c:pt>
              <c:pt idx="1188">
                <c:v>-76.708339827405723</c:v>
              </c:pt>
              <c:pt idx="1189">
                <c:v>-77.413006880962257</c:v>
              </c:pt>
              <c:pt idx="1190">
                <c:v>-78.194310175379243</c:v>
              </c:pt>
              <c:pt idx="1191">
                <c:v>-79.067432789741574</c:v>
              </c:pt>
              <c:pt idx="1192">
                <c:v>-80</c:v>
              </c:pt>
              <c:pt idx="1193">
                <c:v>-80</c:v>
              </c:pt>
              <c:pt idx="1194">
                <c:v>-80</c:v>
              </c:pt>
              <c:pt idx="1195">
                <c:v>-80</c:v>
              </c:pt>
              <c:pt idx="1196">
                <c:v>-80</c:v>
              </c:pt>
              <c:pt idx="1197">
                <c:v>-80</c:v>
              </c:pt>
              <c:pt idx="1198">
                <c:v>-80</c:v>
              </c:pt>
              <c:pt idx="1199">
                <c:v>-80</c:v>
              </c:pt>
              <c:pt idx="1200">
                <c:v>-80</c:v>
              </c:pt>
              <c:pt idx="1201">
                <c:v>-80</c:v>
              </c:pt>
              <c:pt idx="1202">
                <c:v>-80</c:v>
              </c:pt>
              <c:pt idx="1203">
                <c:v>-80</c:v>
              </c:pt>
              <c:pt idx="1204">
                <c:v>-80</c:v>
              </c:pt>
              <c:pt idx="1205">
                <c:v>-80</c:v>
              </c:pt>
              <c:pt idx="1206">
                <c:v>-80</c:v>
              </c:pt>
              <c:pt idx="1207">
                <c:v>-80</c:v>
              </c:pt>
              <c:pt idx="1208">
                <c:v>-80</c:v>
              </c:pt>
              <c:pt idx="1209">
                <c:v>-79.067432789741574</c:v>
              </c:pt>
              <c:pt idx="1210">
                <c:v>-78.194310175379243</c:v>
              </c:pt>
              <c:pt idx="1211">
                <c:v>-77.413006880962257</c:v>
              </c:pt>
              <c:pt idx="1212">
                <c:v>-76.708339827405723</c:v>
              </c:pt>
              <c:pt idx="1213">
                <c:v>-76.068789444029207</c:v>
              </c:pt>
              <c:pt idx="1214">
                <c:v>-75.485412304100052</c:v>
              </c:pt>
              <c:pt idx="1215">
                <c:v>-74.951129863838702</c:v>
              </c:pt>
              <c:pt idx="1216">
                <c:v>-74.460247272268305</c:v>
              </c:pt>
              <c:pt idx="1217">
                <c:v>-74.008118371613548</c:v>
              </c:pt>
              <c:pt idx="1218">
                <c:v>-73.590906654355578</c:v>
              </c:pt>
              <c:pt idx="1219">
                <c:v>-73.205410997768112</c:v>
              </c:pt>
              <c:pt idx="1220">
                <c:v>-72.84893621430939</c:v>
              </c:pt>
              <c:pt idx="1221">
                <c:v>-72.519195286355881</c:v>
              </c:pt>
              <c:pt idx="1222">
                <c:v>-72.214234437357817</c:v>
              </c:pt>
              <c:pt idx="1223">
                <c:v>-71.932374949340925</c:v>
              </c:pt>
              <c:pt idx="1224">
                <c:v>-71.672167454229495</c:v>
              </c:pt>
              <c:pt idx="1225">
                <c:v>-71.432355649759288</c:v>
              </c:pt>
              <c:pt idx="1226">
                <c:v>-71.211847229867317</c:v>
              </c:pt>
              <c:pt idx="1227">
                <c:v>-71.009690405081926</c:v>
              </c:pt>
              <c:pt idx="1228">
                <c:v>-70.825054803680928</c:v>
              </c:pt>
              <c:pt idx="1229">
                <c:v>-70.657215843144002</c:v>
              </c:pt>
              <c:pt idx="1230">
                <c:v>-70.505541879310499</c:v>
              </c:pt>
              <c:pt idx="1231">
                <c:v>-70.36948360159397</c:v>
              </c:pt>
              <c:pt idx="1232">
                <c:v>-70.24856526293496</c:v>
              </c:pt>
              <c:pt idx="1233">
                <c:v>-70.142377424201243</c:v>
              </c:pt>
              <c:pt idx="1234">
                <c:v>-70.050570962416941</c:v>
              </c:pt>
              <c:pt idx="1235">
                <c:v>-69.972852146167654</c:v>
              </c:pt>
              <c:pt idx="1236">
                <c:v>-69.908978623865067</c:v>
              </c:pt>
              <c:pt idx="1237">
                <c:v>-69.858756204239768</c:v>
              </c:pt>
              <c:pt idx="1238">
                <c:v>-69.822036335671783</c:v>
              </c:pt>
              <c:pt idx="1239">
                <c:v>-69.798714213432504</c:v>
              </c:pt>
              <c:pt idx="1240">
                <c:v>-69.78872746287729</c:v>
              </c:pt>
              <c:pt idx="1241">
                <c:v>-69.792055363109199</c:v>
              </c:pt>
              <c:pt idx="1242">
                <c:v>-69.808718590458327</c:v>
              </c:pt>
              <c:pt idx="1243">
                <c:v>-69.838779474994269</c:v>
              </c:pt>
              <c:pt idx="1244">
                <c:v>-69.882342776854159</c:v>
              </c:pt>
              <c:pt idx="1245">
                <c:v>-69.939557003041813</c:v>
              </c:pt>
              <c:pt idx="1246">
                <c:v>-70.010616300177702</c:v>
              </c:pt>
              <c:pt idx="1247">
                <c:v>-70.095762975160071</c:v>
              </c:pt>
              <c:pt idx="1248">
                <c:v>-70.195290714663955</c:v>
              </c:pt>
              <c:pt idx="1249">
                <c:v>-70.309548596868382</c:v>
              </c:pt>
              <c:pt idx="1250">
                <c:v>-70.438946016042976</c:v>
              </c:pt>
              <c:pt idx="1251">
                <c:v>-70.583958674310622</c:v>
              </c:pt>
              <c:pt idx="1252">
                <c:v>-70.74513583723899</c:v>
              </c:pt>
              <c:pt idx="1253">
                <c:v>-70.923109103879526</c:v>
              </c:pt>
              <c:pt idx="1254">
                <c:v>-71.118603011544607</c:v>
              </c:pt>
              <c:pt idx="1255">
                <c:v>-71.332447886641631</c:v>
              </c:pt>
              <c:pt idx="1256">
                <c:v>-71.565595473212255</c:v>
              </c:pt>
              <c:pt idx="1257">
                <c:v>-71.819138031766002</c:v>
              </c:pt>
              <c:pt idx="1258">
                <c:v>-72.094331818881969</c:v>
              </c:pt>
              <c:pt idx="1259">
                <c:v>-72.392626156810735</c:v>
              </c:pt>
              <c:pt idx="1260">
                <c:v>-72.715699717553207</c:v>
              </c:pt>
              <c:pt idx="1261">
                <c:v>-73.065506231529241</c:v>
              </c:pt>
              <c:pt idx="1262">
                <c:v>-73.444332670067553</c:v>
              </c:pt>
              <c:pt idx="1263">
                <c:v>-73.854874174242028</c:v>
              </c:pt>
              <c:pt idx="1264">
                <c:v>-74.300331820129571</c:v>
              </c:pt>
              <c:pt idx="1265">
                <c:v>-74.784542068409863</c:v>
              </c:pt>
              <c:pt idx="1266">
                <c:v>-75.312151029820953</c:v>
              </c:pt>
              <c:pt idx="1267">
                <c:v>-75.888853508095977</c:v>
              </c:pt>
              <c:pt idx="1268">
                <c:v>-76.521727999555878</c:v>
              </c:pt>
              <c:pt idx="1269">
                <c:v>-77.21971788325159</c:v>
              </c:pt>
              <c:pt idx="1270">
                <c:v>-77.994342681950201</c:v>
              </c:pt>
              <c:pt idx="1271">
                <c:v>-78.860785426583334</c:v>
              </c:pt>
              <c:pt idx="1272">
                <c:v>-79.839623237502067</c:v>
              </c:pt>
              <c:pt idx="1273">
                <c:v>-80</c:v>
              </c:pt>
              <c:pt idx="1274">
                <c:v>-80</c:v>
              </c:pt>
              <c:pt idx="1275">
                <c:v>-80</c:v>
              </c:pt>
              <c:pt idx="1276">
                <c:v>-80</c:v>
              </c:pt>
              <c:pt idx="1277">
                <c:v>-80</c:v>
              </c:pt>
              <c:pt idx="1278">
                <c:v>-80</c:v>
              </c:pt>
              <c:pt idx="1279">
                <c:v>-80</c:v>
              </c:pt>
              <c:pt idx="1280">
                <c:v>-80</c:v>
              </c:pt>
              <c:pt idx="1281">
                <c:v>-80</c:v>
              </c:pt>
              <c:pt idx="1282">
                <c:v>-80</c:v>
              </c:pt>
              <c:pt idx="1283">
                <c:v>-80</c:v>
              </c:pt>
              <c:pt idx="1284">
                <c:v>-80</c:v>
              </c:pt>
              <c:pt idx="1285">
                <c:v>-80</c:v>
              </c:pt>
              <c:pt idx="1286">
                <c:v>-80</c:v>
              </c:pt>
              <c:pt idx="1287">
                <c:v>-80</c:v>
              </c:pt>
              <c:pt idx="1288">
                <c:v>-79.732488525474139</c:v>
              </c:pt>
              <c:pt idx="1289">
                <c:v>-78.740256262072805</c:v>
              </c:pt>
              <c:pt idx="1290">
                <c:v>-77.860418141573746</c:v>
              </c:pt>
              <c:pt idx="1291">
                <c:v>-77.0723969404836</c:v>
              </c:pt>
              <c:pt idx="1292">
                <c:v>-76.361009524556636</c:v>
              </c:pt>
              <c:pt idx="1293">
                <c:v>-75.714736267522582</c:v>
              </c:pt>
              <c:pt idx="1294">
                <c:v>-75.124633686620854</c:v>
              </c:pt>
              <c:pt idx="1295">
                <c:v>-74.583623181597289</c:v>
              </c:pt>
              <c:pt idx="1296">
                <c:v>-74.086009844544463</c:v>
              </c:pt>
              <c:pt idx="1297">
                <c:v>-73.627147460291809</c:v>
              </c:pt>
              <c:pt idx="1298">
                <c:v>-73.203199463451639</c:v>
              </c:pt>
              <c:pt idx="1299">
                <c:v>-72.810964672946056</c:v>
              </c:pt>
              <c:pt idx="1300">
                <c:v>-72.44774784238993</c:v>
              </c:pt>
              <c:pt idx="1301">
                <c:v>-72.111261894815527</c:v>
              </c:pt>
              <c:pt idx="1302">
                <c:v>-71.799552993818992</c:v>
              </c:pt>
              <c:pt idx="1303">
                <c:v>-71.510942361052798</c:v>
              </c:pt>
              <c:pt idx="1304">
                <c:v>-71.243980567539836</c:v>
              </c:pt>
              <c:pt idx="1305">
                <c:v>-70.997411249576871</c:v>
              </c:pt>
              <c:pt idx="1306">
                <c:v>-70.770142039115242</c:v>
              </c:pt>
              <c:pt idx="1307">
                <c:v>-70.561221084141565</c:v>
              </c:pt>
              <c:pt idx="1308">
                <c:v>-70.369817949826555</c:v>
              </c:pt>
              <c:pt idx="1309">
                <c:v>-70.195207989968054</c:v>
              </c:pt>
              <c:pt idx="1310">
                <c:v>-70.036759496139382</c:v>
              </c:pt>
              <c:pt idx="1311">
                <c:v>-69.893923092894426</c:v>
              </c:pt>
              <c:pt idx="1312">
                <c:v>-69.766222967710931</c:v>
              </c:pt>
              <c:pt idx="1313">
                <c:v>-69.653249615381171</c:v>
              </c:pt>
              <c:pt idx="1314">
                <c:v>-69.554653846231474</c:v>
              </c:pt>
              <c:pt idx="1315">
                <c:v>-69.470141861517689</c:v>
              </c:pt>
              <c:pt idx="1316">
                <c:v>-69.399471241680132</c:v>
              </c:pt>
              <c:pt idx="1317">
                <c:v>-69.342447726826592</c:v>
              </c:pt>
              <c:pt idx="1318">
                <c:v>-69.298922696053182</c:v>
              </c:pt>
              <c:pt idx="1319">
                <c:v>-69.268791274676289</c:v>
              </c:pt>
              <c:pt idx="1320">
                <c:v>-69.251991017415293</c:v>
              </c:pt>
              <c:pt idx="1321">
                <c:v>-69.248501132046471</c:v>
              </c:pt>
              <c:pt idx="1322">
                <c:v>-69.25834222287213</c:v>
              </c:pt>
              <c:pt idx="1323">
                <c:v>-69.281576547223153</c:v>
              </c:pt>
              <c:pt idx="1324">
                <c:v>-69.318308791776786</c:v>
              </c:pt>
              <c:pt idx="1325">
                <c:v>-69.368687389345695</c:v>
              </c:pt>
              <c:pt idx="1326">
                <c:v>-69.43290641161758</c:v>
              </c:pt>
              <c:pt idx="1327">
                <c:v>-69.511208089806075</c:v>
              </c:pt>
              <c:pt idx="1328">
                <c:v>-69.603886034139308</c:v>
              </c:pt>
              <c:pt idx="1329">
                <c:v>-69.71128924557668</c:v>
              </c:pt>
              <c:pt idx="1330">
                <c:v>-69.833827040384961</c:v>
              </c:pt>
              <c:pt idx="1331">
                <c:v>-69.971975041890346</c:v>
              </c:pt>
              <c:pt idx="1332">
                <c:v>-70.126282436059356</c:v>
              </c:pt>
              <c:pt idx="1333">
                <c:v>-70.297380741527064</c:v>
              </c:pt>
              <c:pt idx="1334">
                <c:v>-70.485994414363503</c:v>
              </c:pt>
              <c:pt idx="1335">
                <c:v>-70.692953698896787</c:v>
              </c:pt>
              <c:pt idx="1336">
                <c:v>-70.919210256241428</c:v>
              </c:pt>
              <c:pt idx="1337">
                <c:v>-71.165856263120972</c:v>
              </c:pt>
              <c:pt idx="1338">
                <c:v>-71.434147891458551</c:v>
              </c:pt>
              <c:pt idx="1339">
                <c:v>-71.725534377967492</c:v>
              </c:pt>
              <c:pt idx="1340">
                <c:v>-72.041694308219078</c:v>
              </c:pt>
              <c:pt idx="1341">
                <c:v>-72.384581325299536</c:v>
              </c:pt>
              <c:pt idx="1342">
                <c:v>-72.756482312288838</c:v>
              </c:pt>
              <c:pt idx="1343">
                <c:v>-73.160092321085102</c:v>
              </c:pt>
              <c:pt idx="1344">
                <c:v>-73.598612337651005</c:v>
              </c:pt>
              <c:pt idx="1345">
                <c:v>-74.075878731601748</c:v>
              </c:pt>
              <c:pt idx="1346">
                <c:v>-74.596537521648855</c:v>
              </c:pt>
              <c:pt idx="1347">
                <c:v>-75.166283418524927</c:v>
              </c:pt>
              <c:pt idx="1348">
                <c:v>-75.792194824564319</c:v>
              </c:pt>
              <c:pt idx="1349">
                <c:v>-76.483215023833196</c:v>
              </c:pt>
              <c:pt idx="1350">
                <c:v>-77.250863443103441</c:v>
              </c:pt>
              <c:pt idx="1351">
                <c:v>-78.110323016288746</c:v>
              </c:pt>
              <c:pt idx="1352">
                <c:v>-79.082170765687138</c:v>
              </c:pt>
              <c:pt idx="1353">
                <c:v>-80</c:v>
              </c:pt>
              <c:pt idx="1354">
                <c:v>-80</c:v>
              </c:pt>
              <c:pt idx="1355">
                <c:v>-80</c:v>
              </c:pt>
              <c:pt idx="1356">
                <c:v>-80</c:v>
              </c:pt>
              <c:pt idx="1357">
                <c:v>-80</c:v>
              </c:pt>
              <c:pt idx="1358">
                <c:v>-80</c:v>
              </c:pt>
              <c:pt idx="1359">
                <c:v>-80</c:v>
              </c:pt>
              <c:pt idx="1360">
                <c:v>-80</c:v>
              </c:pt>
              <c:pt idx="1361">
                <c:v>-80</c:v>
              </c:pt>
              <c:pt idx="1362">
                <c:v>-80</c:v>
              </c:pt>
              <c:pt idx="1363">
                <c:v>-80</c:v>
              </c:pt>
              <c:pt idx="1364">
                <c:v>-80</c:v>
              </c:pt>
              <c:pt idx="1365">
                <c:v>-80</c:v>
              </c:pt>
              <c:pt idx="1366">
                <c:v>-80</c:v>
              </c:pt>
              <c:pt idx="1367">
                <c:v>-80</c:v>
              </c:pt>
              <c:pt idx="1368">
                <c:v>-78.862173796102496</c:v>
              </c:pt>
              <c:pt idx="1369">
                <c:v>-77.862818271924908</c:v>
              </c:pt>
              <c:pt idx="1370">
                <c:v>-76.975848043676621</c:v>
              </c:pt>
              <c:pt idx="1371">
                <c:v>-76.180685767611195</c:v>
              </c:pt>
              <c:pt idx="1372">
                <c:v>-75.462148187918402</c:v>
              </c:pt>
              <c:pt idx="1373">
                <c:v>-74.80871555543672</c:v>
              </c:pt>
              <c:pt idx="1374">
                <c:v>-74.211444263172282</c:v>
              </c:pt>
              <c:pt idx="1375">
                <c:v>-73.663255585279416</c:v>
              </c:pt>
              <c:pt idx="1376">
                <c:v>-73.158454486885461</c:v>
              </c:pt>
              <c:pt idx="1377">
                <c:v>-72.692394624464669</c:v>
              </c:pt>
              <c:pt idx="1378">
                <c:v>-72.261239302867892</c:v>
              </c:pt>
              <c:pt idx="1379">
                <c:v>-71.861787209832997</c:v>
              </c:pt>
              <c:pt idx="1380">
                <c:v>-71.491342966351382</c:v>
              </c:pt>
              <c:pt idx="1381">
                <c:v>-71.147619361375519</c:v>
              </c:pt>
              <c:pt idx="1382">
                <c:v>-70.828662422948526</c:v>
              </c:pt>
              <c:pt idx="1383">
                <c:v>-70.532793235679222</c:v>
              </c:pt>
              <c:pt idx="1384">
                <c:v>-70.258562232038784</c:v>
              </c:pt>
              <c:pt idx="1385">
                <c:v>-70.004712908246617</c:v>
              </c:pt>
              <c:pt idx="1386">
                <c:v>-69.770152754632889</c:v>
              </c:pt>
              <c:pt idx="1387">
                <c:v>-69.553929776001283</c:v>
              </c:pt>
              <c:pt idx="1388">
                <c:v>-69.355213392759396</c:v>
              </c:pt>
              <c:pt idx="1389">
                <c:v>-69.173278812343113</c:v>
              </c:pt>
              <c:pt idx="1390">
                <c:v>-69.007494178346164</c:v>
              </c:pt>
              <c:pt idx="1391">
                <c:v>-68.857309965706079</c:v>
              </c:pt>
              <c:pt idx="1392">
                <c:v>-68.722250210628161</c:v>
              </c:pt>
              <c:pt idx="1393">
                <c:v>-68.601905254956549</c:v>
              </c:pt>
              <c:pt idx="1394">
                <c:v>-68.495925754373872</c:v>
              </c:pt>
              <c:pt idx="1395">
                <c:v>-68.404017753776671</c:v>
              </c:pt>
              <c:pt idx="1396">
                <c:v>-68.325938675509846</c:v>
              </c:pt>
              <c:pt idx="1397">
                <c:v>-68.261494099829108</c:v>
              </c:pt>
              <c:pt idx="1398">
                <c:v>-68.210535244200756</c:v>
              </c:pt>
              <c:pt idx="1399">
                <c:v>-68.172957070512552</c:v>
              </c:pt>
              <c:pt idx="1400">
                <c:v>-68.14869696823483</c:v>
              </c:pt>
              <c:pt idx="1401">
                <c:v>-68.137733978052538</c:v>
              </c:pt>
              <c:pt idx="1402">
                <c:v>-68.14008853531233</c:v>
              </c:pt>
              <c:pt idx="1403">
                <c:v>-68.155822726502663</c:v>
              </c:pt>
              <c:pt idx="1404">
                <c:v>-68.185041065548802</c:v>
              </c:pt>
              <c:pt idx="1405">
                <c:v>-68.227891810578754</c:v>
              </c:pt>
              <c:pt idx="1406">
                <c:v>-68.284568856639652</c:v>
              </c:pt>
              <c:pt idx="1407">
                <c:v>-68.355314256324689</c:v>
              </c:pt>
              <c:pt idx="1408">
                <c:v>-68.440421439237809</c:v>
              </c:pt>
              <c:pt idx="1409">
                <c:v>-68.540239223685916</c:v>
              </c:pt>
              <c:pt idx="1410">
                <c:v>-68.65517674123015</c:v>
              </c:pt>
              <c:pt idx="1411">
                <c:v>-68.785709428413</c:v>
              </c:pt>
              <c:pt idx="1412">
                <c:v>-68.932386282313388</c:v>
              </c:pt>
              <c:pt idx="1413">
                <c:v>-69.095838630549252</c:v>
              </c:pt>
              <c:pt idx="1414">
                <c:v>-69.27679073601746</c:v>
              </c:pt>
              <c:pt idx="1415">
                <c:v>-69.476072647690401</c:v>
              </c:pt>
              <c:pt idx="1416">
                <c:v>-69.694635829117146</c:v>
              </c:pt>
              <c:pt idx="1417">
                <c:v>-69.933572257218572</c:v>
              </c:pt>
              <c:pt idx="1418">
                <c:v>-70.194137901849942</c:v>
              </c:pt>
              <c:pt idx="1419">
                <c:v>-70.477781795363342</c:v>
              </c:pt>
              <c:pt idx="1420">
                <c:v>-70.786182316646475</c:v>
              </c:pt>
              <c:pt idx="1421">
                <c:v>-71.121292899750543</c:v>
              </c:pt>
              <c:pt idx="1422">
                <c:v>-71.485400216339258</c:v>
              </c:pt>
              <c:pt idx="1423">
                <c:v>-71.88119910448313</c:v>
              </c:pt>
              <c:pt idx="1424">
                <c:v>-72.311890333875397</c:v>
              </c:pt>
              <c:pt idx="1425">
                <c:v>-72.781310055388687</c:v>
              </c:pt>
              <c:pt idx="1426">
                <c:v>-73.294104066487222</c:v>
              </c:pt>
              <c:pt idx="1427">
                <c:v>-73.855966854119657</c:v>
              </c:pt>
              <c:pt idx="1428">
                <c:v>-74.473976594267043</c:v>
              </c:pt>
              <c:pt idx="1429">
                <c:v>-75.157076342039545</c:v>
              </c:pt>
              <c:pt idx="1430">
                <c:v>-75.916785292617078</c:v>
              </c:pt>
              <c:pt idx="1431">
                <c:v>-76.768286145650904</c:v>
              </c:pt>
              <c:pt idx="1432">
                <c:v>-77.732155686471259</c:v>
              </c:pt>
              <c:pt idx="1433">
                <c:v>-78.837257117346326</c:v>
              </c:pt>
              <c:pt idx="1434">
                <c:v>-80</c:v>
              </c:pt>
              <c:pt idx="1435">
                <c:v>-80</c:v>
              </c:pt>
              <c:pt idx="1436">
                <c:v>-80</c:v>
              </c:pt>
              <c:pt idx="1437">
                <c:v>-80</c:v>
              </c:pt>
              <c:pt idx="1438">
                <c:v>-80</c:v>
              </c:pt>
              <c:pt idx="1439">
                <c:v>-80</c:v>
              </c:pt>
              <c:pt idx="1440">
                <c:v>-80</c:v>
              </c:pt>
              <c:pt idx="1441">
                <c:v>-80</c:v>
              </c:pt>
              <c:pt idx="1442">
                <c:v>-80</c:v>
              </c:pt>
              <c:pt idx="1443">
                <c:v>-80</c:v>
              </c:pt>
              <c:pt idx="1444">
                <c:v>-80</c:v>
              </c:pt>
              <c:pt idx="1445">
                <c:v>-80</c:v>
              </c:pt>
              <c:pt idx="1446">
                <c:v>-79.863023577184549</c:v>
              </c:pt>
              <c:pt idx="1447">
                <c:v>-78.53058171684529</c:v>
              </c:pt>
              <c:pt idx="1448">
                <c:v>-77.381652531168342</c:v>
              </c:pt>
              <c:pt idx="1449">
                <c:v>-76.373948437018996</c:v>
              </c:pt>
              <c:pt idx="1450">
                <c:v>-75.478605379056404</c:v>
              </c:pt>
              <c:pt idx="1451">
                <c:v>-74.675045717726405</c:v>
              </c:pt>
              <c:pt idx="1452">
                <c:v>-73.948085897873199</c:v>
              </c:pt>
              <c:pt idx="1453">
                <c:v>-73.286205867402245</c:v>
              </c:pt>
              <c:pt idx="1454">
                <c:v>-72.680461712749079</c:v>
              </c:pt>
              <c:pt idx="1455">
                <c:v>-72.123774397807964</c:v>
              </c:pt>
              <c:pt idx="1456">
                <c:v>-71.610448573704659</c:v>
              </c:pt>
              <c:pt idx="1457">
                <c:v>-71.135837579117151</c:v>
              </c:pt>
              <c:pt idx="1458">
                <c:v>-70.696104397250835</c:v>
              </c:pt>
              <c:pt idx="1459">
                <c:v>-70.288047390294054</c:v>
              </c:pt>
              <c:pt idx="1460">
                <c:v>-69.908970849728121</c:v>
              </c:pt>
              <c:pt idx="1461">
                <c:v>-69.556587230977826</c:v>
              </c:pt>
              <c:pt idx="1462">
                <c:v>-69.228942224482651</c:v>
              </c:pt>
              <c:pt idx="1463">
                <c:v>-68.924356573112476</c:v>
              </c:pt>
              <c:pt idx="1464">
                <c:v>-68.641380363403798</c:v>
              </c:pt>
              <c:pt idx="1465">
                <c:v>-68.378756741383995</c:v>
              </c:pt>
              <c:pt idx="1466">
                <c:v>-68.135392842871241</c:v>
              </c:pt>
              <c:pt idx="1467">
                <c:v>-67.910336313773286</c:v>
              </c:pt>
              <c:pt idx="1468">
                <c:v>-67.70275621115276</c:v>
              </c:pt>
              <c:pt idx="1469">
                <c:v>-67.511927374585412</c:v>
              </c:pt>
              <c:pt idx="1470">
                <c:v>-67.337217575221871</c:v>
              </c:pt>
              <c:pt idx="1471">
                <c:v>-67.178076910904963</c:v>
              </c:pt>
              <c:pt idx="1472">
                <c:v>-67.034029036023412</c:v>
              </c:pt>
              <c:pt idx="1473">
                <c:v>-66.904663905811589</c:v>
              </c:pt>
              <c:pt idx="1474">
                <c:v>-66.7896317844762</c:v>
              </c:pt>
              <c:pt idx="1475">
                <c:v>-66.688638320497404</c:v>
              </c:pt>
              <c:pt idx="1476">
                <c:v>-66.601440534787869</c:v>
              </c:pt>
              <c:pt idx="1477">
                <c:v>-66.52784360107772</c:v>
              </c:pt>
              <c:pt idx="1478">
                <c:v>-66.467698325136041</c:v>
              </c:pt>
              <c:pt idx="1479">
                <c:v>-66.420899251901332</c:v>
              </c:pt>
              <c:pt idx="1480">
                <c:v>-66.387383348561059</c:v>
              </c:pt>
              <c:pt idx="1481">
                <c:v>-66.367129228100254</c:v>
              </c:pt>
              <c:pt idx="1482">
                <c:v>-66.360156892663781</c:v>
              </c:pt>
              <c:pt idx="1483">
                <c:v>-66.366527989949617</c:v>
              </c:pt>
              <c:pt idx="1484">
                <c:v>-66.38634658941568</c:v>
              </c:pt>
              <c:pt idx="1485">
                <c:v>-66.419760498955554</c:v>
              </c:pt>
              <c:pt idx="1486">
                <c:v>-66.46696315752294</c:v>
              </c:pt>
              <c:pt idx="1487">
                <c:v>-66.528196155664943</c:v>
              </c:pt>
              <c:pt idx="1488">
                <c:v>-66.603752454891051</c:v>
              </c:pt>
              <c:pt idx="1489">
                <c:v>-66.693980399267772</c:v>
              </c:pt>
              <c:pt idx="1490">
                <c:v>-66.799288639870497</c:v>
              </c:pt>
              <c:pt idx="1491">
                <c:v>-66.920152126408908</c:v>
              </c:pt>
              <c:pt idx="1492">
                <c:v>-67.057119362678534</c:v>
              </c:pt>
              <c:pt idx="1493">
                <c:v>-67.210821176457614</c:v>
              </c:pt>
              <c:pt idx="1494">
                <c:v>-67.381981324139019</c:v>
              </c:pt>
              <c:pt idx="1495">
                <c:v>-67.571429341416803</c:v>
              </c:pt>
              <c:pt idx="1496">
                <c:v>-67.780116171674891</c:v>
              </c:pt>
              <c:pt idx="1497">
                <c:v>-68.009133264667526</c:v>
              </c:pt>
              <c:pt idx="1498">
                <c:v>-68.259736055964723</c:v>
              </c:pt>
              <c:pt idx="1499">
                <c:v>-68.533373036395005</c:v>
              </c:pt>
              <c:pt idx="1500">
                <c:v>-68.831722035962414</c:v>
              </c:pt>
              <c:pt idx="1501">
                <c:v>-69.156735932349434</c:v>
              </c:pt>
              <c:pt idx="1502">
                <c:v>-69.510700833238943</c:v>
              </c:pt>
              <c:pt idx="1503">
                <c:v>-69.896311004978529</c:v>
              </c:pt>
              <c:pt idx="1504">
                <c:v>-70.316766637663449</c:v>
              </c:pt>
              <c:pt idx="1505">
                <c:v>-70.77590329455812</c:v>
              </c:pt>
              <c:pt idx="1506">
                <c:v>-71.27836617736952</c:v>
              </c:pt>
              <c:pt idx="1507">
                <c:v>-71.829849168998749</c:v>
              </c:pt>
              <c:pt idx="1508">
                <c:v>-72.437429832944616</c:v>
              </c:pt>
              <c:pt idx="1509">
                <c:v>-73.110050603252276</c:v>
              </c:pt>
              <c:pt idx="1510">
                <c:v>-73.859230045303661</c:v>
              </c:pt>
              <c:pt idx="1511">
                <c:v>-74.700150220064529</c:v>
              </c:pt>
              <c:pt idx="1512">
                <c:v>-75.653387265134683</c:v>
              </c:pt>
              <c:pt idx="1513">
                <c:v>-76.747803725846268</c:v>
              </c:pt>
              <c:pt idx="1514">
                <c:v>-78.025685666977637</c:v>
              </c:pt>
              <c:pt idx="1515">
                <c:v>-79.55260601120726</c:v>
              </c:pt>
              <c:pt idx="1516">
                <c:v>-80</c:v>
              </c:pt>
              <c:pt idx="1517">
                <c:v>-80</c:v>
              </c:pt>
              <c:pt idx="1518">
                <c:v>-80</c:v>
              </c:pt>
              <c:pt idx="1519">
                <c:v>-80</c:v>
              </c:pt>
              <c:pt idx="1520">
                <c:v>-80</c:v>
              </c:pt>
              <c:pt idx="1521">
                <c:v>-80</c:v>
              </c:pt>
              <c:pt idx="1522">
                <c:v>-80</c:v>
              </c:pt>
              <c:pt idx="1523">
                <c:v>-80</c:v>
              </c:pt>
              <c:pt idx="1524">
                <c:v>-80</c:v>
              </c:pt>
              <c:pt idx="1525">
                <c:v>-79.222534084589313</c:v>
              </c:pt>
              <c:pt idx="1526">
                <c:v>-77.629573676430681</c:v>
              </c:pt>
              <c:pt idx="1527">
                <c:v>-76.285637655294806</c:v>
              </c:pt>
              <c:pt idx="1528">
                <c:v>-75.125150754513996</c:v>
              </c:pt>
              <c:pt idx="1529">
                <c:v>-74.105824561631465</c:v>
              </c:pt>
              <c:pt idx="1530">
                <c:v>-73.198794179414946</c:v>
              </c:pt>
              <c:pt idx="1531">
                <c:v>-72.383481113608056</c:v>
              </c:pt>
              <c:pt idx="1532">
                <c:v>-71.644700941294872</c:v>
              </c:pt>
              <c:pt idx="1533">
                <c:v>-70.970932729309567</c:v>
              </c:pt>
              <c:pt idx="1534">
                <c:v>-70.353231669446558</c:v>
              </c:pt>
              <c:pt idx="1535">
                <c:v>-69.784517817123444</c:v>
              </c:pt>
              <c:pt idx="1536">
                <c:v>-69.259094900882502</c:v>
              </c:pt>
              <c:pt idx="1537">
                <c:v>-68.77231532243303</c:v>
              </c:pt>
              <c:pt idx="1538">
                <c:v>-68.320341113341541</c:v>
              </c:pt>
              <c:pt idx="1539">
                <c:v>-67.899969669195656</c:v>
              </c:pt>
              <c:pt idx="1540">
                <c:v>-67.508504299614899</c:v>
              </c:pt>
              <c:pt idx="1541">
                <c:v>-67.143656462595018</c:v>
              </c:pt>
              <c:pt idx="1542">
                <c:v>-66.803470835265188</c:v>
              </c:pt>
              <c:pt idx="1543">
                <c:v>-66.486267130982156</c:v>
              </c:pt>
              <c:pt idx="1544">
                <c:v>-66.190594390236782</c:v>
              </c:pt>
              <c:pt idx="1545">
                <c:v>-65.915194696140446</c:v>
              </c:pt>
              <c:pt idx="1546">
                <c:v>-65.658974104378586</c:v>
              </c:pt>
              <c:pt idx="1547">
                <c:v>-65.420979163154456</c:v>
              </c:pt>
              <c:pt idx="1548">
                <c:v>-65.20037781389037</c:v>
              </c:pt>
              <c:pt idx="1549">
                <c:v>-64.996443762212664</c:v>
              </c:pt>
              <c:pt idx="1550">
                <c:v>-64.808543626630694</c:v>
              </c:pt>
              <c:pt idx="1551">
                <c:v>-64.636126333261558</c:v>
              </c:pt>
              <c:pt idx="1552">
                <c:v>-64.478714345281048</c:v>
              </c:pt>
              <c:pt idx="1553">
                <c:v>-64.335896406810292</c:v>
              </c:pt>
              <c:pt idx="1554">
                <c:v>-64.207321550618673</c:v>
              </c:pt>
              <c:pt idx="1555">
                <c:v>-64.092694172990036</c:v>
              </c:pt>
              <c:pt idx="1556">
                <c:v>-63.991770021435464</c:v>
              </c:pt>
              <c:pt idx="1557">
                <c:v>-63.904352974620259</c:v>
              </c:pt>
              <c:pt idx="1558">
                <c:v>-63.830292521115254</c:v>
              </c:pt>
              <c:pt idx="1559">
                <c:v>-63.769481866044771</c:v>
              </c:pt>
              <c:pt idx="1560">
                <c:v>-63.721856613670617</c:v>
              </c:pt>
              <c:pt idx="1561">
                <c:v>-63.687393990432</c:v>
              </c:pt>
              <c:pt idx="1562">
                <c:v>-63.666112587785335</c:v>
              </c:pt>
              <c:pt idx="1563">
                <c:v>-63.658072618060963</c:v>
              </c:pt>
              <c:pt idx="1564">
                <c:v>-63.663376690118774</c:v>
              </c:pt>
              <c:pt idx="1565">
                <c:v>-63.682171125457856</c:v>
              </c:pt>
              <c:pt idx="1566">
                <c:v>-63.71464785025907</c:v>
              </c:pt>
              <c:pt idx="1567">
                <c:v>-63.761046915320662</c:v>
              </c:pt>
              <c:pt idx="1568">
                <c:v>-63.821659714812881</c:v>
              </c:pt>
              <c:pt idx="1569">
                <c:v>-63.896832997241219</c:v>
              </c:pt>
              <c:pt idx="1570">
                <c:v>-63.986973789249163</c:v>
              </c:pt>
              <c:pt idx="1571">
                <c:v>-64.092555386576308</c:v>
              </c:pt>
              <c:pt idx="1572">
                <c:v>-64.214124608823766</c:v>
              </c:pt>
              <c:pt idx="1573">
                <c:v>-64.352310568645251</c:v>
              </c:pt>
              <c:pt idx="1574">
                <c:v>-64.507835275653477</c:v>
              </c:pt>
              <c:pt idx="1575">
                <c:v>-64.681526486359829</c:v>
              </c:pt>
              <c:pt idx="1576">
                <c:v>-64.874333331795256</c:v>
              </c:pt>
              <c:pt idx="1577">
                <c:v>-65.087345415400165</c:v>
              </c:pt>
              <c:pt idx="1578">
                <c:v>-65.321816291656688</c:v>
              </c:pt>
              <c:pt idx="1579">
                <c:v>-65.579192534694272</c:v>
              </c:pt>
              <c:pt idx="1580">
                <c:v>-65.861150021344827</c:v>
              </c:pt>
              <c:pt idx="1581">
                <c:v>-66.169639638758653</c:v>
              </c:pt>
              <c:pt idx="1582">
                <c:v>-66.506945465812663</c:v>
              </c:pt>
              <c:pt idx="1583">
                <c:v>-66.875759700833925</c:v>
              </c:pt>
              <c:pt idx="1584">
                <c:v>-67.27928042571348</c:v>
              </c:pt>
              <c:pt idx="1585">
                <c:v>-67.721341054329528</c:v>
              </c:pt>
              <c:pt idx="1586">
                <c:v>-68.206584596792169</c:v>
              </c:pt>
              <c:pt idx="1587">
                <c:v>-68.740702701134907</c:v>
              </c:pt>
              <c:pt idx="1588">
                <c:v>-69.33077065162567</c:v>
              </c:pt>
              <c:pt idx="1589">
                <c:v>-69.985728557589397</c:v>
              </c:pt>
              <c:pt idx="1590">
                <c:v>-70.717092613037082</c:v>
              </c:pt>
              <c:pt idx="1591">
                <c:v>-71.540042459715579</c:v>
              </c:pt>
              <c:pt idx="1592">
                <c:v>-72.475151766922806</c:v>
              </c:pt>
              <c:pt idx="1593">
                <c:v>-73.551280561332533</c:v>
              </c:pt>
              <c:pt idx="1594">
                <c:v>-74.810712337393582</c:v>
              </c:pt>
              <c:pt idx="1595">
                <c:v>-76.319017394427874</c:v>
              </c:pt>
              <c:pt idx="1596">
                <c:v>-78.186062802639668</c:v>
              </c:pt>
              <c:pt idx="1597">
                <c:v>-80</c:v>
              </c:pt>
              <c:pt idx="1598">
                <c:v>-80</c:v>
              </c:pt>
              <c:pt idx="1599">
                <c:v>-80</c:v>
              </c:pt>
              <c:pt idx="1600">
                <c:v>-80</c:v>
              </c:pt>
              <c:pt idx="1601">
                <c:v>-80</c:v>
              </c:pt>
              <c:pt idx="1602">
                <c:v>-80</c:v>
              </c:pt>
              <c:pt idx="1603">
                <c:v>-80</c:v>
              </c:pt>
              <c:pt idx="1604">
                <c:v>-77.76537328740973</c:v>
              </c:pt>
              <c:pt idx="1605">
                <c:v>-75.793092882506244</c:v>
              </c:pt>
              <c:pt idx="1606">
                <c:v>-74.179511039697445</c:v>
              </c:pt>
              <c:pt idx="1607">
                <c:v>-72.814752287068927</c:v>
              </c:pt>
              <c:pt idx="1608">
                <c:v>-71.633237899561578</c:v>
              </c:pt>
              <c:pt idx="1609">
                <c:v>-70.592675928886095</c:v>
              </c:pt>
              <c:pt idx="1610">
                <c:v>-69.664197862316129</c:v>
              </c:pt>
              <c:pt idx="1611">
                <c:v>-68.827221508141534</c:v>
              </c:pt>
              <c:pt idx="1612">
                <c:v>-68.066558661653147</c:v>
              </c:pt>
              <c:pt idx="1613">
                <c:v>-67.37068452108889</c:v>
              </c:pt>
              <c:pt idx="1614">
                <c:v>-66.730650320291304</c:v>
              </c:pt>
              <c:pt idx="1615">
                <c:v>-66.139372064727127</c:v>
              </c:pt>
              <c:pt idx="1616">
                <c:v>-65.59114933824884</c:v>
              </c:pt>
              <c:pt idx="1617">
                <c:v>-65.081330300297722</c:v>
              </c:pt>
              <c:pt idx="1618">
                <c:v>-64.606072639650392</c:v>
              </c:pt>
              <c:pt idx="1619">
                <c:v>-64.162169305530355</c:v>
              </c:pt>
              <c:pt idx="1620">
                <c:v>-63.746919054452952</c:v>
              </c:pt>
              <c:pt idx="1621">
                <c:v>-63.358028681285312</c:v>
              </c:pt>
              <c:pt idx="1622">
                <c:v>-62.993538086595606</c:v>
              </c:pt>
              <c:pt idx="1623">
                <c:v>-62.651762090209644</c:v>
              </c:pt>
              <c:pt idx="1624">
                <c:v>-62.331244718444978</c:v>
              </c:pt>
              <c:pt idx="1625">
                <c:v>-62.030722915783329</c:v>
              </c:pt>
              <c:pt idx="1626">
                <c:v>-61.749097470862679</c:v>
              </c:pt>
              <c:pt idx="1627">
                <c:v>-61.485409532304729</c:v>
              </c:pt>
              <c:pt idx="1628">
                <c:v>-61.238821505138446</c:v>
              </c:pt>
              <c:pt idx="1629">
                <c:v>-61.008601417337651</c:v>
              </c:pt>
              <c:pt idx="1630">
                <c:v>-60.794110063875699</c:v>
              </c:pt>
              <c:pt idx="1631">
                <c:v>-60.594790396639972</c:v>
              </c:pt>
              <c:pt idx="1632">
                <c:v>-60.41015874887826</c:v>
              </c:pt>
              <c:pt idx="1633">
                <c:v>-60.2397975738767</c:v>
              </c:pt>
              <c:pt idx="1634">
                <c:v>-60.083349447240273</c:v>
              </c:pt>
              <c:pt idx="1635">
                <c:v>-59.940512136112417</c:v>
              </c:pt>
              <c:pt idx="1636">
                <c:v>-59.811034581005522</c:v>
              </c:pt>
              <c:pt idx="1637">
                <c:v>-59.69471366959916</c:v>
              </c:pt>
              <c:pt idx="1638">
                <c:v>-59.591391709102759</c:v>
              </c:pt>
              <c:pt idx="1639">
                <c:v>-59.500954526242758</c:v>
              </c:pt>
              <c:pt idx="1640">
                <c:v>-59.423330142899353</c:v>
              </c:pt>
              <c:pt idx="1641">
                <c:v>-59.358487991898301</c:v>
              </c:pt>
              <c:pt idx="1642">
                <c:v>-59.306438652285884</c:v>
              </c:pt>
              <c:pt idx="1643">
                <c:v>-59.267234097287925</c:v>
              </c:pt>
              <c:pt idx="1644">
                <c:v>-59.240968461717088</c:v>
              </c:pt>
              <c:pt idx="1645">
                <c:v>-59.227779349465109</c:v>
              </c:pt>
              <c:pt idx="1646">
                <c:v>-59.227849716539176</c:v>
              </c:pt>
              <c:pt idx="1647">
                <c:v>-59.241410381581531</c:v>
              </c:pt>
              <c:pt idx="1648">
                <c:v>-59.268743234776132</c:v>
              </c:pt>
              <c:pt idx="1649">
                <c:v>-59.31018523850824</c:v>
              </c:pt>
              <c:pt idx="1650">
                <c:v>-59.366133340382547</c:v>
              </c:pt>
              <c:pt idx="1651">
                <c:v>-59.437050452888982</c:v>
              </c:pt>
              <c:pt idx="1652">
                <c:v>-59.523472696339724</c:v>
              </c:pt>
              <c:pt idx="1653">
                <c:v>-59.626018155664966</c:v>
              </c:pt>
              <c:pt idx="1654">
                <c:v>-59.745397471324814</c:v>
              </c:pt>
              <c:pt idx="1655">
                <c:v>-59.882426675620891</c:v>
              </c:pt>
              <c:pt idx="1656">
                <c:v>-60.038042806018055</c:v>
              </c:pt>
              <c:pt idx="1657">
                <c:v>-60.213322988025091</c:v>
              </c:pt>
              <c:pt idx="1658">
                <c:v>-60.409507898065073</c:v>
              </c:pt>
              <c:pt idx="1659">
                <c:v>-60.62803081552137</c:v>
              </c:pt>
              <c:pt idx="1660">
                <c:v>-60.870553888387363</c:v>
              </c:pt>
              <c:pt idx="1661">
                <c:v>-61.139013822578896</c:v>
              </c:pt>
              <c:pt idx="1662">
                <c:v>-61.435680044085984</c:v>
              </c:pt>
              <c:pt idx="1663">
                <c:v>-61.763229606426869</c:v>
              </c:pt>
              <c:pt idx="1664">
                <c:v>-62.124844933416028</c:v>
              </c:pt>
              <c:pt idx="1665">
                <c:v>-62.524343245096148</c:v>
              </c:pt>
              <c:pt idx="1666">
                <c:v>-62.966350798272984</c:v>
              </c:pt>
              <c:pt idx="1667">
                <c:v>-63.456541903199025</c:v>
              </c:pt>
              <c:pt idx="1668">
                <c:v>-64.001973895493194</c:v>
              </c:pt>
              <c:pt idx="1669">
                <c:v>-64.611568297097151</c:v>
              </c:pt>
              <c:pt idx="1670">
                <c:v>-65.296822046463944</c:v>
              </c:pt>
              <c:pt idx="1671">
                <c:v>-66.072894830486618</c:v>
              </c:pt>
              <c:pt idx="1672">
                <c:v>-66.960339631396124</c:v>
              </c:pt>
              <c:pt idx="1673">
                <c:v>-67.987995021747892</c:v>
              </c:pt>
              <c:pt idx="1674">
                <c:v>-69.198122237928089</c:v>
              </c:pt>
              <c:pt idx="1675">
                <c:v>-70.65626847815696</c:v>
              </c:pt>
              <c:pt idx="1676">
                <c:v>-72.472276827045121</c:v>
              </c:pt>
              <c:pt idx="1677">
                <c:v>-74.852105150234806</c:v>
              </c:pt>
              <c:pt idx="1678">
                <c:v>-78.258189930927159</c:v>
              </c:pt>
              <c:pt idx="1679">
                <c:v>-80</c:v>
              </c:pt>
              <c:pt idx="1680">
                <c:v>-80</c:v>
              </c:pt>
              <c:pt idx="1681">
                <c:v>-80</c:v>
              </c:pt>
              <c:pt idx="1682">
                <c:v>-77.826556263129035</c:v>
              </c:pt>
              <c:pt idx="1683">
                <c:v>-74.204485056458282</c:v>
              </c:pt>
              <c:pt idx="1684">
                <c:v>-71.6084664393846</c:v>
              </c:pt>
              <c:pt idx="1685">
                <c:v>-69.575995375253996</c:v>
              </c:pt>
              <c:pt idx="1686">
                <c:v>-67.901044929222905</c:v>
              </c:pt>
              <c:pt idx="1687">
                <c:v>-66.473702298233206</c:v>
              </c:pt>
              <c:pt idx="1688">
                <c:v>-65.228349779773325</c:v>
              </c:pt>
              <c:pt idx="1689">
                <c:v>-64.122654706944559</c:v>
              </c:pt>
              <c:pt idx="1690">
                <c:v>-63.127706005586532</c:v>
              </c:pt>
              <c:pt idx="1691">
                <c:v>-62.222876970649978</c:v>
              </c:pt>
              <c:pt idx="1692">
                <c:v>-61.392932815035969</c:v>
              </c:pt>
              <c:pt idx="1693">
                <c:v>-60.626299959609007</c:v>
              </c:pt>
              <c:pt idx="1694">
                <c:v>-59.913978530337502</c:v>
              </c:pt>
              <c:pt idx="1695">
                <c:v>-59.248830948329008</c:v>
              </c:pt>
              <c:pt idx="1696">
                <c:v>-58.625100579161213</c:v>
              </c:pt>
              <c:pt idx="1697">
                <c:v>-58.038076560121169</c:v>
              </c:pt>
              <c:pt idx="1698">
                <c:v>-57.483854570245668</c:v>
              </c:pt>
              <c:pt idx="1699">
                <c:v>-56.959162362636818</c:v>
              </c:pt>
              <c:pt idx="1700">
                <c:v>-56.461230095918523</c:v>
              </c:pt>
              <c:pt idx="1701">
                <c:v>-55.987692331634079</c:v>
              </c:pt>
              <c:pt idx="1702">
                <c:v>-55.536512847777935</c:v>
              </c:pt>
              <c:pt idx="1703">
                <c:v>-55.10592617626763</c:v>
              </c:pt>
              <c:pt idx="1704">
                <c:v>-54.694391589452408</c:v>
              </c:pt>
              <c:pt idx="1705">
                <c:v>-54.300556483746007</c:v>
              </c:pt>
              <c:pt idx="1706">
                <c:v>-53.92322694724713</c:v>
              </c:pt>
              <c:pt idx="1707">
                <c:v>-53.561343883450583</c:v>
              </c:pt>
              <c:pt idx="1708">
                <c:v>-53.213963477940837</c:v>
              </c:pt>
              <c:pt idx="1709">
                <c:v>-52.880241093191046</c:v>
              </c:pt>
              <c:pt idx="1710">
                <c:v>-52.559417893864861</c:v>
              </c:pt>
              <c:pt idx="1711">
                <c:v>-52.25080966524996</c:v>
              </c:pt>
              <c:pt idx="1712">
                <c:v>-51.953797406955303</c:v>
              </c:pt>
              <c:pt idx="1713">
                <c:v>-51.667819374067456</c:v>
              </c:pt>
              <c:pt idx="1714">
                <c:v>-51.392364306501008</c:v>
              </c:pt>
              <c:pt idx="1715">
                <c:v>-51.126965639914161</c:v>
              </c:pt>
              <c:pt idx="1716">
                <c:v>-50.871196532326543</c:v>
              </c:pt>
              <c:pt idx="1717">
                <c:v>-50.624665572402961</c:v>
              </c:pt>
              <c:pt idx="1718">
                <c:v>-50.387013060399433</c:v>
              </c:pt>
              <c:pt idx="1719">
                <c:v>-50.157907772596751</c:v>
              </c:pt>
              <c:pt idx="1720">
                <c:v>-49.93704413585786</c:v>
              </c:pt>
              <c:pt idx="1721">
                <c:v>-49.724139751631853</c:v>
              </c:pt>
              <c:pt idx="1722">
                <c:v>-49.518933218967867</c:v>
              </c:pt>
              <c:pt idx="1723">
                <c:v>-49.321182214414151</c:v>
              </c:pt>
              <c:pt idx="1724">
                <c:v>-49.130661793460852</c:v>
              </c:pt>
              <c:pt idx="1725">
                <c:v>-48.947162883748632</c:v>
              </c:pt>
              <c:pt idx="1726">
                <c:v>-48.770490944850664</c:v>
              </c:pt>
              <c:pt idx="1727">
                <c:v>-48.600464773232176</c:v>
              </c:pt>
              <c:pt idx="1728">
                <c:v>-48.436915434148901</c:v>
              </c:pt>
              <c:pt idx="1729">
                <c:v>-48.279685304882669</c:v>
              </c:pt>
              <c:pt idx="1730">
                <c:v>-48.128627215923323</c:v>
              </c:pt>
              <c:pt idx="1731">
                <c:v>-47.983603678566837</c:v>
              </c:pt>
              <c:pt idx="1732">
                <c:v>-47.844486188972027</c:v>
              </c:pt>
              <c:pt idx="1733">
                <c:v>-47.711154600051266</c:v>
              </c:pt>
              <c:pt idx="1734">
                <c:v>-47.583496553704407</c:v>
              </c:pt>
              <c:pt idx="1735">
                <c:v>-47.461406966873945</c:v>
              </c:pt>
              <c:pt idx="1736">
                <c:v>-47.344787565727692</c:v>
              </c:pt>
              <c:pt idx="1737">
                <c:v>-47.233546462988194</c:v>
              </c:pt>
              <c:pt idx="1738">
                <c:v>-47.127597774041362</c:v>
              </c:pt>
              <c:pt idx="1739">
                <c:v>-47.026861267987272</c:v>
              </c:pt>
              <c:pt idx="1740">
                <c:v>-46.931262050256066</c:v>
              </c:pt>
              <c:pt idx="1741">
                <c:v>-46.840730273811211</c:v>
              </c:pt>
              <c:pt idx="1742">
                <c:v>-46.755200876310937</c:v>
              </c:pt>
              <c:pt idx="1743">
                <c:v>-46.674613340903349</c:v>
              </c:pt>
              <c:pt idx="1744">
                <c:v>-46.598911478597735</c:v>
              </c:pt>
              <c:pt idx="1745">
                <c:v>-46.528043230389564</c:v>
              </c:pt>
              <c:pt idx="1746">
                <c:v>-46.461960487523854</c:v>
              </c:pt>
              <c:pt idx="1747">
                <c:v>-46.400618928465107</c:v>
              </c:pt>
              <c:pt idx="1748">
                <c:v>-46.343977871304617</c:v>
              </c:pt>
              <c:pt idx="1749">
                <c:v>-46.292000140481193</c:v>
              </c:pt>
              <c:pt idx="1750">
                <c:v>-46.244651946821023</c:v>
              </c:pt>
              <c:pt idx="1751">
                <c:v>-46.201902780018919</c:v>
              </c:pt>
              <c:pt idx="1752">
                <c:v>-46.163725312788237</c:v>
              </c:pt>
              <c:pt idx="1753">
                <c:v>-46.130095316001928</c:v>
              </c:pt>
              <c:pt idx="1754">
                <c:v>-46.100991584234031</c:v>
              </c:pt>
              <c:pt idx="1755">
                <c:v>-46.076395871190378</c:v>
              </c:pt>
              <c:pt idx="1756">
                <c:v>-46.056292834590657</c:v>
              </c:pt>
              <c:pt idx="1757">
                <c:v>-46.040669990131974</c:v>
              </c:pt>
              <c:pt idx="1758">
                <c:v>-46.029517674228089</c:v>
              </c:pt>
              <c:pt idx="1759">
                <c:v>-46.022829015278582</c:v>
              </c:pt>
              <c:pt idx="1760">
                <c:v>-46.020599913279625</c:v>
              </c:pt>
              <c:pt idx="1761">
                <c:v>-46.022829027643482</c:v>
              </c:pt>
              <c:pt idx="1762">
                <c:v>-46.029517773147518</c:v>
              </c:pt>
              <c:pt idx="1763">
                <c:v>-46.040670323986376</c:v>
              </c:pt>
              <c:pt idx="1764">
                <c:v>-46.056293625953664</c:v>
              </c:pt>
              <c:pt idx="1765">
                <c:v>-46.07639741683235</c:v>
              </c:pt>
              <c:pt idx="1766">
                <c:v>-46.100994255126778</c:v>
              </c:pt>
              <c:pt idx="1767">
                <c:v>-46.130099557324641</c:v>
              </c:pt>
              <c:pt idx="1768">
                <c:v>-46.163731643934575</c:v>
              </c:pt>
              <c:pt idx="1769">
                <c:v>-46.201911794605273</c:v>
              </c:pt>
              <c:pt idx="1770">
                <c:v>-46.244664312696024</c:v>
              </c:pt>
              <c:pt idx="1771">
                <c:v>-46.292016599736286</c:v>
              </c:pt>
              <c:pt idx="1772">
                <c:v>-46.343999240285939</c:v>
              </c:pt>
              <c:pt idx="1773">
                <c:v>-46.400646097786449</c:v>
              </c:pt>
              <c:pt idx="1774">
                <c:v>-46.461994422080863</c:v>
              </c:pt>
              <c:pt idx="1775">
                <c:v>-46.528084969375115</c:v>
              </c:pt>
              <c:pt idx="1776">
                <c:v>-46.598962135518477</c:v>
              </c:pt>
              <c:pt idx="1777">
                <c:v>-46.674674103597376</c:v>
              </c:pt>
              <c:pt idx="1778">
                <c:v>-46.755273006966732</c:v>
              </c:pt>
              <c:pt idx="1779">
                <c:v>-46.840815108987726</c:v>
              </c:pt>
              <c:pt idx="1780">
                <c:v>-46.931361000903948</c:v>
              </c:pt>
              <c:pt idx="1781">
                <c:v>-47.026975819471311</c:v>
              </c:pt>
              <c:pt idx="1782">
                <c:v>-47.127729486164085</c:v>
              </c:pt>
              <c:pt idx="1783">
                <c:v>-47.233696970014655</c:v>
              </c:pt>
              <c:pt idx="1784">
                <c:v>-47.344958576411393</c:v>
              </c:pt>
              <c:pt idx="1785">
                <c:v>-47.461600264484012</c:v>
              </c:pt>
              <c:pt idx="1786">
                <c:v>-47.583713996053866</c:v>
              </c:pt>
              <c:pt idx="1787">
                <c:v>-47.711398119526471</c:v>
              </c:pt>
              <c:pt idx="1788">
                <c:v>-47.844757792563364</c:v>
              </c:pt>
              <c:pt idx="1789">
                <c:v>-47.983905447900469</c:v>
              </c:pt>
              <c:pt idx="1790">
                <c:v>-48.128961307294233</c:v>
              </c:pt>
              <c:pt idx="1791">
                <c:v>-48.280053949288728</c:v>
              </c:pt>
              <c:pt idx="1792">
                <c:v>-48.437320937326234</c:v>
              </c:pt>
              <c:pt idx="1793">
                <c:v>-48.600909515691612</c:v>
              </c:pt>
              <c:pt idx="1794">
                <c:v>-48.77097738191533</c:v>
              </c:pt>
              <c:pt idx="1795">
                <c:v>-48.947693545592813</c:v>
              </c:pt>
              <c:pt idx="1796">
                <c:v>-49.131239285149931</c:v>
              </c:pt>
              <c:pt idx="1797">
                <c:v>-49.321809215945706</c:v>
              </c:pt>
              <c:pt idx="1798">
                <c:v>-49.519612485313928</c:v>
              </c:pt>
              <c:pt idx="1799">
                <c:v>-49.724874112782381</c:v>
              </c:pt>
              <c:pt idx="1800">
                <c:v>-49.937836496865302</c:v>
              </c:pt>
              <c:pt idx="1801">
                <c:v>-50.158761113621765</c:v>
              </c:pt>
              <c:pt idx="1802">
                <c:v>-50.387930436757813</c:v>
              </c:pt>
              <c:pt idx="1803">
                <c:v>-50.625650114613649</c:v>
              </c:pt>
              <c:pt idx="1804">
                <c:v>-50.872251446160803</c:v>
              </c:pt>
              <c:pt idx="1805">
                <c:v>-51.128094206445944</c:v>
              </c:pt>
              <c:pt idx="1806">
                <c:v>-51.393569882158417</c:v>
              </c:pt>
              <c:pt idx="1807">
                <c:v>-51.669105390685374</c:v>
              </c:pt>
              <c:pt idx="1808">
                <c:v>-51.955167371829141</c:v>
              </c:pt>
              <c:pt idx="1809">
                <c:v>-52.252267161190566</c:v>
              </c:pt>
              <c:pt idx="1810">
                <c:v>-52.560966579254568</c:v>
              </c:pt>
              <c:pt idx="1811">
                <c:v>-52.881884702040828</c:v>
              </c:pt>
              <c:pt idx="1812">
                <c:v>-53.215705819948631</c:v>
              </c:pt>
              <c:pt idx="1813">
                <c:v>-53.563188844060733</c:v>
              </c:pt>
              <c:pt idx="1814">
                <c:v>-53.925178487710951</c:v>
              </c:pt>
              <c:pt idx="1815">
                <c:v>-54.302618641183464</c:v>
              </c:pt>
              <c:pt idx="1816">
                <c:v>-54.696568476914955</c:v>
              </c:pt>
              <c:pt idx="1817">
                <c:v>-55.108221982802149</c:v>
              </c:pt>
              <c:pt idx="1818">
                <c:v>-55.538931838491798</c:v>
              </c:pt>
              <c:pt idx="1819">
                <c:v>-55.99023884776134</c:v>
              </c:pt>
              <c:pt idx="1820">
                <c:v>-56.463908554887198</c:v>
              </c:pt>
              <c:pt idx="1821">
                <c:v>-56.961977258137317</c:v>
              </c:pt>
              <c:pt idx="1822">
                <c:v>-57.486810472300277</c:v>
              </c:pt>
              <c:pt idx="1823">
                <c:v>-58.041178115154736</c:v>
              </c:pt>
              <c:pt idx="1824">
                <c:v>-58.628352510072837</c:v>
              </c:pt>
              <c:pt idx="1825">
                <c:v>-59.252238054564906</c:v>
              </c:pt>
              <c:pt idx="1826">
                <c:v>-59.917545687964932</c:v>
              </c:pt>
              <c:pt idx="1827">
                <c:v>-60.630032121391302</c:v>
              </c:pt>
              <c:pt idx="1828">
                <c:v>-61.396835010508681</c:v>
              </c:pt>
              <c:pt idx="1829">
                <c:v>-62.22695430619811</c:v>
              </c:pt>
              <c:pt idx="1830">
                <c:v>-63.131963664522829</c:v>
              </c:pt>
              <c:pt idx="1831">
                <c:v>-64.127097949588943</c:v>
              </c:pt>
              <c:pt idx="1832">
                <c:v>-65.232983943533313</c:v>
              </c:pt>
              <c:pt idx="1833">
                <c:v>-66.478532797685531</c:v>
              </c:pt>
              <c:pt idx="1834">
                <c:v>-67.906077256196184</c:v>
              </c:pt>
              <c:pt idx="1835">
                <c:v>-69.581235098912387</c:v>
              </c:pt>
              <c:pt idx="1836">
                <c:v>-71.613919206312573</c:v>
              </c:pt>
              <c:pt idx="1837">
                <c:v>-74.210156590746536</c:v>
              </c:pt>
              <c:pt idx="1838">
                <c:v>-77.832452366461425</c:v>
              </c:pt>
              <c:pt idx="1839">
                <c:v>-80</c:v>
              </c:pt>
              <c:pt idx="1840">
                <c:v>-80</c:v>
              </c:pt>
              <c:pt idx="1841">
                <c:v>-80</c:v>
              </c:pt>
              <c:pt idx="1842">
                <c:v>-78.265043882238515</c:v>
              </c:pt>
              <c:pt idx="1843">
                <c:v>-74.85921384602274</c:v>
              </c:pt>
              <c:pt idx="1844">
                <c:v>-72.479646536436789</c:v>
              </c:pt>
              <c:pt idx="1845">
                <c:v>-70.663905548510655</c:v>
              </c:pt>
              <c:pt idx="1846">
                <c:v>-69.2060330949285</c:v>
              </c:pt>
              <c:pt idx="1847">
                <c:v>-67.99618616950255</c:v>
              </c:pt>
              <c:pt idx="1848">
                <c:v>-66.968817652532678</c:v>
              </c:pt>
              <c:pt idx="1849">
                <c:v>-66.081666386251328</c:v>
              </c:pt>
              <c:pt idx="1850">
                <c:v>-65.305893876821074</c:v>
              </c:pt>
              <c:pt idx="1851">
                <c:v>-64.620947220829436</c:v>
              </c:pt>
              <c:pt idx="1852">
                <c:v>-64.011666810303268</c:v>
              </c:pt>
              <c:pt idx="1853">
                <c:v>-63.466555785811963</c:v>
              </c:pt>
              <c:pt idx="1854">
                <c:v>-62.976692704539722</c:v>
              </c:pt>
              <c:pt idx="1855">
                <c:v>-62.535020310097963</c:v>
              </c:pt>
              <c:pt idx="1856">
                <c:v>-62.135864371570108</c:v>
              </c:pt>
              <c:pt idx="1857">
                <c:v>-61.774598711592681</c:v>
              </c:pt>
              <c:pt idx="1858">
                <c:v>-61.44740618967279</c:v>
              </c:pt>
              <c:pt idx="1859">
                <c:v>-61.151104461654228</c:v>
              </c:pt>
              <c:pt idx="1860">
                <c:v>-60.883016553786398</c:v>
              </c:pt>
              <c:pt idx="1861">
                <c:v>-60.640873119957391</c:v>
              </c:pt>
              <c:pt idx="1862">
                <c:v>-60.422737534240824</c:v>
              </c:pt>
              <c:pt idx="1863">
                <c:v>-60.226947728745131</c:v>
              </c:pt>
              <c:pt idx="1864">
                <c:v>-60.052070504302073</c:v>
              </c:pt>
              <c:pt idx="1865">
                <c:v>-59.896865264817976</c:v>
              </c:pt>
              <c:pt idx="1866">
                <c:v>-59.760254965228683</c:v>
              </c:pt>
              <c:pt idx="1867">
                <c:v>-59.641302648630116</c:v>
              </c:pt>
              <c:pt idx="1868">
                <c:v>-59.539192363398584</c:v>
              </c:pt>
              <c:pt idx="1869">
                <c:v>-59.453213549869936</c:v>
              </c:pt>
              <c:pt idx="1870">
                <c:v>-59.382748204028928</c:v>
              </c:pt>
              <c:pt idx="1871">
                <c:v>-59.327260286598303</c:v>
              </c:pt>
              <c:pt idx="1872">
                <c:v>-59.286286966243821</c:v>
              </c:pt>
              <c:pt idx="1873">
                <c:v>-59.259431376638283</c:v>
              </c:pt>
              <c:pt idx="1874">
                <c:v>-59.246356636796598</c:v>
              </c:pt>
              <c:pt idx="1875">
                <c:v>-59.246780938058563</c:v>
              </c:pt>
              <c:pt idx="1876">
                <c:v>-59.260473543430166</c:v>
              </c:pt>
              <c:pt idx="1877">
                <c:v>-59.287251578677846</c:v>
              </c:pt>
              <c:pt idx="1878">
                <c:v>-59.326977521809773</c:v>
              </c:pt>
              <c:pt idx="1879">
                <c:v>-59.379557320040377</c:v>
              </c:pt>
              <c:pt idx="1880">
                <c:v>-59.44493908229893</c:v>
              </c:pt>
              <c:pt idx="1881">
                <c:v>-59.523112311823212</c:v>
              </c:pt>
              <c:pt idx="1882">
                <c:v>-59.61410765820132</c:v>
              </c:pt>
              <c:pt idx="1883">
                <c:v>-59.717997182097534</c:v>
              </c:pt>
              <c:pt idx="1884">
                <c:v>-59.834895139461459</c:v>
              </c:pt>
              <c:pt idx="1885">
                <c:v>-59.964959305892044</c:v>
              </c:pt>
              <c:pt idx="1886">
                <c:v>-60.108392876651351</c:v>
              </c:pt>
              <c:pt idx="1887">
                <c:v>-60.265446994302636</c:v>
              </c:pt>
              <c:pt idx="1888">
                <c:v>-60.436423974913069</c:v>
              </c:pt>
              <c:pt idx="1889">
                <c:v>-60.621681326223928</c:v>
              </c:pt>
              <c:pt idx="1890">
                <c:v>-60.821636678431936</c:v>
              </c:pt>
              <c:pt idx="1891">
                <c:v>-61.036773781909517</c:v>
              </c:pt>
              <c:pt idx="1892">
                <c:v>-61.267649768527647</c:v>
              </c:pt>
              <c:pt idx="1893">
                <c:v>-61.514903927210355</c:v>
              </c:pt>
              <c:pt idx="1894">
                <c:v>-61.779268314020932</c:v>
              </c:pt>
              <c:pt idx="1895">
                <c:v>-62.061580608108152</c:v>
              </c:pt>
              <c:pt idx="1896">
                <c:v>-62.362799745169355</c:v>
              </c:pt>
              <c:pt idx="1897">
                <c:v>-62.684025021027736</c:v>
              </c:pt>
              <c:pt idx="1898">
                <c:v>-63.026519575805708</c:v>
              </c:pt>
              <c:pt idx="1899">
                <c:v>-63.391739467933441</c:v>
              </c:pt>
              <c:pt idx="1900">
                <c:v>-63.781369962477328</c:v>
              </c:pt>
              <c:pt idx="1901">
                <c:v>-64.197371243906574</c:v>
              </c:pt>
              <c:pt idx="1902">
                <c:v>-64.642036602537331</c:v>
              </c:pt>
              <c:pt idx="1903">
                <c:v>-65.118067367184182</c:v>
              </c:pt>
              <c:pt idx="1904">
                <c:v>-65.62867067410096</c:v>
              </c:pt>
              <c:pt idx="1905">
                <c:v>-66.177688920136504</c:v>
              </c:pt>
              <c:pt idx="1906">
                <c:v>-66.769774031623811</c:v>
              </c:pt>
              <c:pt idx="1907">
                <c:v>-67.410626510634188</c:v>
              </c:pt>
              <c:pt idx="1908">
                <c:v>-68.107330437774976</c:v>
              </c:pt>
              <c:pt idx="1909">
                <c:v>-68.868834665428565</c:v>
              </c:pt>
              <c:pt idx="1910">
                <c:v>-69.706664081733663</c:v>
              </c:pt>
              <c:pt idx="1911">
                <c:v>-70.63600697792829</c:v>
              </c:pt>
              <c:pt idx="1912">
                <c:v>-71.677445632404499</c:v>
              </c:pt>
              <c:pt idx="1913">
                <c:v>-72.859848644724082</c:v>
              </c:pt>
              <c:pt idx="1914">
                <c:v>-74.225508050166169</c:v>
              </c:pt>
              <c:pt idx="1915">
                <c:v>-75.840002660934559</c:v>
              </c:pt>
              <c:pt idx="1916">
                <c:v>-77.813208036243978</c:v>
              </c:pt>
              <c:pt idx="1917">
                <c:v>-80</c:v>
              </c:pt>
              <c:pt idx="1918">
                <c:v>-80</c:v>
              </c:pt>
              <c:pt idx="1919">
                <c:v>-80</c:v>
              </c:pt>
              <c:pt idx="1920">
                <c:v>-80</c:v>
              </c:pt>
              <c:pt idx="1921">
                <c:v>-80</c:v>
              </c:pt>
              <c:pt idx="1922">
                <c:v>-80</c:v>
              </c:pt>
              <c:pt idx="1923">
                <c:v>-80</c:v>
              </c:pt>
              <c:pt idx="1924">
                <c:v>-78.241747130657856</c:v>
              </c:pt>
              <c:pt idx="1925">
                <c:v>-76.375740469358874</c:v>
              </c:pt>
              <c:pt idx="1926">
                <c:v>-74.868487243378524</c:v>
              </c:pt>
              <c:pt idx="1927">
                <c:v>-73.610120471564088</c:v>
              </c:pt>
              <c:pt idx="1928">
                <c:v>-72.535069943807855</c:v>
              </c:pt>
              <c:pt idx="1929">
                <c:v>-71.601052255038354</c:v>
              </c:pt>
              <c:pt idx="1930">
                <c:v>-70.779207468122877</c:v>
              </c:pt>
              <c:pt idx="1931">
                <c:v>-70.048962003468745</c:v>
              </c:pt>
              <c:pt idx="1932">
                <c:v>-69.395136309198989</c:v>
              </c:pt>
              <c:pt idx="1933">
                <c:v>-68.806214281337759</c:v>
              </c:pt>
              <c:pt idx="1934">
                <c:v>-68.273255900760944</c:v>
              </c:pt>
              <c:pt idx="1935">
                <c:v>-67.789185973567527</c:v>
              </c:pt>
              <c:pt idx="1936">
                <c:v>-67.348312942257607</c:v>
              </c:pt>
              <c:pt idx="1937">
                <c:v>-66.945993887421793</c:v>
              </c:pt>
              <c:pt idx="1938">
                <c:v>-66.578395486050056</c:v>
              </c:pt>
              <c:pt idx="1939">
                <c:v>-66.242319747287539</c:v>
              </c:pt>
              <c:pt idx="1940">
                <c:v>-65.935074564011785</c:v>
              </c:pt>
              <c:pt idx="1941">
                <c:v>-65.654375948719306</c:v>
              </c:pt>
              <c:pt idx="1942">
                <c:v>-65.39827310580246</c:v>
              </c:pt>
              <c:pt idx="1943">
                <c:v>-65.165090250141603</c:v>
              </c:pt>
              <c:pt idx="1944">
                <c:v>-64.953380899489702</c:v>
              </c:pt>
              <c:pt idx="1945">
                <c:v>-64.76189159141731</c:v>
              </c:pt>
              <c:pt idx="1946">
                <c:v>-64.58953281470761</c:v>
              </c:pt>
              <c:pt idx="1947">
                <c:v>-64.435355530724351</c:v>
              </c:pt>
              <c:pt idx="1948">
                <c:v>-64.298532075522303</c:v>
              </c:pt>
              <c:pt idx="1949">
                <c:v>-64.178340532226855</c:v>
              </c:pt>
              <c:pt idx="1950">
                <c:v>-64.07415188109448</c:v>
              </c:pt>
              <c:pt idx="1951">
                <c:v>-63.985419395606769</c:v>
              </c:pt>
              <c:pt idx="1952">
                <c:v>-63.911669873279706</c:v>
              </c:pt>
              <c:pt idx="1953">
                <c:v>-63.85249638089843</c:v>
              </c:pt>
              <c:pt idx="1954">
                <c:v>-63.807552263559479</c:v>
              </c:pt>
              <c:pt idx="1955">
                <c:v>-63.776546220868326</c:v>
              </c:pt>
              <c:pt idx="1956">
                <c:v>-63.759238295976402</c:v>
              </c:pt>
              <c:pt idx="1957">
                <c:v>-63.755436656826738</c:v>
              </c:pt>
              <c:pt idx="1958">
                <c:v>-63.764995076218568</c:v>
              </c:pt>
              <c:pt idx="1959">
                <c:v>-63.787811039765018</c:v>
              </c:pt>
              <c:pt idx="1960">
                <c:v>-63.823824429783699</c:v>
              </c:pt>
              <c:pt idx="1961">
                <c:v>-63.873016749641288</c:v>
              </c:pt>
              <c:pt idx="1962">
                <c:v>-63.935410867896955</c:v>
              </c:pt>
              <c:pt idx="1963">
                <c:v>-64.011071275462854</c:v>
              </c:pt>
              <c:pt idx="1964">
                <c:v>-64.100104862564308</c:v>
              </c:pt>
              <c:pt idx="1965">
                <c:v>-64.202662236156002</c:v>
              </c:pt>
              <c:pt idx="1966">
                <c:v>-64.318939613274196</c:v>
              </c:pt>
              <c:pt idx="1967">
                <c:v>-64.449181342285584</c:v>
              </c:pt>
              <c:pt idx="1968">
                <c:v>-64.593683122960371</c:v>
              </c:pt>
              <c:pt idx="1969">
                <c:v>-64.752796018759696</c:v>
              </c:pt>
              <c:pt idx="1970">
                <c:v>-64.926931381969538</c:v>
              </c:pt>
              <c:pt idx="1971">
                <c:v>-65.116566845997795</c:v>
              </c:pt>
              <c:pt idx="1972">
                <c:v>-65.322253581487871</c:v>
              </c:pt>
              <c:pt idx="1973">
                <c:v>-65.544625066867766</c:v>
              </c:pt>
              <c:pt idx="1974">
                <c:v>-65.784407693625312</c:v>
              </c:pt>
              <c:pt idx="1975">
                <c:v>-66.042433617629342</c:v>
              </c:pt>
              <c:pt idx="1976">
                <c:v>-66.319656388144793</c:v>
              </c:pt>
              <c:pt idx="1977">
                <c:v>-66.617170047131353</c:v>
              </c:pt>
              <c:pt idx="1978">
                <c:v>-66.936232609299864</c:v>
              </c:pt>
              <c:pt idx="1979">
                <c:v>-67.278295132158689</c:v>
              </c:pt>
              <c:pt idx="1980">
                <c:v>-67.645038000527393</c:v>
              </c:pt>
              <c:pt idx="1981">
                <c:v>-68.038416635630085</c:v>
              </c:pt>
              <c:pt idx="1982">
                <c:v>-68.460719678001297</c:v>
              </c:pt>
              <c:pt idx="1983">
                <c:v>-68.914643916728735</c:v>
              </c:pt>
              <c:pt idx="1984">
                <c:v>-69.403392055108924</c:v>
              </c:pt>
              <c:pt idx="1985">
                <c:v>-69.930802160636233</c:v>
              </c:pt>
              <c:pt idx="1986">
                <c:v>-70.50152193083909</c:v>
              </c:pt>
              <c:pt idx="1987">
                <c:v>-71.12124773658951</c:v>
              </c:pt>
              <c:pt idx="1988">
                <c:v>-71.797059622060743</c:v>
              </c:pt>
              <c:pt idx="1989">
                <c:v>-72.537902495225694</c:v>
              </c:pt>
              <c:pt idx="1990">
                <c:v>-73.355297389193709</c:v>
              </c:pt>
              <c:pt idx="1991">
                <c:v>-74.26442882700043</c:v>
              </c:pt>
              <c:pt idx="1992">
                <c:v>-75.28587540319792</c:v>
              </c:pt>
              <c:pt idx="1993">
                <c:v>-76.448502115490001</c:v>
              </c:pt>
              <c:pt idx="1994">
                <c:v>-77.794597476980513</c:v>
              </c:pt>
              <c:pt idx="1995">
                <c:v>-79.389736855159825</c:v>
              </c:pt>
              <c:pt idx="1996">
                <c:v>-80</c:v>
              </c:pt>
              <c:pt idx="1997">
                <c:v>-80</c:v>
              </c:pt>
              <c:pt idx="1998">
                <c:v>-80</c:v>
              </c:pt>
              <c:pt idx="1999">
                <c:v>-80</c:v>
              </c:pt>
              <c:pt idx="2000">
                <c:v>-80</c:v>
              </c:pt>
              <c:pt idx="2001">
                <c:v>-80</c:v>
              </c:pt>
              <c:pt idx="2002">
                <c:v>-80</c:v>
              </c:pt>
              <c:pt idx="2003">
                <c:v>-80</c:v>
              </c:pt>
              <c:pt idx="2004">
                <c:v>-80</c:v>
              </c:pt>
              <c:pt idx="2005">
                <c:v>-79.742700419557366</c:v>
              </c:pt>
              <c:pt idx="2006">
                <c:v>-78.218181675902429</c:v>
              </c:pt>
              <c:pt idx="2007">
                <c:v>-76.942722188477049</c:v>
              </c:pt>
              <c:pt idx="2008">
                <c:v>-75.850749137682016</c:v>
              </c:pt>
              <c:pt idx="2009">
                <c:v>-74.899976561989675</c:v>
              </c:pt>
              <c:pt idx="2010">
                <c:v>-74.061542019489309</c:v>
              </c:pt>
              <c:pt idx="2011">
                <c:v>-73.314869476173129</c:v>
              </c:pt>
              <c:pt idx="2012">
                <c:v>-72.644776974837399</c:v>
              </c:pt>
              <c:pt idx="2013">
                <c:v>-72.039746054031795</c:v>
              </c:pt>
              <c:pt idx="2014">
                <c:v>-71.490834383812015</c:v>
              </c:pt>
              <c:pt idx="2015">
                <c:v>-70.990964504948721</c:v>
              </c:pt>
              <c:pt idx="2016">
                <c:v>-70.534442638978504</c:v>
              </c:pt>
              <c:pt idx="2017">
                <c:v>-70.116623688799848</c:v>
              </c:pt>
              <c:pt idx="2018">
                <c:v>-69.733672195920931</c:v>
              </c:pt>
              <c:pt idx="2019">
                <c:v>-69.382388075185844</c:v>
              </c:pt>
              <c:pt idx="2020">
                <c:v>-69.060077165352396</c:v>
              </c:pt>
              <c:pt idx="2021">
                <c:v>-68.764453464008852</c:v>
              </c:pt>
              <c:pt idx="2022">
                <c:v>-68.493564198908757</c:v>
              </c:pt>
              <c:pt idx="2023">
                <c:v>-68.245731645648661</c:v>
              </c:pt>
              <c:pt idx="2024">
                <c:v>-68.019507419164412</c:v>
              </c:pt>
              <c:pt idx="2025">
                <c:v>-67.81363618981365</c:v>
              </c:pt>
              <c:pt idx="2026">
                <c:v>-67.627026613932429</c:v>
              </c:pt>
              <c:pt idx="2027">
                <c:v>-67.458727854389082</c:v>
              </c:pt>
              <c:pt idx="2028">
                <c:v>-67.307910481903207</c:v>
              </c:pt>
              <c:pt idx="2029">
                <c:v>-67.173850846656194</c:v>
              </c:pt>
              <c:pt idx="2030">
                <c:v>-67.055918227604153</c:v>
              </c:pt>
              <c:pt idx="2031">
                <c:v>-66.953564227845121</c:v>
              </c:pt>
              <c:pt idx="2032">
                <c:v>-66.866314004721644</c:v>
              </c:pt>
              <c:pt idx="2033">
                <c:v>-66.793759014368419</c:v>
              </c:pt>
              <c:pt idx="2034">
                <c:v>-66.735551020086163</c:v>
              </c:pt>
              <c:pt idx="2035">
                <c:v>-66.691397167888994</c:v>
              </c:pt>
              <c:pt idx="2036">
                <c:v>-66.661055974909104</c:v>
              </c:pt>
              <c:pt idx="2037">
                <c:v>-66.64433411002689</c:v>
              </c:pt>
              <c:pt idx="2038">
                <c:v>-66.641083873336896</c:v>
              </c:pt>
              <c:pt idx="2039">
                <c:v>-66.651201303522654</c:v>
              </c:pt>
              <c:pt idx="2040">
                <c:v>-66.674624861180007</c:v>
              </c:pt>
              <c:pt idx="2041">
                <c:v>-66.711334652609537</c:v>
              </c:pt>
              <c:pt idx="2042">
                <c:v>-66.761352173422367</c:v>
              </c:pt>
              <c:pt idx="2043">
                <c:v>-66.824740565177123</c:v>
              </c:pt>
              <c:pt idx="2044">
                <c:v>-66.90160539183033</c:v>
              </c:pt>
              <c:pt idx="2045">
                <c:v>-66.992095956656101</c:v>
              </c:pt>
              <c:pt idx="2046">
                <c:v>-67.096407195114651</c:v>
              </c:pt>
              <c:pt idx="2047">
                <c:v>-67.214782195629965</c:v>
              </c:pt>
              <c:pt idx="2048">
                <c:v>-67.347515419203873</c:v>
              </c:pt>
              <c:pt idx="2049">
                <c:v>-67.494956711256037</c:v>
              </c:pt>
              <c:pt idx="2050">
                <c:v>-67.657516226321931</c:v>
              </c:pt>
              <c:pt idx="2051">
                <c:v>-67.83567041992508</c:v>
              </c:pt>
              <c:pt idx="2052">
                <c:v>-68.029969304276349</c:v>
              </c:pt>
              <c:pt idx="2053">
                <c:v>-68.241045218419302</c:v>
              </c:pt>
              <c:pt idx="2054">
                <c:v>-68.469623433111821</c:v>
              </c:pt>
              <c:pt idx="2055">
                <c:v>-68.716535001763248</c:v>
              </c:pt>
              <c:pt idx="2056">
                <c:v>-68.982732389075224</c:v>
              </c:pt>
              <c:pt idx="2057">
                <c:v>-69.26930856997518</c:v>
              </c:pt>
              <c:pt idx="2058">
                <c:v>-69.577520509316656</c:v>
              </c:pt>
              <c:pt idx="2059">
                <c:v>-69.908818231578039</c:v>
              </c:pt>
              <c:pt idx="2060">
                <c:v>-70.264881105037489</c:v>
              </c:pt>
              <c:pt idx="2061">
                <c:v>-70.647663550535427</c:v>
              </c:pt>
              <c:pt idx="2062">
                <c:v>-71.059453224057677</c:v>
              </c:pt>
              <c:pt idx="2063">
                <c:v>-71.502945945663257</c:v>
              </c:pt>
              <c:pt idx="2064">
                <c:v>-71.981343464832477</c:v>
              </c:pt>
              <c:pt idx="2065">
                <c:v>-72.498482910156042</c:v>
              </c:pt>
              <c:pt idx="2066">
                <c:v>-73.059011054878084</c:v>
              </c:pt>
              <c:pt idx="2067">
                <c:v>-73.66862335991982</c:v>
              </c:pt>
              <c:pt idx="2068">
                <c:v>-74.334398973557796</c:v>
              </c:pt>
              <c:pt idx="2069">
                <c:v>-75.065281921649529</c:v>
              </c:pt>
              <c:pt idx="2070">
                <c:v>-75.872792368704069</c:v>
              </c:pt>
              <c:pt idx="2071">
                <c:v>-76.772113982411526</c:v>
              </c:pt>
              <c:pt idx="2072">
                <c:v>-77.783824514979116</c:v>
              </c:pt>
              <c:pt idx="2073">
                <c:v>-78.936788134518238</c:v>
              </c:pt>
              <c:pt idx="2074">
                <c:v>-80</c:v>
              </c:pt>
              <c:pt idx="2075">
                <c:v>-80</c:v>
              </c:pt>
              <c:pt idx="2076">
                <c:v>-80</c:v>
              </c:pt>
              <c:pt idx="2077">
                <c:v>-80</c:v>
              </c:pt>
              <c:pt idx="2078">
                <c:v>-80</c:v>
              </c:pt>
              <c:pt idx="2079">
                <c:v>-80</c:v>
              </c:pt>
              <c:pt idx="2080">
                <c:v>-80</c:v>
              </c:pt>
              <c:pt idx="2081">
                <c:v>-80</c:v>
              </c:pt>
              <c:pt idx="2082">
                <c:v>-80</c:v>
              </c:pt>
              <c:pt idx="2083">
                <c:v>-80</c:v>
              </c:pt>
              <c:pt idx="2084">
                <c:v>-80</c:v>
              </c:pt>
              <c:pt idx="2085">
                <c:v>-80</c:v>
              </c:pt>
              <c:pt idx="2086">
                <c:v>-80</c:v>
              </c:pt>
              <c:pt idx="2087">
                <c:v>-79.302948550312053</c:v>
              </c:pt>
              <c:pt idx="2088">
                <c:v>-78.202315093194599</c:v>
              </c:pt>
              <c:pt idx="2089">
                <c:v>-77.242943340778368</c:v>
              </c:pt>
              <c:pt idx="2090">
                <c:v>-76.395970205353507</c:v>
              </c:pt>
              <c:pt idx="2091">
                <c:v>-75.640819016240485</c:v>
              </c:pt>
              <c:pt idx="2092">
                <c:v>-74.962307188529365</c:v>
              </c:pt>
              <c:pt idx="2093">
                <c:v>-74.348915641870676</c:v>
              </c:pt>
              <c:pt idx="2094">
                <c:v>-73.791701436072529</c:v>
              </c:pt>
              <c:pt idx="2095">
                <c:v>-73.283586510158059</c:v>
              </c:pt>
              <c:pt idx="2096">
                <c:v>-72.818876492267435</c:v>
              </c:pt>
              <c:pt idx="2097">
                <c:v>-72.392925700108194</c:v>
              </c:pt>
              <c:pt idx="2098">
                <c:v>-72.001898098060877</c:v>
              </c:pt>
              <c:pt idx="2099">
                <c:v>-71.64259303176523</c:v>
              </c:pt>
              <c:pt idx="2100">
                <c:v>-71.312315778561867</c:v>
              </c:pt>
              <c:pt idx="2101">
                <c:v>-71.008779782274857</c:v>
              </c:pt>
              <c:pt idx="2102">
                <c:v>-70.73003172441571</c:v>
              </c:pt>
              <c:pt idx="2103">
                <c:v>-70.474393341732778</c:v>
              </c:pt>
              <c:pt idx="2104">
                <c:v>-70.24041571758174</c:v>
              </c:pt>
              <c:pt idx="2105">
                <c:v>-70.02684299788514</c:v>
              </c:pt>
              <c:pt idx="2106">
                <c:v>-69.832583321568293</c:v>
              </c:pt>
              <c:pt idx="2107">
                <c:v>-69.656685340995011</c:v>
              </c:pt>
              <c:pt idx="2108">
                <c:v>-69.498319123170887</c:v>
              </c:pt>
              <c:pt idx="2109">
                <c:v>-69.356760521240346</c:v>
              </c:pt>
              <c:pt idx="2110">
                <c:v>-69.231378323688403</c:v>
              </c:pt>
              <c:pt idx="2111">
                <c:v>-69.121623649599059</c:v>
              </c:pt>
              <c:pt idx="2112">
                <c:v>-69.027021178650983</c:v>
              </c:pt>
              <c:pt idx="2113">
                <c:v>-68.947161895560669</c:v>
              </c:pt>
              <c:pt idx="2114">
                <c:v>-68.881697098353698</c:v>
              </c:pt>
              <c:pt idx="2115">
                <c:v>-68.830333473811649</c:v>
              </c:pt>
              <c:pt idx="2116">
                <c:v>-68.792829085778109</c:v>
              </c:pt>
              <c:pt idx="2117">
                <c:v>-68.768990155692364</c:v>
              </c:pt>
              <c:pt idx="2118">
                <c:v>-68.758668541960517</c:v>
              </c:pt>
              <c:pt idx="2119">
                <c:v>-68.761759847237499</c:v>
              </c:pt>
              <c:pt idx="2120">
                <c:v>-68.778202101659332</c:v>
              </c:pt>
              <c:pt idx="2121">
                <c:v>-68.807974986546213</c:v>
              </c:pt>
              <c:pt idx="2122">
                <c:v>-68.851099577920792</c:v>
              </c:pt>
              <c:pt idx="2123">
                <c:v>-68.90763860305924</c:v>
              </c:pt>
              <c:pt idx="2124">
                <c:v>-68.977697216857351</c:v>
              </c:pt>
              <c:pt idx="2125">
                <c:v>-69.061424318667648</c:v>
              </c:pt>
              <c:pt idx="2126">
                <c:v>-69.159014445086768</c:v>
              </c:pt>
              <c:pt idx="2127">
                <c:v>-69.270710290653724</c:v>
              </c:pt>
              <c:pt idx="2128">
                <c:v>-69.396805927385813</c:v>
              </c:pt>
              <c:pt idx="2129">
                <c:v>-69.537650816542197</c:v>
              </c:pt>
              <c:pt idx="2130">
                <c:v>-69.69365473324666</c:v>
              </c:pt>
              <c:pt idx="2131">
                <c:v>-69.865293758286228</c:v>
              </c:pt>
              <c:pt idx="2132">
                <c:v>-70.053117533738117</c:v>
              </c:pt>
              <c:pt idx="2133">
                <c:v>-70.257758033044041</c:v>
              </c:pt>
              <c:pt idx="2134">
                <c:v>-70.479940165822313</c:v>
              </c:pt>
              <c:pt idx="2135">
                <c:v>-70.720494628736489</c:v>
              </c:pt>
              <c:pt idx="2136">
                <c:v>-70.980373534069116</c:v>
              </c:pt>
              <c:pt idx="2137">
                <c:v>-71.260669508589473</c:v>
              </c:pt>
              <c:pt idx="2138">
                <c:v>-71.562639173188941</c:v>
              </c:pt>
              <c:pt idx="2139">
                <c:v>-71.887732212516653</c:v>
              </c:pt>
              <c:pt idx="2140">
                <c:v>-72.2376276590917</c:v>
              </c:pt>
              <c:pt idx="2141">
                <c:v>-72.614279602004657</c:v>
              </c:pt>
              <c:pt idx="2142">
                <c:v>-73.019975369440559</c:v>
              </c:pt>
              <c:pt idx="2143">
                <c:v>-73.457410457547581</c:v>
              </c:pt>
              <c:pt idx="2144">
                <c:v>-73.929786295727496</c:v>
              </c:pt>
              <c:pt idx="2145">
                <c:v>-74.440939696267449</c:v>
              </c:pt>
              <c:pt idx="2146">
                <c:v>-74.995517119827426</c:v>
              </c:pt>
              <c:pt idx="2147">
                <c:v>-75.59921371840889</c:v>
              </c:pt>
              <c:pt idx="2148">
                <c:v>-76.25910833497899</c:v>
              </c:pt>
              <c:pt idx="2149">
                <c:v>-76.984144693643643</c:v>
              </c:pt>
              <c:pt idx="2150">
                <c:v>-77.785842660665438</c:v>
              </c:pt>
              <c:pt idx="2151">
                <c:v>-78.679385608942624</c:v>
              </c:pt>
              <c:pt idx="2152">
                <c:v>-79.685350999294656</c:v>
              </c:pt>
              <c:pt idx="2153">
                <c:v>-80</c:v>
              </c:pt>
              <c:pt idx="2154">
                <c:v>-80</c:v>
              </c:pt>
              <c:pt idx="2155">
                <c:v>-80</c:v>
              </c:pt>
              <c:pt idx="2156">
                <c:v>-80</c:v>
              </c:pt>
              <c:pt idx="2157">
                <c:v>-80</c:v>
              </c:pt>
              <c:pt idx="2158">
                <c:v>-80</c:v>
              </c:pt>
              <c:pt idx="2159">
                <c:v>-80</c:v>
              </c:pt>
              <c:pt idx="2160">
                <c:v>-80</c:v>
              </c:pt>
              <c:pt idx="2161">
                <c:v>-80</c:v>
              </c:pt>
              <c:pt idx="2162">
                <c:v>-80</c:v>
              </c:pt>
              <c:pt idx="2163">
                <c:v>-80</c:v>
              </c:pt>
              <c:pt idx="2164">
                <c:v>-80</c:v>
              </c:pt>
              <c:pt idx="2165">
                <c:v>-80</c:v>
              </c:pt>
              <c:pt idx="2166">
                <c:v>-80</c:v>
              </c:pt>
              <c:pt idx="2167">
                <c:v>-80</c:v>
              </c:pt>
              <c:pt idx="2168">
                <c:v>-80</c:v>
              </c:pt>
              <c:pt idx="2169">
                <c:v>-79.051664638317092</c:v>
              </c:pt>
              <c:pt idx="2170">
                <c:v>-78.199503553262403</c:v>
              </c:pt>
              <c:pt idx="2171">
                <c:v>-77.439192987346644</c:v>
              </c:pt>
              <c:pt idx="2172">
                <c:v>-76.755550123041147</c:v>
              </c:pt>
              <c:pt idx="2173">
                <c:v>-76.137055649905335</c:v>
              </c:pt>
              <c:pt idx="2174">
                <c:v>-75.574766400149116</c:v>
              </c:pt>
              <c:pt idx="2175">
                <c:v>-75.061604087656988</c:v>
              </c:pt>
              <c:pt idx="2176">
                <c:v>-74.591874117856378</c:v>
              </c:pt>
              <c:pt idx="2177">
                <c:v>-74.160930588135145</c:v>
              </c:pt>
              <c:pt idx="2178">
                <c:v>-73.764937244915004</c:v>
              </c:pt>
              <c:pt idx="2179">
                <c:v>-73.400693218206143</c:v>
              </c:pt>
              <c:pt idx="2180">
                <c:v>-73.065503572017377</c:v>
              </c:pt>
              <c:pt idx="2181">
                <c:v>-72.757081539108242</c:v>
              </c:pt>
              <c:pt idx="2182">
                <c:v>-72.473473592162549</c:v>
              </c:pt>
              <c:pt idx="2183">
                <c:v>-72.213001261308278</c:v>
              </c:pt>
              <c:pt idx="2184">
                <c:v>-71.974215425458596</c:v>
              </c:pt>
              <c:pt idx="2185">
                <c:v>-71.755860028242608</c:v>
              </c:pt>
              <c:pt idx="2186">
                <c:v>-71.556843008413026</c:v>
              </c:pt>
              <c:pt idx="2187">
                <c:v>-71.37621282025394</c:v>
              </c:pt>
              <c:pt idx="2188">
                <c:v>-71.213139334756633</c:v>
              </c:pt>
              <c:pt idx="2189">
                <c:v>-71.066898211089594</c:v>
              </c:pt>
              <c:pt idx="2190">
                <c:v>-70.936858045773803</c:v>
              </c:pt>
              <c:pt idx="2191">
                <c:v>-70.822469767914711</c:v>
              </c:pt>
              <c:pt idx="2192">
                <c:v>-70.723257869172485</c:v>
              </c:pt>
              <c:pt idx="2193">
                <c:v>-70.63881314817948</c:v>
              </c:pt>
              <c:pt idx="2194">
                <c:v>-70.568786718786725</c:v>
              </c:pt>
              <c:pt idx="2195">
                <c:v>-70.512885085486204</c:v>
              </c:pt>
              <c:pt idx="2196">
                <c:v>-70.470866131692617</c:v>
              </c:pt>
              <c:pt idx="2197">
                <c:v>-70.442535900253333</c:v>
              </c:pt>
              <c:pt idx="2198">
                <c:v>-70.427746072795969</c:v>
              </c:pt>
              <c:pt idx="2199">
                <c:v>-70.426392076987327</c:v>
              </c:pt>
              <c:pt idx="2200">
                <c:v>-70.438411769742942</c:v>
              </c:pt>
              <c:pt idx="2201">
                <c:v>-70.463784660907734</c:v>
              </c:pt>
              <c:pt idx="2202">
                <c:v>-70.50253165675224</c:v>
              </c:pt>
              <c:pt idx="2203">
                <c:v>-70.554715316501898</c:v>
              </c:pt>
              <c:pt idx="2204">
                <c:v>-70.620440628681948</c:v>
              </c:pt>
              <c:pt idx="2205">
                <c:v>-70.699856327933219</c:v>
              </c:pt>
              <c:pt idx="2206">
                <c:v>-70.79315678777894</c:v>
              </c:pt>
              <c:pt idx="2207">
                <c:v>-70.900584541302521</c:v>
              </c:pt>
              <c:pt idx="2208">
                <c:v>-71.022433500663297</c:v>
              </c:pt>
              <c:pt idx="2209">
                <c:v>-71.159052968840285</c:v>
              </c:pt>
              <c:pt idx="2210">
                <c:v>-71.310852564235518</c:v>
              </c:pt>
              <c:pt idx="2211">
                <c:v>-71.478308212453214</c:v>
              </c:pt>
              <c:pt idx="2212">
                <c:v>-71.661969401907982</c:v>
              </c:pt>
              <c:pt idx="2213">
                <c:v>-71.86246795388027</c:v>
              </c:pt>
              <c:pt idx="2214">
                <c:v>-72.080528627310215</c:v>
              </c:pt>
              <c:pt idx="2215">
                <c:v>-72.316981969648126</c:v>
              </c:pt>
              <c:pt idx="2216">
                <c:v>-72.572779945410289</c:v>
              </c:pt>
              <c:pt idx="2217">
                <c:v>-72.849015035029112</c:v>
              </c:pt>
              <c:pt idx="2218">
                <c:v>-73.146943714471391</c:v>
              </c:pt>
              <c:pt idx="2219">
                <c:v>-73.46801552485654</c:v>
              </c:pt>
              <c:pt idx="2220">
                <c:v>-73.813909356552088</c:v>
              </c:pt>
              <c:pt idx="2221">
                <c:v>-74.186579157858731</c:v>
              </c:pt>
              <c:pt idx="2222">
                <c:v>-74.588312117516779</c:v>
              </c:pt>
              <c:pt idx="2223">
                <c:v>-75.021803593558872</c:v>
              </c:pt>
              <c:pt idx="2224">
                <c:v>-75.490254878584324</c:v>
              </c:pt>
              <c:pt idx="2225">
                <c:v>-75.997502649375491</c:v>
              </c:pt>
              <c:pt idx="2226">
                <c:v>-76.548193232369755</c:v>
              </c:pt>
              <c:pt idx="2227">
                <c:v>-77.148021646612776</c:v>
              </c:pt>
              <c:pt idx="2228">
                <c:v>-77.804066603367801</c:v>
              </c:pt>
              <c:pt idx="2229">
                <c:v>-78.525271696274231</c:v>
              </c:pt>
              <c:pt idx="2230">
                <c:v>-79.323156662350485</c:v>
              </c:pt>
              <c:pt idx="2231">
                <c:v>-80</c:v>
              </c:pt>
              <c:pt idx="2232">
                <c:v>-80</c:v>
              </c:pt>
              <c:pt idx="2233">
                <c:v>-80</c:v>
              </c:pt>
              <c:pt idx="2234">
                <c:v>-80</c:v>
              </c:pt>
              <c:pt idx="2235">
                <c:v>-80</c:v>
              </c:pt>
              <c:pt idx="2236">
                <c:v>-80</c:v>
              </c:pt>
              <c:pt idx="2237">
                <c:v>-80</c:v>
              </c:pt>
              <c:pt idx="2238">
                <c:v>-80</c:v>
              </c:pt>
              <c:pt idx="2239">
                <c:v>-80</c:v>
              </c:pt>
              <c:pt idx="2240">
                <c:v>-80</c:v>
              </c:pt>
              <c:pt idx="2241">
                <c:v>-80</c:v>
              </c:pt>
              <c:pt idx="2242">
                <c:v>-80</c:v>
              </c:pt>
              <c:pt idx="2243">
                <c:v>-80</c:v>
              </c:pt>
              <c:pt idx="2244">
                <c:v>-80</c:v>
              </c:pt>
              <c:pt idx="2245">
                <c:v>-80</c:v>
              </c:pt>
              <c:pt idx="2246">
                <c:v>-80</c:v>
              </c:pt>
              <c:pt idx="2247">
                <c:v>-80</c:v>
              </c:pt>
              <c:pt idx="2248">
                <c:v>-80</c:v>
              </c:pt>
              <c:pt idx="2249">
                <c:v>-80</c:v>
              </c:pt>
              <c:pt idx="2250">
                <c:v>-79.664204352378661</c:v>
              </c:pt>
              <c:pt idx="2251">
                <c:v>-78.900436511946822</c:v>
              </c:pt>
              <c:pt idx="2252">
                <c:v>-78.213352076829977</c:v>
              </c:pt>
              <c:pt idx="2253">
                <c:v>-77.591431631876162</c:v>
              </c:pt>
              <c:pt idx="2254">
                <c:v>-77.025731905511577</c:v>
              </c:pt>
              <c:pt idx="2255">
                <c:v>-76.509174508754441</c:v>
              </c:pt>
              <c:pt idx="2256">
                <c:v>-76.036064745073148</c:v>
              </c:pt>
              <c:pt idx="2257">
                <c:v>-75.601756610793757</c:v>
              </c:pt>
              <c:pt idx="2258">
                <c:v>-75.202413752163523</c:v>
              </c:pt>
              <c:pt idx="2259">
                <c:v>-74.83483519989575</c:v>
              </c:pt>
              <c:pt idx="2260">
                <c:v>-74.49632591957031</c:v>
              </c:pt>
              <c:pt idx="2261">
                <c:v>-74.184599046376164</c:v>
              </c:pt>
              <c:pt idx="2262">
                <c:v>-73.897700956275713</c:v>
              </c:pt>
              <c:pt idx="2263">
                <c:v>-73.633953083515223</c:v>
              </c:pt>
              <c:pt idx="2264">
                <c:v>-73.391906211956822</c:v>
              </c:pt>
              <c:pt idx="2265">
                <c:v>-73.170304191000255</c:v>
              </c:pt>
              <c:pt idx="2266">
                <c:v>-72.968054865981571</c:v>
              </c:pt>
              <c:pt idx="2267">
                <c:v>-72.784206598572183</c:v>
              </c:pt>
              <c:pt idx="2268">
                <c:v>-72.61792916794596</c:v>
              </c:pt>
              <c:pt idx="2269">
                <c:v>-72.468498142240733</c:v>
              </c:pt>
              <c:pt idx="2270">
                <c:v>-72.335282027725071</c:v>
              </c:pt>
              <c:pt idx="2271">
                <c:v>-72.217731664022054</c:v>
              </c:pt>
              <c:pt idx="2272">
                <c:v>-72.115371454071081</c:v>
              </c:pt>
              <c:pt idx="2273">
                <c:v>-72.027792108537454</c:v>
              </c:pt>
              <c:pt idx="2274">
                <c:v>-71.954644654050625</c:v>
              </c:pt>
              <c:pt idx="2275">
                <c:v>-71.895635508618724</c:v>
              </c:pt>
              <c:pt idx="2276">
                <c:v>-71.850522469902458</c:v>
              </c:pt>
              <c:pt idx="2277">
                <c:v>-71.819111495717294</c:v>
              </c:pt>
              <c:pt idx="2278">
                <c:v>-71.801254183373487</c:v>
              </c:pt>
              <c:pt idx="2279">
                <c:v>-71.796845876927478</c:v>
              </c:pt>
              <c:pt idx="2280">
                <c:v>-71.805824350383986</c:v>
              </c:pt>
              <c:pt idx="2281">
                <c:v>-71.828169031369384</c:v>
              </c:pt>
              <c:pt idx="2282">
                <c:v>-71.863900744620651</c:v>
              </c:pt>
              <c:pt idx="2283">
                <c:v>-71.913081968507541</c:v>
              </c:pt>
              <c:pt idx="2284">
                <c:v>-71.975817611370331</c:v>
              </c:pt>
              <c:pt idx="2285">
                <c:v>-72.052256328328809</c:v>
              </c:pt>
              <c:pt idx="2286">
                <c:v>-72.142592414042056</c:v>
              </c:pt>
              <c:pt idx="2287">
                <c:v>-72.247068323379466</c:v>
              </c:pt>
              <c:pt idx="2288">
                <c:v>-72.365977890929827</c:v>
              </c:pt>
              <c:pt idx="2289">
                <c:v>-72.499670342738384</c:v>
              </c:pt>
              <c:pt idx="2290">
                <c:v>-72.648555220903674</c:v>
              </c:pt>
              <c:pt idx="2291">
                <c:v>-72.813108375350211</c:v>
              </c:pt>
              <c:pt idx="2292">
                <c:v>-72.993879219430298</c:v>
              </c:pt>
              <c:pt idx="2293">
                <c:v>-73.191499499973219</c:v>
              </c:pt>
              <c:pt idx="2294">
                <c:v>-73.406693902072746</c:v>
              </c:pt>
              <c:pt idx="2295">
                <c:v>-73.64029289993158</c:v>
              </c:pt>
              <c:pt idx="2296">
                <c:v>-73.893248385411042</c:v>
              </c:pt>
              <c:pt idx="2297">
                <c:v>-74.166652766875231</c:v>
              </c:pt>
              <c:pt idx="2298">
                <c:v>-74.461762448803313</c:v>
              </c:pt>
              <c:pt idx="2299">
                <c:v>-74.780026901401882</c:v>
              </c:pt>
              <c:pt idx="2300">
                <c:v>-75.123124944694808</c:v>
              </c:pt>
              <c:pt idx="2301">
                <c:v>-75.493010457202374</c:v>
              </c:pt>
              <c:pt idx="2302">
                <c:v>-75.89197055844221</c:v>
              </c:pt>
              <c:pt idx="2303">
                <c:v>-76.322700537776441</c:v>
              </c:pt>
              <c:pt idx="2304">
                <c:v>-76.7884016196804</c:v>
              </c:pt>
              <c:pt idx="2305">
                <c:v>-77.292910413353653</c:v>
              </c:pt>
              <c:pt idx="2306">
                <c:v>-77.840873178186555</c:v>
              </c:pt>
              <c:pt idx="2307">
                <c:v>-78.43798486670822</c:v>
              </c:pt>
              <c:pt idx="2308">
                <c:v>-79.091324124190535</c:v>
              </c:pt>
              <c:pt idx="2309">
                <c:v>-79.809834478801548</c:v>
              </c:pt>
              <c:pt idx="2310">
                <c:v>-80</c:v>
              </c:pt>
              <c:pt idx="2311">
                <c:v>-80</c:v>
              </c:pt>
              <c:pt idx="2312">
                <c:v>-80</c:v>
              </c:pt>
              <c:pt idx="2313">
                <c:v>-80</c:v>
              </c:pt>
              <c:pt idx="2314">
                <c:v>-80</c:v>
              </c:pt>
              <c:pt idx="2315">
                <c:v>-80</c:v>
              </c:pt>
              <c:pt idx="2316">
                <c:v>-80</c:v>
              </c:pt>
              <c:pt idx="2317">
                <c:v>-80</c:v>
              </c:pt>
              <c:pt idx="2318">
                <c:v>-80</c:v>
              </c:pt>
              <c:pt idx="2319">
                <c:v>-80</c:v>
              </c:pt>
              <c:pt idx="2320">
                <c:v>-80</c:v>
              </c:pt>
              <c:pt idx="2321">
                <c:v>-80</c:v>
              </c:pt>
              <c:pt idx="2322">
                <c:v>-80</c:v>
              </c:pt>
              <c:pt idx="2323">
                <c:v>-80</c:v>
              </c:pt>
              <c:pt idx="2324">
                <c:v>-80</c:v>
              </c:pt>
              <c:pt idx="2325">
                <c:v>-80</c:v>
              </c:pt>
              <c:pt idx="2326">
                <c:v>-80</c:v>
              </c:pt>
              <c:pt idx="2327">
                <c:v>-80</c:v>
              </c:pt>
              <c:pt idx="2328">
                <c:v>-80</c:v>
              </c:pt>
              <c:pt idx="2329">
                <c:v>-80</c:v>
              </c:pt>
              <c:pt idx="2330">
                <c:v>-80</c:v>
              </c:pt>
              <c:pt idx="2331">
                <c:v>-80</c:v>
              </c:pt>
              <c:pt idx="2332">
                <c:v>-79.438817901717726</c:v>
              </c:pt>
              <c:pt idx="2333">
                <c:v>-78.81444740723002</c:v>
              </c:pt>
              <c:pt idx="2334">
                <c:v>-78.246307110532769</c:v>
              </c:pt>
              <c:pt idx="2335">
                <c:v>-77.727318569057303</c:v>
              </c:pt>
              <c:pt idx="2336">
                <c:v>-77.251787033085733</c:v>
              </c:pt>
              <c:pt idx="2337">
                <c:v>-76.81506644615483</c:v>
              </c:pt>
              <c:pt idx="2338">
                <c:v>-76.413320402115673</c:v>
              </c:pt>
              <c:pt idx="2339">
                <c:v>-76.04334787967494</c:v>
              </c:pt>
              <c:pt idx="2340">
                <c:v>-75.702453792791843</c:v>
              </c:pt>
              <c:pt idx="2341">
                <c:v>-75.388351225416969</c:v>
              </c:pt>
              <c:pt idx="2342">
                <c:v>-75.099086502653151</c:v>
              </c:pt>
              <c:pt idx="2343">
                <c:v>-74.832981008262351</c:v>
              </c:pt>
              <c:pt idx="2344">
                <c:v>-74.588585475994293</c:v>
              </c:pt>
              <c:pt idx="2345">
                <c:v>-74.364643705504633</c:v>
              </c:pt>
              <c:pt idx="2346">
                <c:v>-74.160063492750396</c:v>
              </c:pt>
              <c:pt idx="2347">
                <c:v>-73.973893150385649</c:v>
              </c:pt>
              <c:pt idx="2348">
                <c:v>-73.805302408925243</c:v>
              </c:pt>
              <c:pt idx="2349">
                <c:v>-73.653566788203079</c:v>
              </c:pt>
              <c:pt idx="2350">
                <c:v>-73.518054746535654</c:v>
              </c:pt>
              <c:pt idx="2351">
                <c:v>-73.398217075942568</c:v>
              </c:pt>
              <c:pt idx="2352">
                <c:v>-73.293578132105281</c:v>
              </c:pt>
              <c:pt idx="2353">
                <c:v>-73.203728578773408</c:v>
              </c:pt>
              <c:pt idx="2354">
                <c:v>-73.128319396000023</c:v>
              </c:pt>
              <c:pt idx="2355">
                <c:v>-73.067056955552971</c:v>
              </c:pt>
              <c:pt idx="2356">
                <c:v>-73.019699009185899</c:v>
              </c:pt>
              <c:pt idx="2357">
                <c:v>-72.986051469137266</c:v>
              </c:pt>
              <c:pt idx="2358">
                <c:v>-72.965965887467533</c:v>
              </c:pt>
              <c:pt idx="2359">
                <c:v>-72.959337563307557</c:v>
              </c:pt>
              <c:pt idx="2360">
                <c:v>-72.966104226057809</c:v>
              </c:pt>
              <c:pt idx="2361">
                <c:v>-72.98624525905889</c:v>
              </c:pt>
              <c:pt idx="2362">
                <c:v>-73.019781443077576</c:v>
              </c:pt>
              <c:pt idx="2363">
                <c:v>-73.066775212826258</c:v>
              </c:pt>
              <c:pt idx="2364">
                <c:v>-73.127331433297883</c:v>
              </c:pt>
              <c:pt idx="2365">
                <c:v>-73.201598716572136</c:v>
              </c:pt>
              <c:pt idx="2366">
                <c:v>-73.289771314572562</c:v>
              </c:pt>
              <c:pt idx="2367">
                <c:v>-73.392091639734915</c:v>
              </c:pt>
              <c:pt idx="2368">
                <c:v>-73.50885348451348</c:v>
              </c:pt>
              <c:pt idx="2369">
                <c:v>-73.640406033115596</c:v>
              </c:pt>
              <c:pt idx="2370">
                <c:v>-73.787158786095802</c:v>
              </c:pt>
              <c:pt idx="2371">
                <c:v>-73.949587552126033</c:v>
              </c:pt>
              <c:pt idx="2372">
                <c:v>-74.128241703594782</c:v>
              </c:pt>
              <c:pt idx="2373">
                <c:v>-74.32375294665384</c:v>
              </c:pt>
              <c:pt idx="2374">
                <c:v>-74.536845926003267</c:v>
              </c:pt>
              <c:pt idx="2375">
                <c:v>-74.768351075733364</c:v>
              </c:pt>
              <c:pt idx="2376">
                <c:v>-75.019220247871942</c:v>
              </c:pt>
              <c:pt idx="2377">
                <c:v>-75.290545811225996</c:v>
              </c:pt>
              <c:pt idx="2378">
                <c:v>-75.583584130991653</c:v>
              </c:pt>
              <c:pt idx="2379">
                <c:v>-75.899784638364181</c:v>
              </c:pt>
              <c:pt idx="2380">
                <c:v>-76.240826114625435</c:v>
              </c:pt>
              <c:pt idx="2381">
                <c:v>-76.608662399820673</c:v>
              </c:pt>
              <c:pt idx="2382">
                <c:v>-77.005580575257241</c:v>
              </c:pt>
              <c:pt idx="2383">
                <c:v>-77.434275892349376</c:v>
              </c:pt>
              <c:pt idx="2384">
                <c:v>-77.897949537884728</c:v>
              </c:pt>
              <c:pt idx="2385">
                <c:v>-78.400438083633162</c:v>
              </c:pt>
              <c:pt idx="2386">
                <c:v>-78.946387751811045</c:v>
              </c:pt>
              <c:pt idx="2387">
                <c:v>-79.541493458027105</c:v>
              </c:pt>
              <c:pt idx="2388">
                <c:v>-80</c:v>
              </c:pt>
              <c:pt idx="2389">
                <c:v>-80</c:v>
              </c:pt>
              <c:pt idx="2390">
                <c:v>-80</c:v>
              </c:pt>
              <c:pt idx="2391">
                <c:v>-80</c:v>
              </c:pt>
              <c:pt idx="2392">
                <c:v>-80</c:v>
              </c:pt>
              <c:pt idx="2393">
                <c:v>-80</c:v>
              </c:pt>
              <c:pt idx="2394">
                <c:v>-80</c:v>
              </c:pt>
              <c:pt idx="2395">
                <c:v>-80</c:v>
              </c:pt>
              <c:pt idx="2396">
                <c:v>-80</c:v>
              </c:pt>
              <c:pt idx="2397">
                <c:v>-80</c:v>
              </c:pt>
              <c:pt idx="2398">
                <c:v>-80</c:v>
              </c:pt>
              <c:pt idx="2399">
                <c:v>-80</c:v>
              </c:pt>
              <c:pt idx="2400">
                <c:v>-80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F29E-4D8F-95A5-63961749A2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-20"/>
          <c:min val="-80"/>
        </c:scaling>
        <c:delete val="0"/>
        <c:axPos val="l"/>
        <c:majorGridlines>
          <c:spPr>
            <a:ln w="6668">
              <a:solidFill>
                <a:srgbClr val="E1E5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Relative PSD (dB/Hz)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20"/>
      </c:valAx>
      <c:valAx>
        <c:axId val="48650112"/>
        <c:scaling>
          <c:orientation val="minMax"/>
          <c:max val="150"/>
          <c:min val="-150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Offset from RF carrier (kHz)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50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Illustrative RF Spectrum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BPSK Sidebands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641"/>
              <c:pt idx="0">
                <c:v>-1.1599999999999999</c:v>
              </c:pt>
              <c:pt idx="1">
                <c:v>-1.1595</c:v>
              </c:pt>
              <c:pt idx="2">
                <c:v>-1.159</c:v>
              </c:pt>
              <c:pt idx="3">
                <c:v>-1.1584999999999999</c:v>
              </c:pt>
              <c:pt idx="4">
                <c:v>-1.1579999999999999</c:v>
              </c:pt>
              <c:pt idx="5">
                <c:v>-1.1575</c:v>
              </c:pt>
              <c:pt idx="6">
                <c:v>-1.157</c:v>
              </c:pt>
              <c:pt idx="7">
                <c:v>-1.1564999999999999</c:v>
              </c:pt>
              <c:pt idx="8">
                <c:v>-1.1559999999999999</c:v>
              </c:pt>
              <c:pt idx="9">
                <c:v>-1.1555</c:v>
              </c:pt>
              <c:pt idx="10">
                <c:v>-1.155</c:v>
              </c:pt>
              <c:pt idx="11">
                <c:v>-1.1544999999999999</c:v>
              </c:pt>
              <c:pt idx="12">
                <c:v>-1.1539999999999999</c:v>
              </c:pt>
              <c:pt idx="13">
                <c:v>-1.1535</c:v>
              </c:pt>
              <c:pt idx="14">
                <c:v>-1.153</c:v>
              </c:pt>
              <c:pt idx="15">
                <c:v>-1.1524999999999999</c:v>
              </c:pt>
              <c:pt idx="16">
                <c:v>-1.1519999999999999</c:v>
              </c:pt>
              <c:pt idx="17">
                <c:v>-1.1515</c:v>
              </c:pt>
              <c:pt idx="18">
                <c:v>-1.151</c:v>
              </c:pt>
              <c:pt idx="19">
                <c:v>-1.1504999999999999</c:v>
              </c:pt>
              <c:pt idx="20">
                <c:v>-1.1499999999999999</c:v>
              </c:pt>
              <c:pt idx="21">
                <c:v>-1.1495</c:v>
              </c:pt>
              <c:pt idx="22">
                <c:v>-1.149</c:v>
              </c:pt>
              <c:pt idx="23">
                <c:v>-1.1484999999999999</c:v>
              </c:pt>
              <c:pt idx="24">
                <c:v>-1.1479999999999999</c:v>
              </c:pt>
              <c:pt idx="25">
                <c:v>-1.1475</c:v>
              </c:pt>
              <c:pt idx="26">
                <c:v>-1.147</c:v>
              </c:pt>
              <c:pt idx="27">
                <c:v>-1.1464999999999999</c:v>
              </c:pt>
              <c:pt idx="28">
                <c:v>-1.1459999999999999</c:v>
              </c:pt>
              <c:pt idx="29">
                <c:v>-1.1455</c:v>
              </c:pt>
              <c:pt idx="30">
                <c:v>-1.145</c:v>
              </c:pt>
              <c:pt idx="31">
                <c:v>-1.1444999999999999</c:v>
              </c:pt>
              <c:pt idx="32">
                <c:v>-1.1439999999999999</c:v>
              </c:pt>
              <c:pt idx="33">
                <c:v>-1.1435</c:v>
              </c:pt>
              <c:pt idx="34">
                <c:v>-1.143</c:v>
              </c:pt>
              <c:pt idx="35">
                <c:v>-1.1424999999999998</c:v>
              </c:pt>
              <c:pt idx="36">
                <c:v>-1.1419999999999999</c:v>
              </c:pt>
              <c:pt idx="37">
                <c:v>-1.1415</c:v>
              </c:pt>
              <c:pt idx="38">
                <c:v>-1.141</c:v>
              </c:pt>
              <c:pt idx="39">
                <c:v>-1.1404999999999998</c:v>
              </c:pt>
              <c:pt idx="40">
                <c:v>-1.1399999999999999</c:v>
              </c:pt>
              <c:pt idx="41">
                <c:v>-1.1395</c:v>
              </c:pt>
              <c:pt idx="42">
                <c:v>-1.139</c:v>
              </c:pt>
              <c:pt idx="43">
                <c:v>-1.1384999999999998</c:v>
              </c:pt>
              <c:pt idx="44">
                <c:v>-1.1379999999999999</c:v>
              </c:pt>
              <c:pt idx="45">
                <c:v>-1.1375</c:v>
              </c:pt>
              <c:pt idx="46">
                <c:v>-1.137</c:v>
              </c:pt>
              <c:pt idx="47">
                <c:v>-1.1364999999999998</c:v>
              </c:pt>
              <c:pt idx="48">
                <c:v>-1.1359999999999999</c:v>
              </c:pt>
              <c:pt idx="49">
                <c:v>-1.1355</c:v>
              </c:pt>
              <c:pt idx="50">
                <c:v>-1.135</c:v>
              </c:pt>
              <c:pt idx="51">
                <c:v>-1.1344999999999998</c:v>
              </c:pt>
              <c:pt idx="52">
                <c:v>-1.1339999999999999</c:v>
              </c:pt>
              <c:pt idx="53">
                <c:v>-1.1335</c:v>
              </c:pt>
              <c:pt idx="54">
                <c:v>-1.133</c:v>
              </c:pt>
              <c:pt idx="55">
                <c:v>-1.1324999999999998</c:v>
              </c:pt>
              <c:pt idx="56">
                <c:v>-1.1319999999999999</c:v>
              </c:pt>
              <c:pt idx="57">
                <c:v>-1.1315</c:v>
              </c:pt>
              <c:pt idx="58">
                <c:v>-1.131</c:v>
              </c:pt>
              <c:pt idx="59">
                <c:v>-1.1304999999999998</c:v>
              </c:pt>
              <c:pt idx="60">
                <c:v>-1.1299999999999999</c:v>
              </c:pt>
              <c:pt idx="61">
                <c:v>-1.1294999999999999</c:v>
              </c:pt>
              <c:pt idx="62">
                <c:v>-1.129</c:v>
              </c:pt>
              <c:pt idx="63">
                <c:v>-1.1284999999999998</c:v>
              </c:pt>
              <c:pt idx="64">
                <c:v>-1.1279999999999999</c:v>
              </c:pt>
              <c:pt idx="65">
                <c:v>-1.1274999999999999</c:v>
              </c:pt>
              <c:pt idx="66">
                <c:v>-1.127</c:v>
              </c:pt>
              <c:pt idx="67">
                <c:v>-1.1264999999999998</c:v>
              </c:pt>
              <c:pt idx="68">
                <c:v>-1.1259999999999999</c:v>
              </c:pt>
              <c:pt idx="69">
                <c:v>-1.1254999999999999</c:v>
              </c:pt>
              <c:pt idx="70">
                <c:v>-1.125</c:v>
              </c:pt>
              <c:pt idx="71">
                <c:v>-1.1244999999999998</c:v>
              </c:pt>
              <c:pt idx="72">
                <c:v>-1.1239999999999999</c:v>
              </c:pt>
              <c:pt idx="73">
                <c:v>-1.1234999999999999</c:v>
              </c:pt>
              <c:pt idx="74">
                <c:v>-1.123</c:v>
              </c:pt>
              <c:pt idx="75">
                <c:v>-1.1224999999999998</c:v>
              </c:pt>
              <c:pt idx="76">
                <c:v>-1.1219999999999999</c:v>
              </c:pt>
              <c:pt idx="77">
                <c:v>-1.1214999999999999</c:v>
              </c:pt>
              <c:pt idx="78">
                <c:v>-1.121</c:v>
              </c:pt>
              <c:pt idx="79">
                <c:v>-1.1204999999999998</c:v>
              </c:pt>
              <c:pt idx="80">
                <c:v>-1.1199999999999999</c:v>
              </c:pt>
              <c:pt idx="81">
                <c:v>-1.1194999999999999</c:v>
              </c:pt>
              <c:pt idx="82">
                <c:v>-1.119</c:v>
              </c:pt>
              <c:pt idx="83">
                <c:v>-1.1184999999999998</c:v>
              </c:pt>
              <c:pt idx="84">
                <c:v>-1.1179999999999999</c:v>
              </c:pt>
              <c:pt idx="85">
                <c:v>-1.1174999999999999</c:v>
              </c:pt>
              <c:pt idx="86">
                <c:v>-1.117</c:v>
              </c:pt>
              <c:pt idx="87">
                <c:v>-1.1164999999999998</c:v>
              </c:pt>
              <c:pt idx="88">
                <c:v>-1.1159999999999999</c:v>
              </c:pt>
              <c:pt idx="89">
                <c:v>-1.1154999999999999</c:v>
              </c:pt>
              <c:pt idx="90">
                <c:v>-1.115</c:v>
              </c:pt>
              <c:pt idx="91">
                <c:v>-1.1144999999999998</c:v>
              </c:pt>
              <c:pt idx="92">
                <c:v>-1.1139999999999999</c:v>
              </c:pt>
              <c:pt idx="93">
                <c:v>-1.1134999999999999</c:v>
              </c:pt>
              <c:pt idx="94">
                <c:v>-1.113</c:v>
              </c:pt>
              <c:pt idx="95">
                <c:v>-1.1124999999999998</c:v>
              </c:pt>
              <c:pt idx="96">
                <c:v>-1.1119999999999999</c:v>
              </c:pt>
              <c:pt idx="97">
                <c:v>-1.1114999999999999</c:v>
              </c:pt>
              <c:pt idx="98">
                <c:v>-1.111</c:v>
              </c:pt>
              <c:pt idx="99">
                <c:v>-1.1104999999999998</c:v>
              </c:pt>
              <c:pt idx="100">
                <c:v>-1.1099999999999999</c:v>
              </c:pt>
              <c:pt idx="101">
                <c:v>-1.1094999999999999</c:v>
              </c:pt>
              <c:pt idx="102">
                <c:v>-1.109</c:v>
              </c:pt>
              <c:pt idx="103">
                <c:v>-1.1084999999999998</c:v>
              </c:pt>
              <c:pt idx="104">
                <c:v>-1.1079999999999999</c:v>
              </c:pt>
              <c:pt idx="105">
                <c:v>-1.1074999999999999</c:v>
              </c:pt>
              <c:pt idx="106">
                <c:v>-1.107</c:v>
              </c:pt>
              <c:pt idx="107">
                <c:v>-1.1064999999999998</c:v>
              </c:pt>
              <c:pt idx="108">
                <c:v>-1.1059999999999999</c:v>
              </c:pt>
              <c:pt idx="109">
                <c:v>-1.1054999999999999</c:v>
              </c:pt>
              <c:pt idx="110">
                <c:v>-1.105</c:v>
              </c:pt>
              <c:pt idx="111">
                <c:v>-1.1044999999999998</c:v>
              </c:pt>
              <c:pt idx="112">
                <c:v>-1.1039999999999999</c:v>
              </c:pt>
              <c:pt idx="113">
                <c:v>-1.1034999999999999</c:v>
              </c:pt>
              <c:pt idx="114">
                <c:v>-1.103</c:v>
              </c:pt>
              <c:pt idx="115">
                <c:v>-1.1024999999999998</c:v>
              </c:pt>
              <c:pt idx="116">
                <c:v>-1.1019999999999999</c:v>
              </c:pt>
              <c:pt idx="117">
                <c:v>-1.1014999999999999</c:v>
              </c:pt>
              <c:pt idx="118">
                <c:v>-1.101</c:v>
              </c:pt>
              <c:pt idx="119">
                <c:v>-1.1004999999999998</c:v>
              </c:pt>
              <c:pt idx="120">
                <c:v>-1.0999999999999999</c:v>
              </c:pt>
              <c:pt idx="121">
                <c:v>-1.0994999999999999</c:v>
              </c:pt>
              <c:pt idx="122">
                <c:v>-1.099</c:v>
              </c:pt>
              <c:pt idx="123">
                <c:v>-1.0985</c:v>
              </c:pt>
              <c:pt idx="124">
                <c:v>-1.0979999999999999</c:v>
              </c:pt>
              <c:pt idx="125">
                <c:v>-1.0974999999999999</c:v>
              </c:pt>
              <c:pt idx="126">
                <c:v>-1.097</c:v>
              </c:pt>
              <c:pt idx="127">
                <c:v>-1.0964999999999998</c:v>
              </c:pt>
              <c:pt idx="128">
                <c:v>-1.0959999999999999</c:v>
              </c:pt>
              <c:pt idx="129">
                <c:v>-1.0954999999999999</c:v>
              </c:pt>
              <c:pt idx="130">
                <c:v>-1.095</c:v>
              </c:pt>
              <c:pt idx="131">
                <c:v>-1.0945</c:v>
              </c:pt>
              <c:pt idx="132">
                <c:v>-1.0939999999999999</c:v>
              </c:pt>
              <c:pt idx="133">
                <c:v>-1.0934999999999999</c:v>
              </c:pt>
              <c:pt idx="134">
                <c:v>-1.093</c:v>
              </c:pt>
              <c:pt idx="135">
                <c:v>-1.0924999999999998</c:v>
              </c:pt>
              <c:pt idx="136">
                <c:v>-1.0919999999999999</c:v>
              </c:pt>
              <c:pt idx="137">
                <c:v>-1.0914999999999999</c:v>
              </c:pt>
              <c:pt idx="138">
                <c:v>-1.091</c:v>
              </c:pt>
              <c:pt idx="139">
                <c:v>-1.0905</c:v>
              </c:pt>
              <c:pt idx="140">
                <c:v>-1.0899999999999999</c:v>
              </c:pt>
              <c:pt idx="141">
                <c:v>-1.0894999999999999</c:v>
              </c:pt>
              <c:pt idx="142">
                <c:v>-1.089</c:v>
              </c:pt>
              <c:pt idx="143">
                <c:v>-1.0884999999999998</c:v>
              </c:pt>
              <c:pt idx="144">
                <c:v>-1.0879999999999999</c:v>
              </c:pt>
              <c:pt idx="145">
                <c:v>-1.0874999999999999</c:v>
              </c:pt>
              <c:pt idx="146">
                <c:v>-1.087</c:v>
              </c:pt>
              <c:pt idx="147">
                <c:v>-1.0865</c:v>
              </c:pt>
              <c:pt idx="148">
                <c:v>-1.0859999999999999</c:v>
              </c:pt>
              <c:pt idx="149">
                <c:v>-1.0854999999999999</c:v>
              </c:pt>
              <c:pt idx="150">
                <c:v>-1.085</c:v>
              </c:pt>
              <c:pt idx="151">
                <c:v>-1.0845</c:v>
              </c:pt>
              <c:pt idx="152">
                <c:v>-1.0839999999999999</c:v>
              </c:pt>
              <c:pt idx="153">
                <c:v>-1.0834999999999999</c:v>
              </c:pt>
              <c:pt idx="154">
                <c:v>-1.083</c:v>
              </c:pt>
              <c:pt idx="155">
                <c:v>-1.0825</c:v>
              </c:pt>
              <c:pt idx="156">
                <c:v>-1.0819999999999999</c:v>
              </c:pt>
              <c:pt idx="157">
                <c:v>-1.0814999999999999</c:v>
              </c:pt>
              <c:pt idx="158">
                <c:v>-1.081</c:v>
              </c:pt>
              <c:pt idx="159">
                <c:v>-1.0805</c:v>
              </c:pt>
              <c:pt idx="160">
                <c:v>-1.0799999999999998</c:v>
              </c:pt>
              <c:pt idx="161">
                <c:v>-1.0794999999999999</c:v>
              </c:pt>
              <c:pt idx="162">
                <c:v>-1.079</c:v>
              </c:pt>
              <c:pt idx="163">
                <c:v>-1.0785</c:v>
              </c:pt>
              <c:pt idx="164">
                <c:v>-1.0779999999999998</c:v>
              </c:pt>
              <c:pt idx="165">
                <c:v>-1.0774999999999999</c:v>
              </c:pt>
              <c:pt idx="166">
                <c:v>-1.077</c:v>
              </c:pt>
              <c:pt idx="167">
                <c:v>-1.0765</c:v>
              </c:pt>
              <c:pt idx="168">
                <c:v>-1.0759999999999998</c:v>
              </c:pt>
              <c:pt idx="169">
                <c:v>-1.0754999999999999</c:v>
              </c:pt>
              <c:pt idx="170">
                <c:v>-1.075</c:v>
              </c:pt>
              <c:pt idx="171">
                <c:v>-1.0745</c:v>
              </c:pt>
              <c:pt idx="172">
                <c:v>-1.0739999999999998</c:v>
              </c:pt>
              <c:pt idx="173">
                <c:v>-1.0734999999999999</c:v>
              </c:pt>
              <c:pt idx="174">
                <c:v>-1.073</c:v>
              </c:pt>
              <c:pt idx="175">
                <c:v>-1.0725</c:v>
              </c:pt>
              <c:pt idx="176">
                <c:v>-1.0719999999999998</c:v>
              </c:pt>
              <c:pt idx="177">
                <c:v>-1.0714999999999999</c:v>
              </c:pt>
              <c:pt idx="178">
                <c:v>-1.071</c:v>
              </c:pt>
              <c:pt idx="179">
                <c:v>-1.0705</c:v>
              </c:pt>
              <c:pt idx="180">
                <c:v>-1.0699999999999998</c:v>
              </c:pt>
              <c:pt idx="181">
                <c:v>-1.0694999999999999</c:v>
              </c:pt>
              <c:pt idx="182">
                <c:v>-1.069</c:v>
              </c:pt>
              <c:pt idx="183">
                <c:v>-1.0685</c:v>
              </c:pt>
              <c:pt idx="184">
                <c:v>-1.0679999999999998</c:v>
              </c:pt>
              <c:pt idx="185">
                <c:v>-1.0674999999999999</c:v>
              </c:pt>
              <c:pt idx="186">
                <c:v>-1.0669999999999999</c:v>
              </c:pt>
              <c:pt idx="187">
                <c:v>-1.0665</c:v>
              </c:pt>
              <c:pt idx="188">
                <c:v>-1.0659999999999998</c:v>
              </c:pt>
              <c:pt idx="189">
                <c:v>-1.0654999999999999</c:v>
              </c:pt>
              <c:pt idx="190">
                <c:v>-1.0649999999999999</c:v>
              </c:pt>
              <c:pt idx="191">
                <c:v>-1.0645</c:v>
              </c:pt>
              <c:pt idx="192">
                <c:v>-1.0639999999999998</c:v>
              </c:pt>
              <c:pt idx="193">
                <c:v>-1.0634999999999999</c:v>
              </c:pt>
              <c:pt idx="194">
                <c:v>-1.0629999999999999</c:v>
              </c:pt>
              <c:pt idx="195">
                <c:v>-1.0625</c:v>
              </c:pt>
              <c:pt idx="196">
                <c:v>-1.0619999999999998</c:v>
              </c:pt>
              <c:pt idx="197">
                <c:v>-1.0614999999999999</c:v>
              </c:pt>
              <c:pt idx="198">
                <c:v>-1.0609999999999999</c:v>
              </c:pt>
              <c:pt idx="199">
                <c:v>-1.0605</c:v>
              </c:pt>
              <c:pt idx="200">
                <c:v>-1.0599999999999998</c:v>
              </c:pt>
              <c:pt idx="201">
                <c:v>-1.0594999999999999</c:v>
              </c:pt>
              <c:pt idx="202">
                <c:v>-1.0589999999999999</c:v>
              </c:pt>
              <c:pt idx="203">
                <c:v>-1.0585</c:v>
              </c:pt>
              <c:pt idx="204">
                <c:v>-1.0579999999999998</c:v>
              </c:pt>
              <c:pt idx="205">
                <c:v>-1.0574999999999999</c:v>
              </c:pt>
              <c:pt idx="206">
                <c:v>-1.0569999999999999</c:v>
              </c:pt>
              <c:pt idx="207">
                <c:v>-1.0565</c:v>
              </c:pt>
              <c:pt idx="208">
                <c:v>-1.0559999999999998</c:v>
              </c:pt>
              <c:pt idx="209">
                <c:v>-1.0554999999999999</c:v>
              </c:pt>
              <c:pt idx="210">
                <c:v>-1.0549999999999999</c:v>
              </c:pt>
              <c:pt idx="211">
                <c:v>-1.0545</c:v>
              </c:pt>
              <c:pt idx="212">
                <c:v>-1.0539999999999998</c:v>
              </c:pt>
              <c:pt idx="213">
                <c:v>-1.0534999999999999</c:v>
              </c:pt>
              <c:pt idx="214">
                <c:v>-1.0529999999999999</c:v>
              </c:pt>
              <c:pt idx="215">
                <c:v>-1.0525</c:v>
              </c:pt>
              <c:pt idx="216">
                <c:v>-1.0519999999999998</c:v>
              </c:pt>
              <c:pt idx="217">
                <c:v>-1.0514999999999999</c:v>
              </c:pt>
              <c:pt idx="218">
                <c:v>-1.0509999999999999</c:v>
              </c:pt>
              <c:pt idx="219">
                <c:v>-1.0505</c:v>
              </c:pt>
              <c:pt idx="220">
                <c:v>-1.0499999999999998</c:v>
              </c:pt>
              <c:pt idx="221">
                <c:v>-1.0494999999999999</c:v>
              </c:pt>
              <c:pt idx="222">
                <c:v>-1.0489999999999999</c:v>
              </c:pt>
              <c:pt idx="223">
                <c:v>-1.0485</c:v>
              </c:pt>
              <c:pt idx="224">
                <c:v>-1.0479999999999998</c:v>
              </c:pt>
              <c:pt idx="225">
                <c:v>-1.0474999999999999</c:v>
              </c:pt>
              <c:pt idx="226">
                <c:v>-1.0469999999999999</c:v>
              </c:pt>
              <c:pt idx="227">
                <c:v>-1.0465</c:v>
              </c:pt>
              <c:pt idx="228">
                <c:v>-1.0459999999999998</c:v>
              </c:pt>
              <c:pt idx="229">
                <c:v>-1.0454999999999999</c:v>
              </c:pt>
              <c:pt idx="230">
                <c:v>-1.0449999999999999</c:v>
              </c:pt>
              <c:pt idx="231">
                <c:v>-1.0445</c:v>
              </c:pt>
              <c:pt idx="232">
                <c:v>-1.0439999999999998</c:v>
              </c:pt>
              <c:pt idx="233">
                <c:v>-1.0434999999999999</c:v>
              </c:pt>
              <c:pt idx="234">
                <c:v>-1.0429999999999999</c:v>
              </c:pt>
              <c:pt idx="235">
                <c:v>-1.0425</c:v>
              </c:pt>
              <c:pt idx="236">
                <c:v>-1.0419999999999998</c:v>
              </c:pt>
              <c:pt idx="237">
                <c:v>-1.0414999999999999</c:v>
              </c:pt>
              <c:pt idx="238">
                <c:v>-1.0409999999999999</c:v>
              </c:pt>
              <c:pt idx="239">
                <c:v>-1.0405</c:v>
              </c:pt>
              <c:pt idx="240">
                <c:v>-1.04</c:v>
              </c:pt>
              <c:pt idx="241">
                <c:v>-1.0394999999999999</c:v>
              </c:pt>
              <c:pt idx="242">
                <c:v>-1.0389999999999999</c:v>
              </c:pt>
              <c:pt idx="243">
                <c:v>-1.0385</c:v>
              </c:pt>
              <c:pt idx="244">
                <c:v>-1.0379999999999998</c:v>
              </c:pt>
              <c:pt idx="245">
                <c:v>-1.0374999999999999</c:v>
              </c:pt>
              <c:pt idx="246">
                <c:v>-1.0369999999999999</c:v>
              </c:pt>
              <c:pt idx="247">
                <c:v>-1.0365</c:v>
              </c:pt>
              <c:pt idx="248">
                <c:v>-1.036</c:v>
              </c:pt>
              <c:pt idx="249">
                <c:v>-1.0354999999999999</c:v>
              </c:pt>
              <c:pt idx="250">
                <c:v>-1.0349999999999999</c:v>
              </c:pt>
              <c:pt idx="251">
                <c:v>-1.0345</c:v>
              </c:pt>
              <c:pt idx="252">
                <c:v>-1.0339999999999998</c:v>
              </c:pt>
              <c:pt idx="253">
                <c:v>-1.0334999999999999</c:v>
              </c:pt>
              <c:pt idx="254">
                <c:v>-1.0329999999999999</c:v>
              </c:pt>
              <c:pt idx="255">
                <c:v>-1.0325</c:v>
              </c:pt>
              <c:pt idx="256">
                <c:v>-1.032</c:v>
              </c:pt>
              <c:pt idx="257">
                <c:v>-1.0314999999999999</c:v>
              </c:pt>
              <c:pt idx="258">
                <c:v>-1.0309999999999999</c:v>
              </c:pt>
              <c:pt idx="259">
                <c:v>-1.0305</c:v>
              </c:pt>
              <c:pt idx="260">
                <c:v>-1.0299999999999998</c:v>
              </c:pt>
              <c:pt idx="261">
                <c:v>-1.0294999999999999</c:v>
              </c:pt>
              <c:pt idx="262">
                <c:v>-1.0289999999999999</c:v>
              </c:pt>
              <c:pt idx="263">
                <c:v>-1.0285</c:v>
              </c:pt>
              <c:pt idx="264">
                <c:v>-1.028</c:v>
              </c:pt>
              <c:pt idx="265">
                <c:v>-1.0274999999999999</c:v>
              </c:pt>
              <c:pt idx="266">
                <c:v>-1.0269999999999999</c:v>
              </c:pt>
              <c:pt idx="267">
                <c:v>-1.0265</c:v>
              </c:pt>
              <c:pt idx="268">
                <c:v>-1.0259999999999998</c:v>
              </c:pt>
              <c:pt idx="269">
                <c:v>-1.0254999999999999</c:v>
              </c:pt>
              <c:pt idx="270">
                <c:v>-1.0249999999999999</c:v>
              </c:pt>
              <c:pt idx="271">
                <c:v>-1.0245</c:v>
              </c:pt>
              <c:pt idx="272">
                <c:v>-1.024</c:v>
              </c:pt>
              <c:pt idx="273">
                <c:v>-1.0234999999999999</c:v>
              </c:pt>
              <c:pt idx="274">
                <c:v>-1.0229999999999999</c:v>
              </c:pt>
              <c:pt idx="275">
                <c:v>-1.0225</c:v>
              </c:pt>
              <c:pt idx="276">
                <c:v>-1.0219999999999998</c:v>
              </c:pt>
              <c:pt idx="277">
                <c:v>-1.0214999999999999</c:v>
              </c:pt>
              <c:pt idx="278">
                <c:v>-1.0209999999999999</c:v>
              </c:pt>
              <c:pt idx="279">
                <c:v>-1.0205</c:v>
              </c:pt>
              <c:pt idx="280">
                <c:v>-1.02</c:v>
              </c:pt>
              <c:pt idx="281">
                <c:v>-1.0194999999999999</c:v>
              </c:pt>
              <c:pt idx="282">
                <c:v>-1.0189999999999999</c:v>
              </c:pt>
              <c:pt idx="283">
                <c:v>-1.0185</c:v>
              </c:pt>
              <c:pt idx="284">
                <c:v>-1.0179999999999998</c:v>
              </c:pt>
              <c:pt idx="285">
                <c:v>-1.0174999999999998</c:v>
              </c:pt>
              <c:pt idx="286">
                <c:v>-1.0169999999999999</c:v>
              </c:pt>
              <c:pt idx="287">
                <c:v>-1.0165</c:v>
              </c:pt>
              <c:pt idx="288">
                <c:v>-1.016</c:v>
              </c:pt>
              <c:pt idx="289">
                <c:v>-1.0154999999999998</c:v>
              </c:pt>
              <c:pt idx="290">
                <c:v>-1.0149999999999999</c:v>
              </c:pt>
              <c:pt idx="291">
                <c:v>-1.0145</c:v>
              </c:pt>
              <c:pt idx="292">
                <c:v>-1.014</c:v>
              </c:pt>
              <c:pt idx="293">
                <c:v>-1.0134999999999998</c:v>
              </c:pt>
              <c:pt idx="294">
                <c:v>-1.0129999999999999</c:v>
              </c:pt>
              <c:pt idx="295">
                <c:v>-1.0125</c:v>
              </c:pt>
              <c:pt idx="296">
                <c:v>-1.012</c:v>
              </c:pt>
              <c:pt idx="297">
                <c:v>-1.0114999999999998</c:v>
              </c:pt>
              <c:pt idx="298">
                <c:v>-1.0109999999999999</c:v>
              </c:pt>
              <c:pt idx="299">
                <c:v>-1.0105</c:v>
              </c:pt>
              <c:pt idx="300">
                <c:v>-1.01</c:v>
              </c:pt>
              <c:pt idx="301">
                <c:v>-1.0094999999999998</c:v>
              </c:pt>
              <c:pt idx="302">
                <c:v>-1.0089999999999999</c:v>
              </c:pt>
              <c:pt idx="303">
                <c:v>-1.0085</c:v>
              </c:pt>
              <c:pt idx="304">
                <c:v>-1.008</c:v>
              </c:pt>
              <c:pt idx="305">
                <c:v>-1.0074999999999998</c:v>
              </c:pt>
              <c:pt idx="306">
                <c:v>-1.0069999999999999</c:v>
              </c:pt>
              <c:pt idx="307">
                <c:v>-1.0065</c:v>
              </c:pt>
              <c:pt idx="308">
                <c:v>-1.006</c:v>
              </c:pt>
              <c:pt idx="309">
                <c:v>-1.0054999999999998</c:v>
              </c:pt>
              <c:pt idx="310">
                <c:v>-1.0049999999999999</c:v>
              </c:pt>
              <c:pt idx="311">
                <c:v>-1.0044999999999999</c:v>
              </c:pt>
              <c:pt idx="312">
                <c:v>-1.004</c:v>
              </c:pt>
              <c:pt idx="313">
                <c:v>-1.0034999999999998</c:v>
              </c:pt>
              <c:pt idx="314">
                <c:v>-1.0029999999999999</c:v>
              </c:pt>
              <c:pt idx="315">
                <c:v>-1.0024999999999999</c:v>
              </c:pt>
              <c:pt idx="316">
                <c:v>-1.002</c:v>
              </c:pt>
              <c:pt idx="317">
                <c:v>-1.0014999999999998</c:v>
              </c:pt>
              <c:pt idx="318">
                <c:v>-1.0009999999999999</c:v>
              </c:pt>
              <c:pt idx="319">
                <c:v>-1.0004999999999999</c:v>
              </c:pt>
              <c:pt idx="320">
                <c:v>-0.99999999999999989</c:v>
              </c:pt>
              <c:pt idx="321">
                <c:v>-0.99949999999999994</c:v>
              </c:pt>
              <c:pt idx="322">
                <c:v>-0.99899999999999989</c:v>
              </c:pt>
              <c:pt idx="323">
                <c:v>-0.99849999999999994</c:v>
              </c:pt>
              <c:pt idx="324">
                <c:v>-0.99799999999999989</c:v>
              </c:pt>
              <c:pt idx="325">
                <c:v>-0.99749999999999994</c:v>
              </c:pt>
              <c:pt idx="326">
                <c:v>-0.99699999999999989</c:v>
              </c:pt>
              <c:pt idx="327">
                <c:v>-0.99649999999999994</c:v>
              </c:pt>
              <c:pt idx="328">
                <c:v>-0.99599999999999989</c:v>
              </c:pt>
              <c:pt idx="329">
                <c:v>-0.99549999999999994</c:v>
              </c:pt>
              <c:pt idx="330">
                <c:v>-0.99499999999999988</c:v>
              </c:pt>
              <c:pt idx="331">
                <c:v>-0.99449999999999994</c:v>
              </c:pt>
              <c:pt idx="332">
                <c:v>-0.99399999999999988</c:v>
              </c:pt>
              <c:pt idx="333">
                <c:v>-0.99349999999999994</c:v>
              </c:pt>
              <c:pt idx="334">
                <c:v>-0.99299999999999988</c:v>
              </c:pt>
              <c:pt idx="335">
                <c:v>-0.99249999999999994</c:v>
              </c:pt>
              <c:pt idx="336">
                <c:v>-0.99199999999999988</c:v>
              </c:pt>
              <c:pt idx="337">
                <c:v>-0.99149999999999994</c:v>
              </c:pt>
              <c:pt idx="338">
                <c:v>-0.99099999999999988</c:v>
              </c:pt>
              <c:pt idx="339">
                <c:v>-0.99049999999999994</c:v>
              </c:pt>
              <c:pt idx="340">
                <c:v>-0.98999999999999988</c:v>
              </c:pt>
              <c:pt idx="341">
                <c:v>-0.98949999999999994</c:v>
              </c:pt>
              <c:pt idx="342">
                <c:v>-0.98899999999999988</c:v>
              </c:pt>
              <c:pt idx="343">
                <c:v>-0.98849999999999993</c:v>
              </c:pt>
              <c:pt idx="344">
                <c:v>-0.98799999999999988</c:v>
              </c:pt>
              <c:pt idx="345">
                <c:v>-0.98749999999999993</c:v>
              </c:pt>
              <c:pt idx="346">
                <c:v>-0.98699999999999988</c:v>
              </c:pt>
              <c:pt idx="347">
                <c:v>-0.98649999999999993</c:v>
              </c:pt>
              <c:pt idx="348">
                <c:v>-0.98599999999999988</c:v>
              </c:pt>
              <c:pt idx="349">
                <c:v>-0.98549999999999993</c:v>
              </c:pt>
              <c:pt idx="350">
                <c:v>-0.98499999999999988</c:v>
              </c:pt>
              <c:pt idx="351">
                <c:v>-0.98449999999999993</c:v>
              </c:pt>
              <c:pt idx="352">
                <c:v>-0.98399999999999999</c:v>
              </c:pt>
              <c:pt idx="353">
                <c:v>-0.98349999999999993</c:v>
              </c:pt>
              <c:pt idx="354">
                <c:v>-0.98299999999999987</c:v>
              </c:pt>
              <c:pt idx="355">
                <c:v>-0.98249999999999993</c:v>
              </c:pt>
              <c:pt idx="356">
                <c:v>-0.98199999999999998</c:v>
              </c:pt>
              <c:pt idx="357">
                <c:v>-0.98149999999999993</c:v>
              </c:pt>
              <c:pt idx="358">
                <c:v>-0.98099999999999987</c:v>
              </c:pt>
              <c:pt idx="359">
                <c:v>-0.98049999999999993</c:v>
              </c:pt>
              <c:pt idx="360">
                <c:v>-0.98</c:v>
              </c:pt>
              <c:pt idx="361">
                <c:v>-0.97949999999999993</c:v>
              </c:pt>
              <c:pt idx="362">
                <c:v>-0.97899999999999987</c:v>
              </c:pt>
              <c:pt idx="363">
                <c:v>-0.97849999999999993</c:v>
              </c:pt>
              <c:pt idx="364">
                <c:v>-0.97799999999999998</c:v>
              </c:pt>
              <c:pt idx="365">
                <c:v>-0.97749999999999992</c:v>
              </c:pt>
              <c:pt idx="366">
                <c:v>-0.97699999999999987</c:v>
              </c:pt>
              <c:pt idx="367">
                <c:v>-0.97649999999999992</c:v>
              </c:pt>
              <c:pt idx="368">
                <c:v>-0.97599999999999998</c:v>
              </c:pt>
              <c:pt idx="369">
                <c:v>-0.97549999999999992</c:v>
              </c:pt>
              <c:pt idx="370">
                <c:v>-0.97499999999999987</c:v>
              </c:pt>
              <c:pt idx="371">
                <c:v>-0.97449999999999992</c:v>
              </c:pt>
              <c:pt idx="372">
                <c:v>-0.97399999999999998</c:v>
              </c:pt>
              <c:pt idx="373">
                <c:v>-0.97349999999999992</c:v>
              </c:pt>
              <c:pt idx="374">
                <c:v>-0.97299999999999986</c:v>
              </c:pt>
              <c:pt idx="375">
                <c:v>-0.97249999999999992</c:v>
              </c:pt>
              <c:pt idx="376">
                <c:v>-0.97199999999999998</c:v>
              </c:pt>
              <c:pt idx="377">
                <c:v>-0.97149999999999992</c:v>
              </c:pt>
              <c:pt idx="378">
                <c:v>-0.97099999999999986</c:v>
              </c:pt>
              <c:pt idx="379">
                <c:v>-0.97049999999999992</c:v>
              </c:pt>
              <c:pt idx="380">
                <c:v>-0.97</c:v>
              </c:pt>
              <c:pt idx="381">
                <c:v>-0.96949999999999992</c:v>
              </c:pt>
              <c:pt idx="382">
                <c:v>-0.96899999999999986</c:v>
              </c:pt>
              <c:pt idx="383">
                <c:v>-0.96849999999999992</c:v>
              </c:pt>
              <c:pt idx="384">
                <c:v>-0.96799999999999997</c:v>
              </c:pt>
              <c:pt idx="385">
                <c:v>-0.96749999999999992</c:v>
              </c:pt>
              <c:pt idx="386">
                <c:v>-0.96699999999999986</c:v>
              </c:pt>
              <c:pt idx="387">
                <c:v>-0.96649999999999991</c:v>
              </c:pt>
              <c:pt idx="388">
                <c:v>-0.96599999999999997</c:v>
              </c:pt>
              <c:pt idx="389">
                <c:v>-0.96549999999999991</c:v>
              </c:pt>
              <c:pt idx="390">
                <c:v>-0.96499999999999986</c:v>
              </c:pt>
              <c:pt idx="391">
                <c:v>-0.96449999999999991</c:v>
              </c:pt>
              <c:pt idx="392">
                <c:v>-0.96399999999999997</c:v>
              </c:pt>
              <c:pt idx="393">
                <c:v>-0.96349999999999991</c:v>
              </c:pt>
              <c:pt idx="394">
                <c:v>-0.96299999999999986</c:v>
              </c:pt>
              <c:pt idx="395">
                <c:v>-0.96249999999999991</c:v>
              </c:pt>
              <c:pt idx="396">
                <c:v>-0.96199999999999997</c:v>
              </c:pt>
              <c:pt idx="397">
                <c:v>-0.96149999999999991</c:v>
              </c:pt>
              <c:pt idx="398">
                <c:v>-0.96099999999999985</c:v>
              </c:pt>
              <c:pt idx="399">
                <c:v>-0.96049999999999991</c:v>
              </c:pt>
              <c:pt idx="400">
                <c:v>-0.96</c:v>
              </c:pt>
              <c:pt idx="401">
                <c:v>-0.95949999999999991</c:v>
              </c:pt>
              <c:pt idx="402">
                <c:v>-0.95899999999999985</c:v>
              </c:pt>
              <c:pt idx="403">
                <c:v>-0.95849999999999991</c:v>
              </c:pt>
              <c:pt idx="404">
                <c:v>-0.95799999999999996</c:v>
              </c:pt>
              <c:pt idx="405">
                <c:v>-0.95749999999999991</c:v>
              </c:pt>
              <c:pt idx="406">
                <c:v>-0.95699999999999985</c:v>
              </c:pt>
              <c:pt idx="407">
                <c:v>-0.95649999999999991</c:v>
              </c:pt>
              <c:pt idx="408">
                <c:v>-0.95599999999999996</c:v>
              </c:pt>
              <c:pt idx="409">
                <c:v>-0.9554999999999999</c:v>
              </c:pt>
              <c:pt idx="410">
                <c:v>-0.95499999999999985</c:v>
              </c:pt>
              <c:pt idx="411">
                <c:v>-0.9544999999999999</c:v>
              </c:pt>
              <c:pt idx="412">
                <c:v>-0.95399999999999996</c:v>
              </c:pt>
              <c:pt idx="413">
                <c:v>-0.9534999999999999</c:v>
              </c:pt>
              <c:pt idx="414">
                <c:v>-0.95299999999999985</c:v>
              </c:pt>
              <c:pt idx="415">
                <c:v>-0.9524999999999999</c:v>
              </c:pt>
              <c:pt idx="416">
                <c:v>-0.95199999999999996</c:v>
              </c:pt>
              <c:pt idx="417">
                <c:v>-0.9514999999999999</c:v>
              </c:pt>
              <c:pt idx="418">
                <c:v>-0.95099999999999996</c:v>
              </c:pt>
              <c:pt idx="419">
                <c:v>-0.9504999999999999</c:v>
              </c:pt>
              <c:pt idx="420">
                <c:v>-0.95</c:v>
              </c:pt>
              <c:pt idx="421">
                <c:v>-0.9494999999999999</c:v>
              </c:pt>
              <c:pt idx="422">
                <c:v>-0.94899999999999995</c:v>
              </c:pt>
              <c:pt idx="423">
                <c:v>-0.9484999999999999</c:v>
              </c:pt>
              <c:pt idx="424">
                <c:v>-0.94799999999999995</c:v>
              </c:pt>
              <c:pt idx="425">
                <c:v>-0.9474999999999999</c:v>
              </c:pt>
              <c:pt idx="426">
                <c:v>-0.94699999999999995</c:v>
              </c:pt>
              <c:pt idx="427">
                <c:v>-0.9464999999999999</c:v>
              </c:pt>
              <c:pt idx="428">
                <c:v>-0.94599999999999995</c:v>
              </c:pt>
              <c:pt idx="429">
                <c:v>-0.9454999999999999</c:v>
              </c:pt>
              <c:pt idx="430">
                <c:v>-0.94499999999999995</c:v>
              </c:pt>
              <c:pt idx="431">
                <c:v>-0.9444999999999999</c:v>
              </c:pt>
              <c:pt idx="432">
                <c:v>-0.94399999999999995</c:v>
              </c:pt>
              <c:pt idx="433">
                <c:v>-0.94349999999999989</c:v>
              </c:pt>
              <c:pt idx="434">
                <c:v>-0.94299999999999995</c:v>
              </c:pt>
              <c:pt idx="435">
                <c:v>-0.94249999999999989</c:v>
              </c:pt>
              <c:pt idx="436">
                <c:v>-0.94199999999999995</c:v>
              </c:pt>
              <c:pt idx="437">
                <c:v>-0.94149999999999989</c:v>
              </c:pt>
              <c:pt idx="438">
                <c:v>-0.94099999999999995</c:v>
              </c:pt>
              <c:pt idx="439">
                <c:v>-0.94049999999999989</c:v>
              </c:pt>
              <c:pt idx="440">
                <c:v>-0.94</c:v>
              </c:pt>
              <c:pt idx="441">
                <c:v>-0.93949999999999989</c:v>
              </c:pt>
              <c:pt idx="442">
                <c:v>-0.93899999999999995</c:v>
              </c:pt>
              <c:pt idx="443">
                <c:v>-0.93849999999999989</c:v>
              </c:pt>
              <c:pt idx="444">
                <c:v>-0.93799999999999994</c:v>
              </c:pt>
              <c:pt idx="445">
                <c:v>-0.93749999999999989</c:v>
              </c:pt>
              <c:pt idx="446">
                <c:v>-0.93699999999999994</c:v>
              </c:pt>
              <c:pt idx="447">
                <c:v>-0.93649999999999989</c:v>
              </c:pt>
              <c:pt idx="448">
                <c:v>-0.93599999999999994</c:v>
              </c:pt>
              <c:pt idx="449">
                <c:v>-0.93549999999999989</c:v>
              </c:pt>
              <c:pt idx="450">
                <c:v>-0.93499999999999994</c:v>
              </c:pt>
              <c:pt idx="451">
                <c:v>-0.93449999999999989</c:v>
              </c:pt>
              <c:pt idx="452">
                <c:v>-0.93399999999999994</c:v>
              </c:pt>
              <c:pt idx="453">
                <c:v>-0.93349999999999989</c:v>
              </c:pt>
              <c:pt idx="454">
                <c:v>-0.93299999999999994</c:v>
              </c:pt>
              <c:pt idx="455">
                <c:v>-0.93249999999999988</c:v>
              </c:pt>
              <c:pt idx="456">
                <c:v>-0.93199999999999994</c:v>
              </c:pt>
              <c:pt idx="457">
                <c:v>-0.93149999999999988</c:v>
              </c:pt>
              <c:pt idx="458">
                <c:v>-0.93099999999999994</c:v>
              </c:pt>
              <c:pt idx="459">
                <c:v>-0.93049999999999988</c:v>
              </c:pt>
              <c:pt idx="460">
                <c:v>-0.92999999999999994</c:v>
              </c:pt>
              <c:pt idx="461">
                <c:v>-0.92949999999999988</c:v>
              </c:pt>
              <c:pt idx="462">
                <c:v>-0.92899999999999994</c:v>
              </c:pt>
              <c:pt idx="463">
                <c:v>-0.92849999999999988</c:v>
              </c:pt>
              <c:pt idx="464">
                <c:v>-0.92799999999999994</c:v>
              </c:pt>
              <c:pt idx="465">
                <c:v>-0.92749999999999988</c:v>
              </c:pt>
              <c:pt idx="466">
                <c:v>-0.92699999999999994</c:v>
              </c:pt>
              <c:pt idx="467">
                <c:v>-0.92649999999999988</c:v>
              </c:pt>
              <c:pt idx="468">
                <c:v>-0.92599999999999993</c:v>
              </c:pt>
              <c:pt idx="469">
                <c:v>-0.92549999999999988</c:v>
              </c:pt>
              <c:pt idx="470">
                <c:v>-0.92499999999999993</c:v>
              </c:pt>
              <c:pt idx="471">
                <c:v>-0.92449999999999988</c:v>
              </c:pt>
              <c:pt idx="472">
                <c:v>-0.92399999999999993</c:v>
              </c:pt>
              <c:pt idx="473">
                <c:v>-0.92349999999999988</c:v>
              </c:pt>
              <c:pt idx="474">
                <c:v>-0.92299999999999993</c:v>
              </c:pt>
              <c:pt idx="475">
                <c:v>-0.92249999999999988</c:v>
              </c:pt>
              <c:pt idx="476">
                <c:v>-0.92199999999999993</c:v>
              </c:pt>
              <c:pt idx="477">
                <c:v>-0.92149999999999987</c:v>
              </c:pt>
              <c:pt idx="478">
                <c:v>-0.92099999999999993</c:v>
              </c:pt>
              <c:pt idx="479">
                <c:v>-0.92049999999999987</c:v>
              </c:pt>
              <c:pt idx="480">
                <c:v>-0.91999999999999993</c:v>
              </c:pt>
              <c:pt idx="481">
                <c:v>-0.91949999999999998</c:v>
              </c:pt>
              <c:pt idx="482">
                <c:v>-0.91899999999999993</c:v>
              </c:pt>
              <c:pt idx="483">
                <c:v>-0.91849999999999987</c:v>
              </c:pt>
              <c:pt idx="484">
                <c:v>-0.91799999999999993</c:v>
              </c:pt>
              <c:pt idx="485">
                <c:v>-0.91749999999999998</c:v>
              </c:pt>
              <c:pt idx="486">
                <c:v>-0.91699999999999993</c:v>
              </c:pt>
              <c:pt idx="487">
                <c:v>-0.91649999999999987</c:v>
              </c:pt>
              <c:pt idx="488">
                <c:v>-0.91599999999999993</c:v>
              </c:pt>
              <c:pt idx="489">
                <c:v>-0.91549999999999998</c:v>
              </c:pt>
              <c:pt idx="490">
                <c:v>-0.91499999999999992</c:v>
              </c:pt>
              <c:pt idx="491">
                <c:v>-0.91449999999999987</c:v>
              </c:pt>
              <c:pt idx="492">
                <c:v>-0.91399999999999992</c:v>
              </c:pt>
              <c:pt idx="493">
                <c:v>-0.91349999999999998</c:v>
              </c:pt>
              <c:pt idx="494">
                <c:v>-0.91299999999999992</c:v>
              </c:pt>
              <c:pt idx="495">
                <c:v>-0.91249999999999987</c:v>
              </c:pt>
              <c:pt idx="496">
                <c:v>-0.91199999999999992</c:v>
              </c:pt>
              <c:pt idx="497">
                <c:v>-0.91149999999999998</c:v>
              </c:pt>
              <c:pt idx="498">
                <c:v>-0.91099999999999992</c:v>
              </c:pt>
              <c:pt idx="499">
                <c:v>-0.91049999999999986</c:v>
              </c:pt>
              <c:pt idx="500">
                <c:v>-0.90999999999999992</c:v>
              </c:pt>
              <c:pt idx="501">
                <c:v>-0.90949999999999998</c:v>
              </c:pt>
              <c:pt idx="502">
                <c:v>-0.90899999999999992</c:v>
              </c:pt>
              <c:pt idx="503">
                <c:v>-0.90849999999999986</c:v>
              </c:pt>
              <c:pt idx="504">
                <c:v>-0.90799999999999992</c:v>
              </c:pt>
              <c:pt idx="505">
                <c:v>-0.90749999999999997</c:v>
              </c:pt>
              <c:pt idx="506">
                <c:v>-0.90699999999999992</c:v>
              </c:pt>
              <c:pt idx="507">
                <c:v>-0.90649999999999986</c:v>
              </c:pt>
              <c:pt idx="508">
                <c:v>-0.90599999999999992</c:v>
              </c:pt>
              <c:pt idx="509">
                <c:v>-0.90549999999999997</c:v>
              </c:pt>
              <c:pt idx="510">
                <c:v>-0.90499999999999992</c:v>
              </c:pt>
              <c:pt idx="511">
                <c:v>-0.90449999999999986</c:v>
              </c:pt>
              <c:pt idx="512">
                <c:v>-0.90399999999999991</c:v>
              </c:pt>
              <c:pt idx="513">
                <c:v>-0.90349999999999997</c:v>
              </c:pt>
              <c:pt idx="514">
                <c:v>-0.90299999999999991</c:v>
              </c:pt>
              <c:pt idx="515">
                <c:v>-0.90249999999999986</c:v>
              </c:pt>
              <c:pt idx="516">
                <c:v>-0.90199999999999991</c:v>
              </c:pt>
              <c:pt idx="517">
                <c:v>-0.90149999999999997</c:v>
              </c:pt>
              <c:pt idx="518">
                <c:v>-0.90099999999999991</c:v>
              </c:pt>
              <c:pt idx="519">
                <c:v>-0.90049999999999986</c:v>
              </c:pt>
              <c:pt idx="520">
                <c:v>-0.89999999999999991</c:v>
              </c:pt>
              <c:pt idx="521">
                <c:v>-0.89949999999999997</c:v>
              </c:pt>
              <c:pt idx="522">
                <c:v>-0.89899999999999991</c:v>
              </c:pt>
              <c:pt idx="523">
                <c:v>-0.89849999999999985</c:v>
              </c:pt>
              <c:pt idx="524">
                <c:v>-0.89799999999999991</c:v>
              </c:pt>
              <c:pt idx="525">
                <c:v>-0.89749999999999996</c:v>
              </c:pt>
              <c:pt idx="526">
                <c:v>-0.89699999999999991</c:v>
              </c:pt>
              <c:pt idx="527">
                <c:v>-0.89649999999999985</c:v>
              </c:pt>
              <c:pt idx="528">
                <c:v>-0.89599999999999991</c:v>
              </c:pt>
              <c:pt idx="529">
                <c:v>-0.89549999999999996</c:v>
              </c:pt>
              <c:pt idx="530">
                <c:v>-0.89499999999999991</c:v>
              </c:pt>
              <c:pt idx="531">
                <c:v>-0.89449999999999985</c:v>
              </c:pt>
              <c:pt idx="532">
                <c:v>-0.89399999999999991</c:v>
              </c:pt>
              <c:pt idx="533">
                <c:v>-0.89349999999999996</c:v>
              </c:pt>
              <c:pt idx="534">
                <c:v>-0.8929999999999999</c:v>
              </c:pt>
              <c:pt idx="535">
                <c:v>-0.89249999999999985</c:v>
              </c:pt>
              <c:pt idx="536">
                <c:v>-0.8919999999999999</c:v>
              </c:pt>
              <c:pt idx="537">
                <c:v>-0.89149999999999996</c:v>
              </c:pt>
              <c:pt idx="538">
                <c:v>-0.8909999999999999</c:v>
              </c:pt>
              <c:pt idx="539">
                <c:v>-0.89049999999999985</c:v>
              </c:pt>
              <c:pt idx="540">
                <c:v>-0.8899999999999999</c:v>
              </c:pt>
              <c:pt idx="541">
                <c:v>-0.88949999999999996</c:v>
              </c:pt>
              <c:pt idx="542">
                <c:v>-0.8889999999999999</c:v>
              </c:pt>
              <c:pt idx="543">
                <c:v>-0.88849999999999985</c:v>
              </c:pt>
              <c:pt idx="544">
                <c:v>-0.8879999999999999</c:v>
              </c:pt>
              <c:pt idx="545">
                <c:v>-0.88749999999999996</c:v>
              </c:pt>
              <c:pt idx="546">
                <c:v>-0.8869999999999999</c:v>
              </c:pt>
              <c:pt idx="547">
                <c:v>-0.88649999999999984</c:v>
              </c:pt>
              <c:pt idx="548">
                <c:v>-0.8859999999999999</c:v>
              </c:pt>
              <c:pt idx="549">
                <c:v>-0.88549999999999995</c:v>
              </c:pt>
              <c:pt idx="550">
                <c:v>-0.8849999999999999</c:v>
              </c:pt>
              <c:pt idx="551">
                <c:v>-0.88449999999999984</c:v>
              </c:pt>
              <c:pt idx="552">
                <c:v>-0.8839999999999999</c:v>
              </c:pt>
              <c:pt idx="553">
                <c:v>-0.88349999999999995</c:v>
              </c:pt>
              <c:pt idx="554">
                <c:v>-0.8829999999999999</c:v>
              </c:pt>
              <c:pt idx="555">
                <c:v>-0.88249999999999984</c:v>
              </c:pt>
              <c:pt idx="556">
                <c:v>-0.8819999999999999</c:v>
              </c:pt>
              <c:pt idx="557">
                <c:v>-0.88149999999999995</c:v>
              </c:pt>
              <c:pt idx="558">
                <c:v>-0.88099999999999989</c:v>
              </c:pt>
              <c:pt idx="559">
                <c:v>-0.88049999999999984</c:v>
              </c:pt>
              <c:pt idx="560">
                <c:v>-0.87999999999999989</c:v>
              </c:pt>
              <c:pt idx="561">
                <c:v>-0.87949999999999995</c:v>
              </c:pt>
              <c:pt idx="562">
                <c:v>-0.87899999999999989</c:v>
              </c:pt>
              <c:pt idx="563">
                <c:v>-0.87849999999999984</c:v>
              </c:pt>
              <c:pt idx="564">
                <c:v>-0.87799999999999989</c:v>
              </c:pt>
              <c:pt idx="565">
                <c:v>-0.87749999999999995</c:v>
              </c:pt>
              <c:pt idx="566">
                <c:v>-0.87699999999999989</c:v>
              </c:pt>
              <c:pt idx="567">
                <c:v>-0.87649999999999983</c:v>
              </c:pt>
              <c:pt idx="568">
                <c:v>-0.87599999999999989</c:v>
              </c:pt>
              <c:pt idx="569">
                <c:v>-0.87549999999999994</c:v>
              </c:pt>
              <c:pt idx="570">
                <c:v>-0.87499999999999989</c:v>
              </c:pt>
              <c:pt idx="571">
                <c:v>-0.87449999999999983</c:v>
              </c:pt>
              <c:pt idx="572">
                <c:v>-0.87399999999999989</c:v>
              </c:pt>
              <c:pt idx="573">
                <c:v>-0.87349999999999994</c:v>
              </c:pt>
              <c:pt idx="574">
                <c:v>-0.87299999999999989</c:v>
              </c:pt>
              <c:pt idx="575">
                <c:v>-0.87249999999999983</c:v>
              </c:pt>
              <c:pt idx="576">
                <c:v>-0.87199999999999989</c:v>
              </c:pt>
              <c:pt idx="577">
                <c:v>-0.87149999999999994</c:v>
              </c:pt>
              <c:pt idx="578">
                <c:v>-0.871</c:v>
              </c:pt>
              <c:pt idx="579">
                <c:v>-0.87049999999999994</c:v>
              </c:pt>
              <c:pt idx="580">
                <c:v>-0.86999999999999988</c:v>
              </c:pt>
              <c:pt idx="581">
                <c:v>-0.86949999999999994</c:v>
              </c:pt>
              <c:pt idx="582">
                <c:v>-0.86899999999999999</c:v>
              </c:pt>
              <c:pt idx="583">
                <c:v>-0.86849999999999994</c:v>
              </c:pt>
              <c:pt idx="584">
                <c:v>-0.86799999999999988</c:v>
              </c:pt>
              <c:pt idx="585">
                <c:v>-0.86749999999999994</c:v>
              </c:pt>
              <c:pt idx="586">
                <c:v>-0.86699999999999999</c:v>
              </c:pt>
              <c:pt idx="587">
                <c:v>-0.86649999999999994</c:v>
              </c:pt>
              <c:pt idx="588">
                <c:v>-0.86599999999999988</c:v>
              </c:pt>
              <c:pt idx="589">
                <c:v>-0.86549999999999994</c:v>
              </c:pt>
              <c:pt idx="590">
                <c:v>-0.86499999999999999</c:v>
              </c:pt>
              <c:pt idx="591">
                <c:v>-0.86449999999999994</c:v>
              </c:pt>
              <c:pt idx="592">
                <c:v>-0.86399999999999988</c:v>
              </c:pt>
              <c:pt idx="593">
                <c:v>-0.86349999999999993</c:v>
              </c:pt>
              <c:pt idx="594">
                <c:v>-0.86299999999999999</c:v>
              </c:pt>
              <c:pt idx="595">
                <c:v>-0.86249999999999993</c:v>
              </c:pt>
              <c:pt idx="596">
                <c:v>-0.86199999999999988</c:v>
              </c:pt>
              <c:pt idx="597">
                <c:v>-0.86149999999999993</c:v>
              </c:pt>
              <c:pt idx="598">
                <c:v>-0.86099999999999999</c:v>
              </c:pt>
              <c:pt idx="599">
                <c:v>-0.86049999999999993</c:v>
              </c:pt>
              <c:pt idx="600">
                <c:v>-0.85999999999999988</c:v>
              </c:pt>
              <c:pt idx="601">
                <c:v>-0.85949999999999993</c:v>
              </c:pt>
              <c:pt idx="602">
                <c:v>-0.85899999999999999</c:v>
              </c:pt>
              <c:pt idx="603">
                <c:v>-0.85849999999999993</c:v>
              </c:pt>
              <c:pt idx="604">
                <c:v>-0.85799999999999987</c:v>
              </c:pt>
              <c:pt idx="605">
                <c:v>-0.85749999999999993</c:v>
              </c:pt>
              <c:pt idx="606">
                <c:v>-0.85699999999999998</c:v>
              </c:pt>
              <c:pt idx="607">
                <c:v>-0.85649999999999993</c:v>
              </c:pt>
              <c:pt idx="608">
                <c:v>-0.85599999999999987</c:v>
              </c:pt>
              <c:pt idx="609">
                <c:v>-0.85549999999999993</c:v>
              </c:pt>
              <c:pt idx="610">
                <c:v>-0.85499999999999998</c:v>
              </c:pt>
              <c:pt idx="611">
                <c:v>-0.85449999999999993</c:v>
              </c:pt>
              <c:pt idx="612">
                <c:v>-0.85399999999999987</c:v>
              </c:pt>
              <c:pt idx="613">
                <c:v>-0.85349999999999993</c:v>
              </c:pt>
              <c:pt idx="614">
                <c:v>-0.85299999999999998</c:v>
              </c:pt>
              <c:pt idx="615">
                <c:v>-0.85249999999999992</c:v>
              </c:pt>
              <c:pt idx="616">
                <c:v>-0.85199999999999987</c:v>
              </c:pt>
              <c:pt idx="617">
                <c:v>-0.85149999999999992</c:v>
              </c:pt>
              <c:pt idx="618">
                <c:v>-0.85099999999999998</c:v>
              </c:pt>
              <c:pt idx="619">
                <c:v>-0.85049999999999992</c:v>
              </c:pt>
              <c:pt idx="620">
                <c:v>-0.84999999999999987</c:v>
              </c:pt>
              <c:pt idx="621">
                <c:v>-0.84949999999999992</c:v>
              </c:pt>
              <c:pt idx="622">
                <c:v>-0.84899999999999998</c:v>
              </c:pt>
              <c:pt idx="623">
                <c:v>-0.84849999999999992</c:v>
              </c:pt>
              <c:pt idx="624">
                <c:v>-0.84799999999999986</c:v>
              </c:pt>
              <c:pt idx="625">
                <c:v>-0.84749999999999992</c:v>
              </c:pt>
              <c:pt idx="626">
                <c:v>-0.84699999999999998</c:v>
              </c:pt>
              <c:pt idx="627">
                <c:v>-0.84649999999999992</c:v>
              </c:pt>
              <c:pt idx="628">
                <c:v>-0.84599999999999986</c:v>
              </c:pt>
              <c:pt idx="629">
                <c:v>-0.84549999999999992</c:v>
              </c:pt>
              <c:pt idx="630">
                <c:v>-0.84499999999999997</c:v>
              </c:pt>
              <c:pt idx="631">
                <c:v>-0.84449999999999992</c:v>
              </c:pt>
              <c:pt idx="632">
                <c:v>-0.84399999999999986</c:v>
              </c:pt>
              <c:pt idx="633">
                <c:v>-0.84349999999999992</c:v>
              </c:pt>
              <c:pt idx="634">
                <c:v>-0.84299999999999997</c:v>
              </c:pt>
              <c:pt idx="635">
                <c:v>-0.84249999999999992</c:v>
              </c:pt>
              <c:pt idx="636">
                <c:v>-0.84199999999999986</c:v>
              </c:pt>
              <c:pt idx="637">
                <c:v>-0.84149999999999991</c:v>
              </c:pt>
              <c:pt idx="638">
                <c:v>-0.84099999999999997</c:v>
              </c:pt>
              <c:pt idx="639">
                <c:v>-0.84049999999999991</c:v>
              </c:pt>
              <c:pt idx="640">
                <c:v>-0.83999999999999986</c:v>
              </c:pt>
              <c:pt idx="641">
                <c:v>-0.83949999999999991</c:v>
              </c:pt>
              <c:pt idx="642">
                <c:v>-0.83899999999999997</c:v>
              </c:pt>
              <c:pt idx="643">
                <c:v>-0.83849999999999991</c:v>
              </c:pt>
              <c:pt idx="644">
                <c:v>-0.83799999999999986</c:v>
              </c:pt>
              <c:pt idx="645">
                <c:v>-0.83749999999999991</c:v>
              </c:pt>
              <c:pt idx="646">
                <c:v>-0.83699999999999997</c:v>
              </c:pt>
              <c:pt idx="647">
                <c:v>-0.83649999999999991</c:v>
              </c:pt>
              <c:pt idx="648">
                <c:v>-0.83599999999999985</c:v>
              </c:pt>
              <c:pt idx="649">
                <c:v>-0.83549999999999991</c:v>
              </c:pt>
              <c:pt idx="650">
                <c:v>-0.83499999999999996</c:v>
              </c:pt>
              <c:pt idx="651">
                <c:v>-0.83449999999999991</c:v>
              </c:pt>
              <c:pt idx="652">
                <c:v>-0.83399999999999985</c:v>
              </c:pt>
              <c:pt idx="653">
                <c:v>-0.83349999999999991</c:v>
              </c:pt>
              <c:pt idx="654">
                <c:v>-0.83299999999999996</c:v>
              </c:pt>
              <c:pt idx="655">
                <c:v>-0.83249999999999991</c:v>
              </c:pt>
              <c:pt idx="656">
                <c:v>-0.83199999999999985</c:v>
              </c:pt>
              <c:pt idx="657">
                <c:v>-0.83149999999999991</c:v>
              </c:pt>
              <c:pt idx="658">
                <c:v>-0.83099999999999996</c:v>
              </c:pt>
              <c:pt idx="659">
                <c:v>-0.8304999999999999</c:v>
              </c:pt>
              <c:pt idx="660">
                <c:v>-0.82999999999999985</c:v>
              </c:pt>
              <c:pt idx="661">
                <c:v>-0.8294999999999999</c:v>
              </c:pt>
              <c:pt idx="662">
                <c:v>-0.82899999999999996</c:v>
              </c:pt>
              <c:pt idx="663">
                <c:v>-0.8284999999999999</c:v>
              </c:pt>
              <c:pt idx="664">
                <c:v>-0.82799999999999985</c:v>
              </c:pt>
              <c:pt idx="665">
                <c:v>-0.8274999999999999</c:v>
              </c:pt>
              <c:pt idx="666">
                <c:v>-0.82699999999999996</c:v>
              </c:pt>
              <c:pt idx="667">
                <c:v>-0.8264999999999999</c:v>
              </c:pt>
              <c:pt idx="668">
                <c:v>-0.82599999999999985</c:v>
              </c:pt>
              <c:pt idx="669">
                <c:v>-0.8254999999999999</c:v>
              </c:pt>
              <c:pt idx="670">
                <c:v>-0.82499999999999996</c:v>
              </c:pt>
              <c:pt idx="671">
                <c:v>-0.8244999999999999</c:v>
              </c:pt>
              <c:pt idx="672">
                <c:v>-0.82399999999999984</c:v>
              </c:pt>
              <c:pt idx="673">
                <c:v>-0.8234999999999999</c:v>
              </c:pt>
              <c:pt idx="674">
                <c:v>-0.82299999999999995</c:v>
              </c:pt>
              <c:pt idx="675">
                <c:v>-0.8224999999999999</c:v>
              </c:pt>
              <c:pt idx="676">
                <c:v>-0.82199999999999984</c:v>
              </c:pt>
              <c:pt idx="677">
                <c:v>-0.8214999999999999</c:v>
              </c:pt>
              <c:pt idx="678">
                <c:v>-0.82099999999999995</c:v>
              </c:pt>
              <c:pt idx="679">
                <c:v>-0.8204999999999999</c:v>
              </c:pt>
              <c:pt idx="680">
                <c:v>-0.81999999999999984</c:v>
              </c:pt>
              <c:pt idx="681">
                <c:v>-0.8194999999999999</c:v>
              </c:pt>
              <c:pt idx="682">
                <c:v>-0.81899999999999995</c:v>
              </c:pt>
              <c:pt idx="683">
                <c:v>-0.81849999999999989</c:v>
              </c:pt>
              <c:pt idx="684">
                <c:v>-0.81799999999999984</c:v>
              </c:pt>
              <c:pt idx="685">
                <c:v>-0.81749999999999989</c:v>
              </c:pt>
              <c:pt idx="686">
                <c:v>-0.81699999999999995</c:v>
              </c:pt>
              <c:pt idx="687">
                <c:v>-0.81649999999999989</c:v>
              </c:pt>
              <c:pt idx="688">
                <c:v>-0.81599999999999984</c:v>
              </c:pt>
              <c:pt idx="689">
                <c:v>-0.81549999999999989</c:v>
              </c:pt>
              <c:pt idx="690">
                <c:v>-0.81499999999999995</c:v>
              </c:pt>
              <c:pt idx="691">
                <c:v>-0.81449999999999989</c:v>
              </c:pt>
              <c:pt idx="692">
                <c:v>-0.81399999999999983</c:v>
              </c:pt>
              <c:pt idx="693">
                <c:v>-0.81349999999999989</c:v>
              </c:pt>
              <c:pt idx="694">
                <c:v>-0.81299999999999994</c:v>
              </c:pt>
              <c:pt idx="695">
                <c:v>-0.81249999999999989</c:v>
              </c:pt>
              <c:pt idx="696">
                <c:v>-0.81199999999999983</c:v>
              </c:pt>
              <c:pt idx="697">
                <c:v>-0.81149999999999989</c:v>
              </c:pt>
              <c:pt idx="698">
                <c:v>-0.81099999999999994</c:v>
              </c:pt>
              <c:pt idx="699">
                <c:v>-0.81049999999999989</c:v>
              </c:pt>
              <c:pt idx="700">
                <c:v>-0.80999999999999983</c:v>
              </c:pt>
              <c:pt idx="701">
                <c:v>-0.80949999999999989</c:v>
              </c:pt>
              <c:pt idx="702">
                <c:v>-0.80899999999999994</c:v>
              </c:pt>
              <c:pt idx="703">
                <c:v>-0.80849999999999989</c:v>
              </c:pt>
              <c:pt idx="704">
                <c:v>-0.80799999999999994</c:v>
              </c:pt>
              <c:pt idx="705">
                <c:v>-0.80749999999999988</c:v>
              </c:pt>
              <c:pt idx="706">
                <c:v>-0.80699999999999994</c:v>
              </c:pt>
              <c:pt idx="707">
                <c:v>-0.80649999999999999</c:v>
              </c:pt>
              <c:pt idx="708">
                <c:v>-0.80599999999999994</c:v>
              </c:pt>
              <c:pt idx="709">
                <c:v>-0.80549999999999988</c:v>
              </c:pt>
              <c:pt idx="710">
                <c:v>-0.80499999999999994</c:v>
              </c:pt>
              <c:pt idx="711">
                <c:v>-0.80449999999999999</c:v>
              </c:pt>
              <c:pt idx="712">
                <c:v>-0.80399999999999994</c:v>
              </c:pt>
              <c:pt idx="713">
                <c:v>-0.80349999999999988</c:v>
              </c:pt>
              <c:pt idx="714">
                <c:v>-0.80299999999999994</c:v>
              </c:pt>
              <c:pt idx="715">
                <c:v>-0.80249999999999999</c:v>
              </c:pt>
              <c:pt idx="716">
                <c:v>-0.80199999999999994</c:v>
              </c:pt>
              <c:pt idx="717">
                <c:v>-0.80149999999999988</c:v>
              </c:pt>
              <c:pt idx="718">
                <c:v>-0.80099999999999993</c:v>
              </c:pt>
              <c:pt idx="719">
                <c:v>-0.80049999999999999</c:v>
              </c:pt>
              <c:pt idx="720">
                <c:v>-0.79999999999999993</c:v>
              </c:pt>
              <c:pt idx="721">
                <c:v>-0.79949999999999988</c:v>
              </c:pt>
              <c:pt idx="722">
                <c:v>-0.79899999999999993</c:v>
              </c:pt>
              <c:pt idx="723">
                <c:v>-0.79849999999999999</c:v>
              </c:pt>
              <c:pt idx="724">
                <c:v>-0.79799999999999993</c:v>
              </c:pt>
              <c:pt idx="725">
                <c:v>-0.79749999999999988</c:v>
              </c:pt>
              <c:pt idx="726">
                <c:v>-0.79699999999999993</c:v>
              </c:pt>
              <c:pt idx="727">
                <c:v>-0.79649999999999999</c:v>
              </c:pt>
              <c:pt idx="728">
                <c:v>-0.79599999999999993</c:v>
              </c:pt>
              <c:pt idx="729">
                <c:v>-0.79549999999999987</c:v>
              </c:pt>
              <c:pt idx="730">
                <c:v>-0.79499999999999993</c:v>
              </c:pt>
              <c:pt idx="731">
                <c:v>-0.79449999999999998</c:v>
              </c:pt>
              <c:pt idx="732">
                <c:v>-0.79399999999999993</c:v>
              </c:pt>
              <c:pt idx="733">
                <c:v>-0.79349999999999987</c:v>
              </c:pt>
              <c:pt idx="734">
                <c:v>-0.79299999999999993</c:v>
              </c:pt>
              <c:pt idx="735">
                <c:v>-0.79249999999999998</c:v>
              </c:pt>
              <c:pt idx="736">
                <c:v>-0.79199999999999993</c:v>
              </c:pt>
              <c:pt idx="737">
                <c:v>-0.79149999999999987</c:v>
              </c:pt>
              <c:pt idx="738">
                <c:v>-0.79099999999999993</c:v>
              </c:pt>
              <c:pt idx="739">
                <c:v>-0.79049999999999998</c:v>
              </c:pt>
              <c:pt idx="740">
                <c:v>-0.78999999999999992</c:v>
              </c:pt>
              <c:pt idx="741">
                <c:v>-0.78949999999999987</c:v>
              </c:pt>
              <c:pt idx="742">
                <c:v>-0.78899999999999992</c:v>
              </c:pt>
              <c:pt idx="743">
                <c:v>-0.78849999999999998</c:v>
              </c:pt>
              <c:pt idx="744">
                <c:v>-0.78799999999999992</c:v>
              </c:pt>
              <c:pt idx="745">
                <c:v>-0.78749999999999987</c:v>
              </c:pt>
              <c:pt idx="746">
                <c:v>-0.78699999999999992</c:v>
              </c:pt>
              <c:pt idx="747">
                <c:v>-0.78649999999999998</c:v>
              </c:pt>
              <c:pt idx="748">
                <c:v>-0.78599999999999992</c:v>
              </c:pt>
              <c:pt idx="749">
                <c:v>-0.78549999999999986</c:v>
              </c:pt>
              <c:pt idx="750">
                <c:v>-0.78499999999999992</c:v>
              </c:pt>
              <c:pt idx="751">
                <c:v>-0.78449999999999998</c:v>
              </c:pt>
              <c:pt idx="752">
                <c:v>-0.78399999999999992</c:v>
              </c:pt>
              <c:pt idx="753">
                <c:v>-0.78349999999999986</c:v>
              </c:pt>
              <c:pt idx="754">
                <c:v>-0.78299999999999992</c:v>
              </c:pt>
              <c:pt idx="755">
                <c:v>-0.78249999999999997</c:v>
              </c:pt>
              <c:pt idx="756">
                <c:v>-0.78199999999999992</c:v>
              </c:pt>
              <c:pt idx="757">
                <c:v>-0.78149999999999986</c:v>
              </c:pt>
              <c:pt idx="758">
                <c:v>-0.78099999999999992</c:v>
              </c:pt>
              <c:pt idx="759">
                <c:v>-0.78049999999999997</c:v>
              </c:pt>
              <c:pt idx="760">
                <c:v>-0.77999999999999992</c:v>
              </c:pt>
              <c:pt idx="761">
                <c:v>-0.77949999999999986</c:v>
              </c:pt>
              <c:pt idx="762">
                <c:v>-0.77899999999999991</c:v>
              </c:pt>
              <c:pt idx="763">
                <c:v>-0.77849999999999997</c:v>
              </c:pt>
              <c:pt idx="764">
                <c:v>-0.77799999999999991</c:v>
              </c:pt>
              <c:pt idx="765">
                <c:v>-0.77749999999999986</c:v>
              </c:pt>
              <c:pt idx="766">
                <c:v>-0.77699999999999991</c:v>
              </c:pt>
              <c:pt idx="767">
                <c:v>-0.77649999999999997</c:v>
              </c:pt>
              <c:pt idx="768">
                <c:v>-0.77599999999999991</c:v>
              </c:pt>
              <c:pt idx="769">
                <c:v>-0.77549999999999986</c:v>
              </c:pt>
              <c:pt idx="770">
                <c:v>-0.77499999999999991</c:v>
              </c:pt>
              <c:pt idx="771">
                <c:v>-0.77449999999999997</c:v>
              </c:pt>
              <c:pt idx="772">
                <c:v>-0.77399999999999991</c:v>
              </c:pt>
              <c:pt idx="773">
                <c:v>-0.77349999999999985</c:v>
              </c:pt>
              <c:pt idx="774">
                <c:v>-0.77299999999999991</c:v>
              </c:pt>
              <c:pt idx="775">
                <c:v>-0.77249999999999996</c:v>
              </c:pt>
              <c:pt idx="776">
                <c:v>-0.77199999999999991</c:v>
              </c:pt>
              <c:pt idx="777">
                <c:v>-0.77149999999999985</c:v>
              </c:pt>
              <c:pt idx="778">
                <c:v>-0.77099999999999991</c:v>
              </c:pt>
              <c:pt idx="779">
                <c:v>-0.77049999999999996</c:v>
              </c:pt>
              <c:pt idx="780">
                <c:v>-0.76999999999999991</c:v>
              </c:pt>
              <c:pt idx="781">
                <c:v>-0.76949999999999985</c:v>
              </c:pt>
              <c:pt idx="782">
                <c:v>-0.76899999999999991</c:v>
              </c:pt>
              <c:pt idx="783">
                <c:v>-0.76849999999999996</c:v>
              </c:pt>
              <c:pt idx="784">
                <c:v>-0.7679999999999999</c:v>
              </c:pt>
              <c:pt idx="785">
                <c:v>-0.76749999999999985</c:v>
              </c:pt>
              <c:pt idx="786">
                <c:v>-0.7669999999999999</c:v>
              </c:pt>
              <c:pt idx="787">
                <c:v>-0.76649999999999996</c:v>
              </c:pt>
              <c:pt idx="788">
                <c:v>-0.7659999999999999</c:v>
              </c:pt>
              <c:pt idx="789">
                <c:v>-0.76549999999999985</c:v>
              </c:pt>
              <c:pt idx="790">
                <c:v>-0.7649999999999999</c:v>
              </c:pt>
              <c:pt idx="791">
                <c:v>-0.76449999999999996</c:v>
              </c:pt>
              <c:pt idx="792">
                <c:v>-0.7639999999999999</c:v>
              </c:pt>
              <c:pt idx="793">
                <c:v>-0.76349999999999985</c:v>
              </c:pt>
              <c:pt idx="794">
                <c:v>-0.7629999999999999</c:v>
              </c:pt>
              <c:pt idx="795">
                <c:v>-0.76249999999999996</c:v>
              </c:pt>
              <c:pt idx="796">
                <c:v>-0.7619999999999999</c:v>
              </c:pt>
              <c:pt idx="797">
                <c:v>-0.76149999999999984</c:v>
              </c:pt>
              <c:pt idx="798">
                <c:v>-0.7609999999999999</c:v>
              </c:pt>
              <c:pt idx="799">
                <c:v>-0.76049999999999995</c:v>
              </c:pt>
              <c:pt idx="800">
                <c:v>-0.7599999999999999</c:v>
              </c:pt>
              <c:pt idx="801">
                <c:v>-0.75949999999999984</c:v>
              </c:pt>
              <c:pt idx="802">
                <c:v>-0.7589999999999999</c:v>
              </c:pt>
              <c:pt idx="803">
                <c:v>-0.75849999999999995</c:v>
              </c:pt>
              <c:pt idx="804">
                <c:v>-0.7579999999999999</c:v>
              </c:pt>
              <c:pt idx="805">
                <c:v>-0.75749999999999984</c:v>
              </c:pt>
              <c:pt idx="806">
                <c:v>-0.7569999999999999</c:v>
              </c:pt>
              <c:pt idx="807">
                <c:v>-0.75649999999999995</c:v>
              </c:pt>
              <c:pt idx="808">
                <c:v>-0.75599999999999989</c:v>
              </c:pt>
              <c:pt idx="809">
                <c:v>-0.75549999999999984</c:v>
              </c:pt>
              <c:pt idx="810">
                <c:v>-0.75499999999999989</c:v>
              </c:pt>
              <c:pt idx="811">
                <c:v>-0.75449999999999995</c:v>
              </c:pt>
              <c:pt idx="812">
                <c:v>-0.75399999999999989</c:v>
              </c:pt>
              <c:pt idx="813">
                <c:v>-0.75349999999999984</c:v>
              </c:pt>
              <c:pt idx="814">
                <c:v>-0.75299999999999989</c:v>
              </c:pt>
              <c:pt idx="815">
                <c:v>-0.75249999999999995</c:v>
              </c:pt>
              <c:pt idx="816">
                <c:v>-0.75199999999999989</c:v>
              </c:pt>
              <c:pt idx="817">
                <c:v>-0.75149999999999983</c:v>
              </c:pt>
              <c:pt idx="818">
                <c:v>-0.75099999999999989</c:v>
              </c:pt>
              <c:pt idx="819">
                <c:v>-0.75049999999999994</c:v>
              </c:pt>
              <c:pt idx="820">
                <c:v>-0.74999999999999989</c:v>
              </c:pt>
              <c:pt idx="821">
                <c:v>-0.74949999999999983</c:v>
              </c:pt>
              <c:pt idx="822">
                <c:v>-0.74899999999999989</c:v>
              </c:pt>
              <c:pt idx="823">
                <c:v>-0.74849999999999994</c:v>
              </c:pt>
              <c:pt idx="824">
                <c:v>-0.74799999999999989</c:v>
              </c:pt>
              <c:pt idx="825">
                <c:v>-0.74749999999999983</c:v>
              </c:pt>
              <c:pt idx="826">
                <c:v>-0.74699999999999989</c:v>
              </c:pt>
              <c:pt idx="827">
                <c:v>-0.74649999999999994</c:v>
              </c:pt>
              <c:pt idx="828">
                <c:v>-0.74599999999999989</c:v>
              </c:pt>
              <c:pt idx="829">
                <c:v>-0.74549999999999983</c:v>
              </c:pt>
              <c:pt idx="830">
                <c:v>-0.74499999999999988</c:v>
              </c:pt>
              <c:pt idx="831">
                <c:v>-0.74449999999999994</c:v>
              </c:pt>
              <c:pt idx="832">
                <c:v>-0.74399999999999988</c:v>
              </c:pt>
              <c:pt idx="833">
                <c:v>-0.74349999999999994</c:v>
              </c:pt>
              <c:pt idx="834">
                <c:v>-0.74299999999999988</c:v>
              </c:pt>
              <c:pt idx="835">
                <c:v>-0.74249999999999994</c:v>
              </c:pt>
              <c:pt idx="836">
                <c:v>-0.74199999999999999</c:v>
              </c:pt>
              <c:pt idx="837">
                <c:v>-0.74149999999999994</c:v>
              </c:pt>
              <c:pt idx="838">
                <c:v>-0.74099999999999988</c:v>
              </c:pt>
              <c:pt idx="839">
                <c:v>-0.74049999999999994</c:v>
              </c:pt>
              <c:pt idx="840">
                <c:v>-0.74</c:v>
              </c:pt>
              <c:pt idx="841">
                <c:v>-0.73949999999999994</c:v>
              </c:pt>
              <c:pt idx="842">
                <c:v>-0.73899999999999988</c:v>
              </c:pt>
              <c:pt idx="843">
                <c:v>-0.73849999999999993</c:v>
              </c:pt>
              <c:pt idx="844">
                <c:v>-0.73799999999999999</c:v>
              </c:pt>
              <c:pt idx="845">
                <c:v>-0.73749999999999993</c:v>
              </c:pt>
              <c:pt idx="846">
                <c:v>-0.73699999999999988</c:v>
              </c:pt>
              <c:pt idx="847">
                <c:v>-0.73649999999999993</c:v>
              </c:pt>
              <c:pt idx="848">
                <c:v>-0.73599999999999999</c:v>
              </c:pt>
              <c:pt idx="849">
                <c:v>-0.73549999999999993</c:v>
              </c:pt>
              <c:pt idx="850">
                <c:v>-0.73499999999999988</c:v>
              </c:pt>
              <c:pt idx="851">
                <c:v>-0.73449999999999993</c:v>
              </c:pt>
              <c:pt idx="852">
                <c:v>-0.73399999999999999</c:v>
              </c:pt>
              <c:pt idx="853">
                <c:v>-0.73349999999999993</c:v>
              </c:pt>
              <c:pt idx="854">
                <c:v>-0.73299999999999987</c:v>
              </c:pt>
              <c:pt idx="855">
                <c:v>-0.73249999999999993</c:v>
              </c:pt>
              <c:pt idx="856">
                <c:v>-0.73199999999999998</c:v>
              </c:pt>
              <c:pt idx="857">
                <c:v>-0.73149999999999993</c:v>
              </c:pt>
              <c:pt idx="858">
                <c:v>-0.73099999999999987</c:v>
              </c:pt>
              <c:pt idx="859">
                <c:v>-0.73049999999999993</c:v>
              </c:pt>
              <c:pt idx="860">
                <c:v>-0.73</c:v>
              </c:pt>
              <c:pt idx="861">
                <c:v>-0.72949999999999993</c:v>
              </c:pt>
              <c:pt idx="862">
                <c:v>-0.72899999999999987</c:v>
              </c:pt>
              <c:pt idx="863">
                <c:v>-0.72849999999999993</c:v>
              </c:pt>
              <c:pt idx="864">
                <c:v>-0.72799999999999998</c:v>
              </c:pt>
              <c:pt idx="865">
                <c:v>-0.72749999999999992</c:v>
              </c:pt>
              <c:pt idx="866">
                <c:v>-0.72699999999999987</c:v>
              </c:pt>
              <c:pt idx="867">
                <c:v>-0.72649999999999992</c:v>
              </c:pt>
              <c:pt idx="868">
                <c:v>-0.72599999999999998</c:v>
              </c:pt>
              <c:pt idx="869">
                <c:v>-0.72549999999999992</c:v>
              </c:pt>
              <c:pt idx="870">
                <c:v>-0.72499999999999987</c:v>
              </c:pt>
              <c:pt idx="871">
                <c:v>-0.72449999999999992</c:v>
              </c:pt>
              <c:pt idx="872">
                <c:v>-0.72399999999999998</c:v>
              </c:pt>
              <c:pt idx="873">
                <c:v>-0.72349999999999992</c:v>
              </c:pt>
              <c:pt idx="874">
                <c:v>-0.72299999999999986</c:v>
              </c:pt>
              <c:pt idx="875">
                <c:v>-0.72249999999999992</c:v>
              </c:pt>
              <c:pt idx="876">
                <c:v>-0.72199999999999998</c:v>
              </c:pt>
              <c:pt idx="877">
                <c:v>-0.72149999999999992</c:v>
              </c:pt>
              <c:pt idx="878">
                <c:v>-0.72099999999999986</c:v>
              </c:pt>
              <c:pt idx="879">
                <c:v>-0.72049999999999992</c:v>
              </c:pt>
              <c:pt idx="880">
                <c:v>-0.72</c:v>
              </c:pt>
              <c:pt idx="881">
                <c:v>-0.71949999999999992</c:v>
              </c:pt>
              <c:pt idx="882">
                <c:v>-0.71899999999999986</c:v>
              </c:pt>
              <c:pt idx="883">
                <c:v>-0.71849999999999992</c:v>
              </c:pt>
              <c:pt idx="884">
                <c:v>-0.71799999999999997</c:v>
              </c:pt>
              <c:pt idx="885">
                <c:v>-0.71749999999999992</c:v>
              </c:pt>
              <c:pt idx="886">
                <c:v>-0.71699999999999986</c:v>
              </c:pt>
              <c:pt idx="887">
                <c:v>-0.71649999999999991</c:v>
              </c:pt>
              <c:pt idx="888">
                <c:v>-0.71599999999999997</c:v>
              </c:pt>
              <c:pt idx="889">
                <c:v>-0.71549999999999991</c:v>
              </c:pt>
              <c:pt idx="890">
                <c:v>-0.71499999999999986</c:v>
              </c:pt>
              <c:pt idx="891">
                <c:v>-0.71449999999999991</c:v>
              </c:pt>
              <c:pt idx="892">
                <c:v>-0.71399999999999997</c:v>
              </c:pt>
              <c:pt idx="893">
                <c:v>-0.71349999999999991</c:v>
              </c:pt>
              <c:pt idx="894">
                <c:v>-0.71299999999999986</c:v>
              </c:pt>
              <c:pt idx="895">
                <c:v>-0.71249999999999991</c:v>
              </c:pt>
              <c:pt idx="896">
                <c:v>-0.71199999999999997</c:v>
              </c:pt>
              <c:pt idx="897">
                <c:v>-0.71149999999999991</c:v>
              </c:pt>
              <c:pt idx="898">
                <c:v>-0.71099999999999985</c:v>
              </c:pt>
              <c:pt idx="899">
                <c:v>-0.71049999999999991</c:v>
              </c:pt>
              <c:pt idx="900">
                <c:v>-0.71</c:v>
              </c:pt>
              <c:pt idx="901">
                <c:v>-0.70949999999999991</c:v>
              </c:pt>
              <c:pt idx="902">
                <c:v>-0.70899999999999985</c:v>
              </c:pt>
              <c:pt idx="903">
                <c:v>-0.70849999999999991</c:v>
              </c:pt>
              <c:pt idx="904">
                <c:v>-0.70799999999999996</c:v>
              </c:pt>
              <c:pt idx="905">
                <c:v>-0.70749999999999991</c:v>
              </c:pt>
              <c:pt idx="906">
                <c:v>-0.70699999999999985</c:v>
              </c:pt>
              <c:pt idx="907">
                <c:v>-0.70649999999999991</c:v>
              </c:pt>
              <c:pt idx="908">
                <c:v>-0.70599999999999996</c:v>
              </c:pt>
              <c:pt idx="909">
                <c:v>-0.7054999999999999</c:v>
              </c:pt>
              <c:pt idx="910">
                <c:v>-0.70499999999999985</c:v>
              </c:pt>
              <c:pt idx="911">
                <c:v>-0.7044999999999999</c:v>
              </c:pt>
              <c:pt idx="912">
                <c:v>-0.70399999999999996</c:v>
              </c:pt>
              <c:pt idx="913">
                <c:v>-0.7034999999999999</c:v>
              </c:pt>
              <c:pt idx="914">
                <c:v>-0.70299999999999985</c:v>
              </c:pt>
              <c:pt idx="915">
                <c:v>-0.7024999999999999</c:v>
              </c:pt>
              <c:pt idx="916">
                <c:v>-0.70199999999999996</c:v>
              </c:pt>
              <c:pt idx="917">
                <c:v>-0.7014999999999999</c:v>
              </c:pt>
              <c:pt idx="918">
                <c:v>-0.70099999999999985</c:v>
              </c:pt>
              <c:pt idx="919">
                <c:v>-0.7004999999999999</c:v>
              </c:pt>
              <c:pt idx="920">
                <c:v>-0.7</c:v>
              </c:pt>
              <c:pt idx="921">
                <c:v>-0.6994999999999999</c:v>
              </c:pt>
              <c:pt idx="922">
                <c:v>-0.69899999999999984</c:v>
              </c:pt>
              <c:pt idx="923">
                <c:v>-0.6984999999999999</c:v>
              </c:pt>
              <c:pt idx="924">
                <c:v>-0.69799999999999995</c:v>
              </c:pt>
              <c:pt idx="925">
                <c:v>-0.6974999999999999</c:v>
              </c:pt>
              <c:pt idx="926">
                <c:v>-0.69699999999999984</c:v>
              </c:pt>
              <c:pt idx="927">
                <c:v>-0.6964999999999999</c:v>
              </c:pt>
              <c:pt idx="928">
                <c:v>-0.69599999999999995</c:v>
              </c:pt>
              <c:pt idx="929">
                <c:v>-0.6954999999999999</c:v>
              </c:pt>
              <c:pt idx="930">
                <c:v>-0.69499999999999984</c:v>
              </c:pt>
              <c:pt idx="931">
                <c:v>-0.6944999999999999</c:v>
              </c:pt>
              <c:pt idx="932">
                <c:v>-0.69399999999999995</c:v>
              </c:pt>
              <c:pt idx="933">
                <c:v>-0.69349999999999989</c:v>
              </c:pt>
              <c:pt idx="934">
                <c:v>-0.69299999999999984</c:v>
              </c:pt>
              <c:pt idx="935">
                <c:v>-0.69249999999999989</c:v>
              </c:pt>
              <c:pt idx="936">
                <c:v>-0.69199999999999995</c:v>
              </c:pt>
              <c:pt idx="937">
                <c:v>-0.69149999999999989</c:v>
              </c:pt>
              <c:pt idx="938">
                <c:v>-0.69099999999999984</c:v>
              </c:pt>
              <c:pt idx="939">
                <c:v>-0.69049999999999989</c:v>
              </c:pt>
              <c:pt idx="940">
                <c:v>-0.69</c:v>
              </c:pt>
              <c:pt idx="941">
                <c:v>-0.68949999999999989</c:v>
              </c:pt>
              <c:pt idx="942">
                <c:v>-0.68899999999999983</c:v>
              </c:pt>
              <c:pt idx="943">
                <c:v>-0.68849999999999989</c:v>
              </c:pt>
              <c:pt idx="944">
                <c:v>-0.68799999999999994</c:v>
              </c:pt>
              <c:pt idx="945">
                <c:v>-0.68749999999999989</c:v>
              </c:pt>
              <c:pt idx="946">
                <c:v>-0.68699999999999983</c:v>
              </c:pt>
              <c:pt idx="947">
                <c:v>-0.68649999999999989</c:v>
              </c:pt>
              <c:pt idx="948">
                <c:v>-0.68599999999999994</c:v>
              </c:pt>
              <c:pt idx="949">
                <c:v>-0.68549999999999989</c:v>
              </c:pt>
              <c:pt idx="950">
                <c:v>-0.68499999999999983</c:v>
              </c:pt>
              <c:pt idx="951">
                <c:v>-0.68449999999999989</c:v>
              </c:pt>
              <c:pt idx="952">
                <c:v>-0.68399999999999994</c:v>
              </c:pt>
              <c:pt idx="953">
                <c:v>-0.68349999999999989</c:v>
              </c:pt>
              <c:pt idx="954">
                <c:v>-0.68299999999999983</c:v>
              </c:pt>
              <c:pt idx="955">
                <c:v>-0.68249999999999988</c:v>
              </c:pt>
              <c:pt idx="956">
                <c:v>-0.68199999999999994</c:v>
              </c:pt>
              <c:pt idx="957">
                <c:v>-0.68149999999999988</c:v>
              </c:pt>
              <c:pt idx="958">
                <c:v>-0.68099999999999983</c:v>
              </c:pt>
              <c:pt idx="959">
                <c:v>-0.68049999999999988</c:v>
              </c:pt>
              <c:pt idx="960">
                <c:v>-0.67999999999999994</c:v>
              </c:pt>
              <c:pt idx="961">
                <c:v>-0.67949999999999999</c:v>
              </c:pt>
              <c:pt idx="962">
                <c:v>-0.67899999999999994</c:v>
              </c:pt>
              <c:pt idx="963">
                <c:v>-0.67849999999999988</c:v>
              </c:pt>
              <c:pt idx="964">
                <c:v>-0.67799999999999994</c:v>
              </c:pt>
              <c:pt idx="965">
                <c:v>-0.67749999999999999</c:v>
              </c:pt>
              <c:pt idx="966">
                <c:v>-0.67699999999999994</c:v>
              </c:pt>
              <c:pt idx="967">
                <c:v>-0.67649999999999988</c:v>
              </c:pt>
              <c:pt idx="968">
                <c:v>-0.67599999999999993</c:v>
              </c:pt>
              <c:pt idx="969">
                <c:v>-0.67549999999999999</c:v>
              </c:pt>
              <c:pt idx="970">
                <c:v>-0.67499999999999993</c:v>
              </c:pt>
              <c:pt idx="971">
                <c:v>-0.67449999999999988</c:v>
              </c:pt>
              <c:pt idx="972">
                <c:v>-0.67399999999999993</c:v>
              </c:pt>
              <c:pt idx="973">
                <c:v>-0.67349999999999999</c:v>
              </c:pt>
              <c:pt idx="974">
                <c:v>-0.67299999999999993</c:v>
              </c:pt>
              <c:pt idx="975">
                <c:v>-0.67249999999999988</c:v>
              </c:pt>
              <c:pt idx="976">
                <c:v>-0.67199999999999993</c:v>
              </c:pt>
              <c:pt idx="977">
                <c:v>-0.67149999999999999</c:v>
              </c:pt>
              <c:pt idx="978">
                <c:v>-0.67099999999999993</c:v>
              </c:pt>
              <c:pt idx="979">
                <c:v>-0.67049999999999987</c:v>
              </c:pt>
              <c:pt idx="980">
                <c:v>-0.66999999999999993</c:v>
              </c:pt>
              <c:pt idx="981">
                <c:v>-0.66949999999999998</c:v>
              </c:pt>
              <c:pt idx="982">
                <c:v>-0.66899999999999993</c:v>
              </c:pt>
              <c:pt idx="983">
                <c:v>-0.66849999999999987</c:v>
              </c:pt>
              <c:pt idx="984">
                <c:v>-0.66799999999999993</c:v>
              </c:pt>
              <c:pt idx="985">
                <c:v>-0.66749999999999998</c:v>
              </c:pt>
              <c:pt idx="986">
                <c:v>-0.66699999999999993</c:v>
              </c:pt>
              <c:pt idx="987">
                <c:v>-0.66649999999999987</c:v>
              </c:pt>
              <c:pt idx="988">
                <c:v>-0.66599999999999993</c:v>
              </c:pt>
              <c:pt idx="989">
                <c:v>-0.66549999999999998</c:v>
              </c:pt>
              <c:pt idx="990">
                <c:v>-0.66499999999999992</c:v>
              </c:pt>
              <c:pt idx="991">
                <c:v>-0.66449999999999987</c:v>
              </c:pt>
              <c:pt idx="992">
                <c:v>-0.66399999999999992</c:v>
              </c:pt>
              <c:pt idx="993">
                <c:v>-0.66349999999999998</c:v>
              </c:pt>
              <c:pt idx="994">
                <c:v>-0.66299999999999992</c:v>
              </c:pt>
              <c:pt idx="995">
                <c:v>-0.66249999999999987</c:v>
              </c:pt>
              <c:pt idx="996">
                <c:v>-0.66199999999999992</c:v>
              </c:pt>
              <c:pt idx="997">
                <c:v>-0.66149999999999998</c:v>
              </c:pt>
              <c:pt idx="998">
                <c:v>-0.66099999999999992</c:v>
              </c:pt>
              <c:pt idx="999">
                <c:v>-0.66049999999999986</c:v>
              </c:pt>
              <c:pt idx="1000">
                <c:v>-0.65999999999999992</c:v>
              </c:pt>
              <c:pt idx="1001">
                <c:v>-0.65949999999999986</c:v>
              </c:pt>
              <c:pt idx="1002">
                <c:v>-0.65899999999999992</c:v>
              </c:pt>
              <c:pt idx="1003">
                <c:v>-0.65849999999999986</c:v>
              </c:pt>
              <c:pt idx="1004">
                <c:v>-0.65799999999999992</c:v>
              </c:pt>
              <c:pt idx="1005">
                <c:v>-0.65749999999999986</c:v>
              </c:pt>
              <c:pt idx="1006">
                <c:v>-0.65699999999999992</c:v>
              </c:pt>
              <c:pt idx="1007">
                <c:v>-0.65649999999999986</c:v>
              </c:pt>
              <c:pt idx="1008">
                <c:v>-0.65599999999999992</c:v>
              </c:pt>
              <c:pt idx="1009">
                <c:v>-0.65549999999999986</c:v>
              </c:pt>
              <c:pt idx="1010">
                <c:v>-0.65499999999999992</c:v>
              </c:pt>
              <c:pt idx="1011">
                <c:v>-0.65449999999999986</c:v>
              </c:pt>
              <c:pt idx="1012">
                <c:v>-0.65399999999999991</c:v>
              </c:pt>
              <c:pt idx="1013">
                <c:v>-0.65349999999999986</c:v>
              </c:pt>
              <c:pt idx="1014">
                <c:v>-0.65299999999999991</c:v>
              </c:pt>
              <c:pt idx="1015">
                <c:v>-0.65249999999999986</c:v>
              </c:pt>
              <c:pt idx="1016">
                <c:v>-0.65199999999999991</c:v>
              </c:pt>
              <c:pt idx="1017">
                <c:v>-0.65149999999999986</c:v>
              </c:pt>
              <c:pt idx="1018">
                <c:v>-0.65099999999999991</c:v>
              </c:pt>
              <c:pt idx="1019">
                <c:v>-0.65049999999999986</c:v>
              </c:pt>
              <c:pt idx="1020">
                <c:v>-0.64999999999999991</c:v>
              </c:pt>
              <c:pt idx="1021">
                <c:v>-0.64949999999999986</c:v>
              </c:pt>
              <c:pt idx="1022">
                <c:v>-0.64899999999999991</c:v>
              </c:pt>
              <c:pt idx="1023">
                <c:v>-0.64849999999999985</c:v>
              </c:pt>
              <c:pt idx="1024">
                <c:v>-0.64799999999999991</c:v>
              </c:pt>
              <c:pt idx="1025">
                <c:v>-0.64749999999999996</c:v>
              </c:pt>
              <c:pt idx="1026">
                <c:v>-0.64699999999999991</c:v>
              </c:pt>
              <c:pt idx="1027">
                <c:v>-0.64649999999999996</c:v>
              </c:pt>
              <c:pt idx="1028">
                <c:v>-0.64599999999999991</c:v>
              </c:pt>
              <c:pt idx="1029">
                <c:v>-0.64549999999999996</c:v>
              </c:pt>
              <c:pt idx="1030">
                <c:v>-0.64499999999999991</c:v>
              </c:pt>
              <c:pt idx="1031">
                <c:v>-0.64449999999999996</c:v>
              </c:pt>
              <c:pt idx="1032">
                <c:v>-0.64399999999999991</c:v>
              </c:pt>
              <c:pt idx="1033">
                <c:v>-0.64349999999999996</c:v>
              </c:pt>
              <c:pt idx="1034">
                <c:v>-0.6429999999999999</c:v>
              </c:pt>
              <c:pt idx="1035">
                <c:v>-0.64249999999999996</c:v>
              </c:pt>
              <c:pt idx="1036">
                <c:v>-0.6419999999999999</c:v>
              </c:pt>
              <c:pt idx="1037">
                <c:v>-0.64149999999999996</c:v>
              </c:pt>
              <c:pt idx="1038">
                <c:v>-0.6409999999999999</c:v>
              </c:pt>
              <c:pt idx="1039">
                <c:v>-0.64049999999999996</c:v>
              </c:pt>
              <c:pt idx="1040">
                <c:v>-0.6399999999999999</c:v>
              </c:pt>
              <c:pt idx="1041">
                <c:v>-0.63949999999999996</c:v>
              </c:pt>
              <c:pt idx="1042">
                <c:v>-0.6389999999999999</c:v>
              </c:pt>
              <c:pt idx="1043">
                <c:v>-0.63849999999999996</c:v>
              </c:pt>
              <c:pt idx="1044">
                <c:v>-0.6379999999999999</c:v>
              </c:pt>
              <c:pt idx="1045">
                <c:v>-0.63749999999999996</c:v>
              </c:pt>
              <c:pt idx="1046">
                <c:v>-0.6369999999999999</c:v>
              </c:pt>
              <c:pt idx="1047">
                <c:v>-0.63649999999999995</c:v>
              </c:pt>
              <c:pt idx="1048">
                <c:v>-0.6359999999999999</c:v>
              </c:pt>
              <c:pt idx="1049">
                <c:v>-0.63549999999999995</c:v>
              </c:pt>
              <c:pt idx="1050">
                <c:v>-0.6349999999999999</c:v>
              </c:pt>
              <c:pt idx="1051">
                <c:v>-0.63449999999999995</c:v>
              </c:pt>
              <c:pt idx="1052">
                <c:v>-0.6339999999999999</c:v>
              </c:pt>
              <c:pt idx="1053">
                <c:v>-0.63349999999999995</c:v>
              </c:pt>
              <c:pt idx="1054">
                <c:v>-0.6329999999999999</c:v>
              </c:pt>
              <c:pt idx="1055">
                <c:v>-0.63249999999999995</c:v>
              </c:pt>
              <c:pt idx="1056">
                <c:v>-0.6319999999999999</c:v>
              </c:pt>
              <c:pt idx="1057">
                <c:v>-0.63149999999999995</c:v>
              </c:pt>
              <c:pt idx="1058">
                <c:v>-0.63099999999999989</c:v>
              </c:pt>
              <c:pt idx="1059">
                <c:v>-0.63049999999999995</c:v>
              </c:pt>
              <c:pt idx="1060">
                <c:v>-0.62999999999999989</c:v>
              </c:pt>
              <c:pt idx="1061">
                <c:v>-0.62949999999999995</c:v>
              </c:pt>
              <c:pt idx="1062">
                <c:v>-0.62899999999999989</c:v>
              </c:pt>
              <c:pt idx="1063">
                <c:v>-0.62849999999999995</c:v>
              </c:pt>
              <c:pt idx="1064">
                <c:v>-0.62799999999999989</c:v>
              </c:pt>
              <c:pt idx="1065">
                <c:v>-0.62749999999999995</c:v>
              </c:pt>
              <c:pt idx="1066">
                <c:v>-0.62699999999999989</c:v>
              </c:pt>
              <c:pt idx="1067">
                <c:v>-0.62649999999999995</c:v>
              </c:pt>
              <c:pt idx="1068">
                <c:v>-0.62599999999999989</c:v>
              </c:pt>
              <c:pt idx="1069">
                <c:v>-0.62549999999999994</c:v>
              </c:pt>
              <c:pt idx="1070">
                <c:v>-0.62499999999999989</c:v>
              </c:pt>
              <c:pt idx="1071">
                <c:v>-0.62449999999999994</c:v>
              </c:pt>
              <c:pt idx="1072">
                <c:v>-0.62399999999999989</c:v>
              </c:pt>
              <c:pt idx="1073">
                <c:v>-0.62349999999999994</c:v>
              </c:pt>
              <c:pt idx="1074">
                <c:v>-0.62299999999999989</c:v>
              </c:pt>
              <c:pt idx="1075">
                <c:v>-0.62249999999999994</c:v>
              </c:pt>
              <c:pt idx="1076">
                <c:v>-0.62199999999999989</c:v>
              </c:pt>
              <c:pt idx="1077">
                <c:v>-0.62149999999999994</c:v>
              </c:pt>
              <c:pt idx="1078">
                <c:v>-0.62099999999999989</c:v>
              </c:pt>
              <c:pt idx="1079">
                <c:v>-0.62049999999999994</c:v>
              </c:pt>
              <c:pt idx="1080">
                <c:v>-0.61999999999999988</c:v>
              </c:pt>
              <c:pt idx="1081">
                <c:v>-0.61949999999999994</c:v>
              </c:pt>
              <c:pt idx="1082">
                <c:v>-0.61899999999999988</c:v>
              </c:pt>
              <c:pt idx="1083">
                <c:v>-0.61849999999999994</c:v>
              </c:pt>
              <c:pt idx="1084">
                <c:v>-0.61799999999999988</c:v>
              </c:pt>
              <c:pt idx="1085">
                <c:v>-0.61749999999999994</c:v>
              </c:pt>
              <c:pt idx="1086">
                <c:v>-0.61699999999999988</c:v>
              </c:pt>
              <c:pt idx="1087">
                <c:v>-0.61649999999999994</c:v>
              </c:pt>
              <c:pt idx="1088">
                <c:v>-0.61599999999999988</c:v>
              </c:pt>
              <c:pt idx="1089">
                <c:v>-0.61549999999999994</c:v>
              </c:pt>
              <c:pt idx="1090">
                <c:v>-0.61499999999999988</c:v>
              </c:pt>
              <c:pt idx="1091">
                <c:v>-0.61449999999999994</c:v>
              </c:pt>
              <c:pt idx="1092">
                <c:v>-0.61399999999999988</c:v>
              </c:pt>
              <c:pt idx="1093">
                <c:v>-0.61349999999999993</c:v>
              </c:pt>
              <c:pt idx="1094">
                <c:v>-0.61299999999999988</c:v>
              </c:pt>
              <c:pt idx="1095">
                <c:v>-0.61249999999999993</c:v>
              </c:pt>
              <c:pt idx="1096">
                <c:v>-0.61199999999999988</c:v>
              </c:pt>
              <c:pt idx="1097">
                <c:v>-0.61149999999999993</c:v>
              </c:pt>
              <c:pt idx="1098">
                <c:v>-0.61099999999999988</c:v>
              </c:pt>
              <c:pt idx="1099">
                <c:v>-0.61049999999999993</c:v>
              </c:pt>
              <c:pt idx="1100">
                <c:v>-0.60999999999999988</c:v>
              </c:pt>
              <c:pt idx="1101">
                <c:v>-0.60949999999999993</c:v>
              </c:pt>
              <c:pt idx="1102">
                <c:v>-0.60899999999999987</c:v>
              </c:pt>
              <c:pt idx="1103">
                <c:v>-0.60849999999999993</c:v>
              </c:pt>
              <c:pt idx="1104">
                <c:v>-0.60799999999999987</c:v>
              </c:pt>
              <c:pt idx="1105">
                <c:v>-0.60749999999999993</c:v>
              </c:pt>
              <c:pt idx="1106">
                <c:v>-0.60699999999999987</c:v>
              </c:pt>
              <c:pt idx="1107">
                <c:v>-0.60649999999999993</c:v>
              </c:pt>
              <c:pt idx="1108">
                <c:v>-0.60599999999999987</c:v>
              </c:pt>
              <c:pt idx="1109">
                <c:v>-0.60549999999999993</c:v>
              </c:pt>
              <c:pt idx="1110">
                <c:v>-0.60499999999999987</c:v>
              </c:pt>
              <c:pt idx="1111">
                <c:v>-0.60449999999999993</c:v>
              </c:pt>
              <c:pt idx="1112">
                <c:v>-0.60399999999999987</c:v>
              </c:pt>
              <c:pt idx="1113">
                <c:v>-0.60349999999999993</c:v>
              </c:pt>
              <c:pt idx="1114">
                <c:v>-0.60299999999999987</c:v>
              </c:pt>
              <c:pt idx="1115">
                <c:v>-0.60249999999999992</c:v>
              </c:pt>
              <c:pt idx="1116">
                <c:v>-0.60199999999999987</c:v>
              </c:pt>
              <c:pt idx="1117">
                <c:v>-0.60149999999999992</c:v>
              </c:pt>
              <c:pt idx="1118">
                <c:v>-0.60099999999999987</c:v>
              </c:pt>
              <c:pt idx="1119">
                <c:v>-0.60049999999999992</c:v>
              </c:pt>
              <c:pt idx="1120">
                <c:v>-0.59999999999999987</c:v>
              </c:pt>
              <c:pt idx="1121">
                <c:v>-0.59949999999999992</c:v>
              </c:pt>
              <c:pt idx="1122">
                <c:v>-0.59899999999999987</c:v>
              </c:pt>
              <c:pt idx="1123">
                <c:v>-0.59849999999999992</c:v>
              </c:pt>
              <c:pt idx="1124">
                <c:v>-0.59799999999999986</c:v>
              </c:pt>
              <c:pt idx="1125">
                <c:v>-0.59749999999999992</c:v>
              </c:pt>
              <c:pt idx="1126">
                <c:v>-0.59699999999999986</c:v>
              </c:pt>
              <c:pt idx="1127">
                <c:v>-0.59649999999999992</c:v>
              </c:pt>
              <c:pt idx="1128">
                <c:v>-0.59599999999999986</c:v>
              </c:pt>
              <c:pt idx="1129">
                <c:v>-0.59549999999999992</c:v>
              </c:pt>
              <c:pt idx="1130">
                <c:v>-0.59499999999999986</c:v>
              </c:pt>
              <c:pt idx="1131">
                <c:v>-0.59449999999999992</c:v>
              </c:pt>
              <c:pt idx="1132">
                <c:v>-0.59399999999999986</c:v>
              </c:pt>
              <c:pt idx="1133">
                <c:v>-0.59349999999999992</c:v>
              </c:pt>
              <c:pt idx="1134">
                <c:v>-0.59299999999999986</c:v>
              </c:pt>
              <c:pt idx="1135">
                <c:v>-0.59249999999999992</c:v>
              </c:pt>
              <c:pt idx="1136">
                <c:v>-0.59199999999999986</c:v>
              </c:pt>
              <c:pt idx="1137">
                <c:v>-0.59149999999999991</c:v>
              </c:pt>
              <c:pt idx="1138">
                <c:v>-0.59099999999999986</c:v>
              </c:pt>
              <c:pt idx="1139">
                <c:v>-0.59049999999999991</c:v>
              </c:pt>
              <c:pt idx="1140">
                <c:v>-0.58999999999999986</c:v>
              </c:pt>
              <c:pt idx="1141">
                <c:v>-0.58949999999999991</c:v>
              </c:pt>
              <c:pt idx="1142">
                <c:v>-0.58899999999999986</c:v>
              </c:pt>
              <c:pt idx="1143">
                <c:v>-0.58849999999999991</c:v>
              </c:pt>
              <c:pt idx="1144">
                <c:v>-0.58799999999999986</c:v>
              </c:pt>
              <c:pt idx="1145">
                <c:v>-0.58749999999999991</c:v>
              </c:pt>
              <c:pt idx="1146">
                <c:v>-0.58699999999999986</c:v>
              </c:pt>
              <c:pt idx="1147">
                <c:v>-0.58649999999999991</c:v>
              </c:pt>
              <c:pt idx="1148">
                <c:v>-0.58599999999999985</c:v>
              </c:pt>
              <c:pt idx="1149">
                <c:v>-0.58549999999999991</c:v>
              </c:pt>
              <c:pt idx="1150">
                <c:v>-0.58499999999999985</c:v>
              </c:pt>
              <c:pt idx="1151">
                <c:v>-0.58449999999999991</c:v>
              </c:pt>
              <c:pt idx="1152">
                <c:v>-0.58399999999999985</c:v>
              </c:pt>
              <c:pt idx="1153">
                <c:v>-0.58349999999999991</c:v>
              </c:pt>
              <c:pt idx="1154">
                <c:v>-0.58299999999999996</c:v>
              </c:pt>
              <c:pt idx="1155">
                <c:v>-0.58249999999999991</c:v>
              </c:pt>
              <c:pt idx="1156">
                <c:v>-0.58199999999999996</c:v>
              </c:pt>
              <c:pt idx="1157">
                <c:v>-0.58149999999999991</c:v>
              </c:pt>
              <c:pt idx="1158">
                <c:v>-0.58099999999999996</c:v>
              </c:pt>
              <c:pt idx="1159">
                <c:v>-0.5804999999999999</c:v>
              </c:pt>
              <c:pt idx="1160">
                <c:v>-0.57999999999999996</c:v>
              </c:pt>
              <c:pt idx="1161">
                <c:v>-0.5794999999999999</c:v>
              </c:pt>
              <c:pt idx="1162">
                <c:v>-0.57899999999999996</c:v>
              </c:pt>
              <c:pt idx="1163">
                <c:v>-0.5784999999999999</c:v>
              </c:pt>
              <c:pt idx="1164">
                <c:v>-0.57799999999999996</c:v>
              </c:pt>
              <c:pt idx="1165">
                <c:v>-0.5774999999999999</c:v>
              </c:pt>
              <c:pt idx="1166">
                <c:v>-0.57699999999999996</c:v>
              </c:pt>
              <c:pt idx="1167">
                <c:v>-0.5764999999999999</c:v>
              </c:pt>
              <c:pt idx="1168">
                <c:v>-0.57599999999999996</c:v>
              </c:pt>
              <c:pt idx="1169">
                <c:v>-0.5754999999999999</c:v>
              </c:pt>
              <c:pt idx="1170">
                <c:v>-0.57499999999999996</c:v>
              </c:pt>
              <c:pt idx="1171">
                <c:v>-0.5744999999999999</c:v>
              </c:pt>
              <c:pt idx="1172">
                <c:v>-0.57399999999999995</c:v>
              </c:pt>
              <c:pt idx="1173">
                <c:v>-0.5734999999999999</c:v>
              </c:pt>
              <c:pt idx="1174">
                <c:v>-0.57299999999999995</c:v>
              </c:pt>
              <c:pt idx="1175">
                <c:v>-0.5724999999999999</c:v>
              </c:pt>
              <c:pt idx="1176">
                <c:v>-0.57199999999999995</c:v>
              </c:pt>
              <c:pt idx="1177">
                <c:v>-0.5714999999999999</c:v>
              </c:pt>
              <c:pt idx="1178">
                <c:v>-0.57099999999999995</c:v>
              </c:pt>
              <c:pt idx="1179">
                <c:v>-0.5704999999999999</c:v>
              </c:pt>
              <c:pt idx="1180">
                <c:v>-0.56999999999999995</c:v>
              </c:pt>
              <c:pt idx="1181">
                <c:v>-0.5694999999999999</c:v>
              </c:pt>
              <c:pt idx="1182">
                <c:v>-0.56899999999999995</c:v>
              </c:pt>
              <c:pt idx="1183">
                <c:v>-0.56849999999999989</c:v>
              </c:pt>
              <c:pt idx="1184">
                <c:v>-0.56799999999999995</c:v>
              </c:pt>
              <c:pt idx="1185">
                <c:v>-0.56749999999999989</c:v>
              </c:pt>
              <c:pt idx="1186">
                <c:v>-0.56699999999999995</c:v>
              </c:pt>
              <c:pt idx="1187">
                <c:v>-0.56649999999999989</c:v>
              </c:pt>
              <c:pt idx="1188">
                <c:v>-0.56599999999999995</c:v>
              </c:pt>
              <c:pt idx="1189">
                <c:v>-0.56549999999999989</c:v>
              </c:pt>
              <c:pt idx="1190">
                <c:v>-0.56499999999999995</c:v>
              </c:pt>
              <c:pt idx="1191">
                <c:v>-0.56449999999999989</c:v>
              </c:pt>
              <c:pt idx="1192">
                <c:v>-0.56399999999999995</c:v>
              </c:pt>
              <c:pt idx="1193">
                <c:v>-0.56349999999999989</c:v>
              </c:pt>
              <c:pt idx="1194">
                <c:v>-0.56299999999999994</c:v>
              </c:pt>
              <c:pt idx="1195">
                <c:v>-0.56249999999999989</c:v>
              </c:pt>
              <c:pt idx="1196">
                <c:v>-0.56199999999999994</c:v>
              </c:pt>
              <c:pt idx="1197">
                <c:v>-0.56149999999999989</c:v>
              </c:pt>
              <c:pt idx="1198">
                <c:v>-0.56099999999999994</c:v>
              </c:pt>
              <c:pt idx="1199">
                <c:v>-0.56049999999999989</c:v>
              </c:pt>
              <c:pt idx="1200">
                <c:v>-0.55999999999999994</c:v>
              </c:pt>
              <c:pt idx="1201">
                <c:v>-0.55949999999999989</c:v>
              </c:pt>
              <c:pt idx="1202">
                <c:v>-0.55899999999999994</c:v>
              </c:pt>
              <c:pt idx="1203">
                <c:v>-0.55849999999999989</c:v>
              </c:pt>
              <c:pt idx="1204">
                <c:v>-0.55799999999999994</c:v>
              </c:pt>
              <c:pt idx="1205">
                <c:v>-0.55749999999999988</c:v>
              </c:pt>
              <c:pt idx="1206">
                <c:v>-0.55699999999999994</c:v>
              </c:pt>
              <c:pt idx="1207">
                <c:v>-0.55649999999999988</c:v>
              </c:pt>
              <c:pt idx="1208">
                <c:v>-0.55599999999999994</c:v>
              </c:pt>
              <c:pt idx="1209">
                <c:v>-0.55549999999999988</c:v>
              </c:pt>
              <c:pt idx="1210">
                <c:v>-0.55499999999999994</c:v>
              </c:pt>
              <c:pt idx="1211">
                <c:v>-0.55449999999999988</c:v>
              </c:pt>
              <c:pt idx="1212">
                <c:v>-0.55399999999999994</c:v>
              </c:pt>
              <c:pt idx="1213">
                <c:v>-0.55349999999999988</c:v>
              </c:pt>
              <c:pt idx="1214">
                <c:v>-0.55299999999999994</c:v>
              </c:pt>
              <c:pt idx="1215">
                <c:v>-0.55249999999999988</c:v>
              </c:pt>
              <c:pt idx="1216">
                <c:v>-0.55199999999999994</c:v>
              </c:pt>
              <c:pt idx="1217">
                <c:v>-0.55149999999999988</c:v>
              </c:pt>
              <c:pt idx="1218">
                <c:v>-0.55099999999999993</c:v>
              </c:pt>
              <c:pt idx="1219">
                <c:v>-0.55049999999999988</c:v>
              </c:pt>
              <c:pt idx="1220">
                <c:v>-0.54999999999999993</c:v>
              </c:pt>
              <c:pt idx="1221">
                <c:v>-0.54949999999999988</c:v>
              </c:pt>
              <c:pt idx="1222">
                <c:v>-0.54899999999999993</c:v>
              </c:pt>
              <c:pt idx="1223">
                <c:v>-0.54849999999999988</c:v>
              </c:pt>
              <c:pt idx="1224">
                <c:v>-0.54799999999999993</c:v>
              </c:pt>
              <c:pt idx="1225">
                <c:v>-0.54749999999999988</c:v>
              </c:pt>
              <c:pt idx="1226">
                <c:v>-0.54699999999999993</c:v>
              </c:pt>
              <c:pt idx="1227">
                <c:v>-0.54649999999999987</c:v>
              </c:pt>
              <c:pt idx="1228">
                <c:v>-0.54599999999999993</c:v>
              </c:pt>
              <c:pt idx="1229">
                <c:v>-0.54549999999999987</c:v>
              </c:pt>
              <c:pt idx="1230">
                <c:v>-0.54499999999999993</c:v>
              </c:pt>
              <c:pt idx="1231">
                <c:v>-0.54449999999999987</c:v>
              </c:pt>
              <c:pt idx="1232">
                <c:v>-0.54399999999999993</c:v>
              </c:pt>
              <c:pt idx="1233">
                <c:v>-0.54349999999999987</c:v>
              </c:pt>
              <c:pt idx="1234">
                <c:v>-0.54299999999999993</c:v>
              </c:pt>
              <c:pt idx="1235">
                <c:v>-0.54249999999999987</c:v>
              </c:pt>
              <c:pt idx="1236">
                <c:v>-0.54199999999999993</c:v>
              </c:pt>
              <c:pt idx="1237">
                <c:v>-0.54149999999999987</c:v>
              </c:pt>
              <c:pt idx="1238">
                <c:v>-0.54099999999999993</c:v>
              </c:pt>
              <c:pt idx="1239">
                <c:v>-0.54049999999999987</c:v>
              </c:pt>
              <c:pt idx="1240">
                <c:v>-0.53999999999999992</c:v>
              </c:pt>
              <c:pt idx="1241">
                <c:v>-0.53949999999999987</c:v>
              </c:pt>
              <c:pt idx="1242">
                <c:v>-0.53899999999999992</c:v>
              </c:pt>
              <c:pt idx="1243">
                <c:v>-0.53849999999999987</c:v>
              </c:pt>
              <c:pt idx="1244">
                <c:v>-0.53799999999999992</c:v>
              </c:pt>
              <c:pt idx="1245">
                <c:v>-0.53749999999999987</c:v>
              </c:pt>
              <c:pt idx="1246">
                <c:v>-0.53699999999999992</c:v>
              </c:pt>
              <c:pt idx="1247">
                <c:v>-0.53649999999999987</c:v>
              </c:pt>
              <c:pt idx="1248">
                <c:v>-0.53599999999999992</c:v>
              </c:pt>
              <c:pt idx="1249">
                <c:v>-0.53549999999999986</c:v>
              </c:pt>
              <c:pt idx="1250">
                <c:v>-0.53499999999999992</c:v>
              </c:pt>
              <c:pt idx="1251">
                <c:v>-0.53449999999999986</c:v>
              </c:pt>
              <c:pt idx="1252">
                <c:v>-0.53399999999999992</c:v>
              </c:pt>
              <c:pt idx="1253">
                <c:v>-0.53349999999999986</c:v>
              </c:pt>
              <c:pt idx="1254">
                <c:v>-0.53299999999999992</c:v>
              </c:pt>
              <c:pt idx="1255">
                <c:v>-0.53249999999999986</c:v>
              </c:pt>
              <c:pt idx="1256">
                <c:v>-0.53199999999999992</c:v>
              </c:pt>
              <c:pt idx="1257">
                <c:v>-0.53149999999999986</c:v>
              </c:pt>
              <c:pt idx="1258">
                <c:v>-0.53099999999999992</c:v>
              </c:pt>
              <c:pt idx="1259">
                <c:v>-0.53049999999999986</c:v>
              </c:pt>
              <c:pt idx="1260">
                <c:v>-0.52999999999999992</c:v>
              </c:pt>
              <c:pt idx="1261">
                <c:v>-0.52949999999999986</c:v>
              </c:pt>
              <c:pt idx="1262">
                <c:v>-0.52899999999999991</c:v>
              </c:pt>
              <c:pt idx="1263">
                <c:v>-0.52849999999999986</c:v>
              </c:pt>
              <c:pt idx="1264">
                <c:v>-0.52799999999999991</c:v>
              </c:pt>
              <c:pt idx="1265">
                <c:v>-0.52749999999999986</c:v>
              </c:pt>
              <c:pt idx="1266">
                <c:v>-0.52699999999999991</c:v>
              </c:pt>
              <c:pt idx="1267">
                <c:v>-0.52649999999999986</c:v>
              </c:pt>
              <c:pt idx="1268">
                <c:v>-0.52599999999999991</c:v>
              </c:pt>
              <c:pt idx="1269">
                <c:v>-0.52549999999999986</c:v>
              </c:pt>
              <c:pt idx="1270">
                <c:v>-0.52499999999999991</c:v>
              </c:pt>
              <c:pt idx="1271">
                <c:v>-0.52449999999999986</c:v>
              </c:pt>
              <c:pt idx="1272">
                <c:v>-0.52399999999999991</c:v>
              </c:pt>
              <c:pt idx="1273">
                <c:v>-0.52349999999999985</c:v>
              </c:pt>
              <c:pt idx="1274">
                <c:v>-0.52299999999999991</c:v>
              </c:pt>
              <c:pt idx="1275">
                <c:v>-0.52249999999999985</c:v>
              </c:pt>
              <c:pt idx="1276">
                <c:v>-0.52199999999999991</c:v>
              </c:pt>
              <c:pt idx="1277">
                <c:v>-0.52149999999999985</c:v>
              </c:pt>
              <c:pt idx="1278">
                <c:v>-0.52099999999999991</c:v>
              </c:pt>
              <c:pt idx="1279">
                <c:v>-0.52049999999999985</c:v>
              </c:pt>
              <c:pt idx="1280">
                <c:v>-0.51999999999999991</c:v>
              </c:pt>
              <c:pt idx="1281">
                <c:v>-0.51949999999999996</c:v>
              </c:pt>
              <c:pt idx="1282">
                <c:v>-0.51899999999999991</c:v>
              </c:pt>
              <c:pt idx="1283">
                <c:v>-0.51849999999999996</c:v>
              </c:pt>
              <c:pt idx="1284">
                <c:v>-0.5179999999999999</c:v>
              </c:pt>
              <c:pt idx="1285">
                <c:v>-0.51749999999999996</c:v>
              </c:pt>
              <c:pt idx="1286">
                <c:v>-0.5169999999999999</c:v>
              </c:pt>
              <c:pt idx="1287">
                <c:v>-0.51649999999999996</c:v>
              </c:pt>
              <c:pt idx="1288">
                <c:v>-0.5159999999999999</c:v>
              </c:pt>
              <c:pt idx="1289">
                <c:v>-0.51549999999999996</c:v>
              </c:pt>
              <c:pt idx="1290">
                <c:v>-0.5149999999999999</c:v>
              </c:pt>
              <c:pt idx="1291">
                <c:v>-0.51449999999999996</c:v>
              </c:pt>
              <c:pt idx="1292">
                <c:v>-0.5139999999999999</c:v>
              </c:pt>
              <c:pt idx="1293">
                <c:v>-0.51349999999999996</c:v>
              </c:pt>
              <c:pt idx="1294">
                <c:v>-0.5129999999999999</c:v>
              </c:pt>
              <c:pt idx="1295">
                <c:v>-0.51249999999999996</c:v>
              </c:pt>
              <c:pt idx="1296">
                <c:v>-0.5119999999999999</c:v>
              </c:pt>
              <c:pt idx="1297">
                <c:v>-0.51149999999999995</c:v>
              </c:pt>
              <c:pt idx="1298">
                <c:v>-0.5109999999999999</c:v>
              </c:pt>
              <c:pt idx="1299">
                <c:v>-0.51049999999999995</c:v>
              </c:pt>
              <c:pt idx="1300">
                <c:v>-0.5099999999999999</c:v>
              </c:pt>
              <c:pt idx="1301">
                <c:v>-0.50949999999999995</c:v>
              </c:pt>
              <c:pt idx="1302">
                <c:v>-0.5089999999999999</c:v>
              </c:pt>
              <c:pt idx="1303">
                <c:v>-0.50849999999999995</c:v>
              </c:pt>
              <c:pt idx="1304">
                <c:v>-0.5079999999999999</c:v>
              </c:pt>
              <c:pt idx="1305">
                <c:v>-0.50749999999999995</c:v>
              </c:pt>
              <c:pt idx="1306">
                <c:v>-0.5069999999999999</c:v>
              </c:pt>
              <c:pt idx="1307">
                <c:v>-0.50649999999999995</c:v>
              </c:pt>
              <c:pt idx="1308">
                <c:v>-0.50599999999999989</c:v>
              </c:pt>
              <c:pt idx="1309">
                <c:v>-0.50549999999999995</c:v>
              </c:pt>
              <c:pt idx="1310">
                <c:v>-0.50499999999999989</c:v>
              </c:pt>
              <c:pt idx="1311">
                <c:v>-0.50449999999999995</c:v>
              </c:pt>
              <c:pt idx="1312">
                <c:v>-0.50399999999999989</c:v>
              </c:pt>
              <c:pt idx="1313">
                <c:v>-0.50349999999999995</c:v>
              </c:pt>
              <c:pt idx="1314">
                <c:v>-0.50299999999999989</c:v>
              </c:pt>
              <c:pt idx="1315">
                <c:v>-0.50249999999999995</c:v>
              </c:pt>
              <c:pt idx="1316">
                <c:v>-0.50199999999999989</c:v>
              </c:pt>
              <c:pt idx="1317">
                <c:v>-0.50149999999999995</c:v>
              </c:pt>
              <c:pt idx="1318">
                <c:v>-0.50099999999999989</c:v>
              </c:pt>
              <c:pt idx="1319">
                <c:v>-0.50049999999999994</c:v>
              </c:pt>
              <c:pt idx="1320">
                <c:v>-0.49999999999999989</c:v>
              </c:pt>
              <c:pt idx="1321">
                <c:v>-0.49949999999999994</c:v>
              </c:pt>
              <c:pt idx="1322">
                <c:v>-0.49899999999999989</c:v>
              </c:pt>
              <c:pt idx="1323">
                <c:v>-0.49849999999999994</c:v>
              </c:pt>
              <c:pt idx="1324">
                <c:v>-0.49799999999999989</c:v>
              </c:pt>
              <c:pt idx="1325">
                <c:v>-0.49749999999999994</c:v>
              </c:pt>
              <c:pt idx="1326">
                <c:v>-0.49699999999999989</c:v>
              </c:pt>
              <c:pt idx="1327">
                <c:v>-0.49649999999999994</c:v>
              </c:pt>
              <c:pt idx="1328">
                <c:v>-0.49599999999999989</c:v>
              </c:pt>
              <c:pt idx="1329">
                <c:v>-0.49549999999999994</c:v>
              </c:pt>
              <c:pt idx="1330">
                <c:v>-0.49499999999999988</c:v>
              </c:pt>
              <c:pt idx="1331">
                <c:v>-0.49449999999999994</c:v>
              </c:pt>
              <c:pt idx="1332">
                <c:v>-0.49399999999999988</c:v>
              </c:pt>
              <c:pt idx="1333">
                <c:v>-0.49349999999999994</c:v>
              </c:pt>
              <c:pt idx="1334">
                <c:v>-0.49299999999999988</c:v>
              </c:pt>
              <c:pt idx="1335">
                <c:v>-0.49249999999999994</c:v>
              </c:pt>
              <c:pt idx="1336">
                <c:v>-0.49199999999999988</c:v>
              </c:pt>
              <c:pt idx="1337">
                <c:v>-0.49149999999999994</c:v>
              </c:pt>
              <c:pt idx="1338">
                <c:v>-0.49099999999999988</c:v>
              </c:pt>
              <c:pt idx="1339">
                <c:v>-0.49049999999999994</c:v>
              </c:pt>
              <c:pt idx="1340">
                <c:v>-0.48999999999999988</c:v>
              </c:pt>
              <c:pt idx="1341">
                <c:v>-0.48949999999999994</c:v>
              </c:pt>
              <c:pt idx="1342">
                <c:v>-0.48899999999999988</c:v>
              </c:pt>
              <c:pt idx="1343">
                <c:v>-0.48849999999999993</c:v>
              </c:pt>
              <c:pt idx="1344">
                <c:v>-0.48799999999999988</c:v>
              </c:pt>
              <c:pt idx="1345">
                <c:v>-0.48749999999999993</c:v>
              </c:pt>
              <c:pt idx="1346">
                <c:v>-0.48699999999999988</c:v>
              </c:pt>
              <c:pt idx="1347">
                <c:v>-0.48649999999999993</c:v>
              </c:pt>
              <c:pt idx="1348">
                <c:v>-0.48599999999999988</c:v>
              </c:pt>
              <c:pt idx="1349">
                <c:v>-0.48549999999999993</c:v>
              </c:pt>
              <c:pt idx="1350">
                <c:v>-0.48499999999999988</c:v>
              </c:pt>
              <c:pt idx="1351">
                <c:v>-0.48449999999999993</c:v>
              </c:pt>
              <c:pt idx="1352">
                <c:v>-0.48399999999999987</c:v>
              </c:pt>
              <c:pt idx="1353">
                <c:v>-0.48349999999999993</c:v>
              </c:pt>
              <c:pt idx="1354">
                <c:v>-0.48299999999999987</c:v>
              </c:pt>
              <c:pt idx="1355">
                <c:v>-0.48249999999999993</c:v>
              </c:pt>
              <c:pt idx="1356">
                <c:v>-0.48199999999999987</c:v>
              </c:pt>
              <c:pt idx="1357">
                <c:v>-0.48149999999999993</c:v>
              </c:pt>
              <c:pt idx="1358">
                <c:v>-0.48099999999999987</c:v>
              </c:pt>
              <c:pt idx="1359">
                <c:v>-0.48049999999999993</c:v>
              </c:pt>
              <c:pt idx="1360">
                <c:v>-0.47999999999999987</c:v>
              </c:pt>
              <c:pt idx="1361">
                <c:v>-0.47949999999999993</c:v>
              </c:pt>
              <c:pt idx="1362">
                <c:v>-0.47899999999999987</c:v>
              </c:pt>
              <c:pt idx="1363">
                <c:v>-0.47849999999999993</c:v>
              </c:pt>
              <c:pt idx="1364">
                <c:v>-0.47799999999999987</c:v>
              </c:pt>
              <c:pt idx="1365">
                <c:v>-0.47749999999999992</c:v>
              </c:pt>
              <c:pt idx="1366">
                <c:v>-0.47699999999999987</c:v>
              </c:pt>
              <c:pt idx="1367">
                <c:v>-0.47649999999999992</c:v>
              </c:pt>
              <c:pt idx="1368">
                <c:v>-0.47599999999999987</c:v>
              </c:pt>
              <c:pt idx="1369">
                <c:v>-0.47549999999999992</c:v>
              </c:pt>
              <c:pt idx="1370">
                <c:v>-0.47499999999999987</c:v>
              </c:pt>
              <c:pt idx="1371">
                <c:v>-0.47449999999999992</c:v>
              </c:pt>
              <c:pt idx="1372">
                <c:v>-0.47399999999999987</c:v>
              </c:pt>
              <c:pt idx="1373">
                <c:v>-0.47349999999999992</c:v>
              </c:pt>
              <c:pt idx="1374">
                <c:v>-0.47299999999999986</c:v>
              </c:pt>
              <c:pt idx="1375">
                <c:v>-0.47249999999999992</c:v>
              </c:pt>
              <c:pt idx="1376">
                <c:v>-0.47199999999999986</c:v>
              </c:pt>
              <c:pt idx="1377">
                <c:v>-0.47149999999999992</c:v>
              </c:pt>
              <c:pt idx="1378">
                <c:v>-0.47099999999999986</c:v>
              </c:pt>
              <c:pt idx="1379">
                <c:v>-0.47049999999999992</c:v>
              </c:pt>
              <c:pt idx="1380">
                <c:v>-0.46999999999999986</c:v>
              </c:pt>
              <c:pt idx="1381">
                <c:v>-0.46949999999999992</c:v>
              </c:pt>
              <c:pt idx="1382">
                <c:v>-0.46899999999999986</c:v>
              </c:pt>
              <c:pt idx="1383">
                <c:v>-0.46849999999999992</c:v>
              </c:pt>
              <c:pt idx="1384">
                <c:v>-0.46799999999999986</c:v>
              </c:pt>
              <c:pt idx="1385">
                <c:v>-0.46749999999999992</c:v>
              </c:pt>
              <c:pt idx="1386">
                <c:v>-0.46699999999999986</c:v>
              </c:pt>
              <c:pt idx="1387">
                <c:v>-0.46649999999999991</c:v>
              </c:pt>
              <c:pt idx="1388">
                <c:v>-0.46599999999999986</c:v>
              </c:pt>
              <c:pt idx="1389">
                <c:v>-0.46549999999999991</c:v>
              </c:pt>
              <c:pt idx="1390">
                <c:v>-0.46499999999999986</c:v>
              </c:pt>
              <c:pt idx="1391">
                <c:v>-0.46449999999999991</c:v>
              </c:pt>
              <c:pt idx="1392">
                <c:v>-0.46399999999999986</c:v>
              </c:pt>
              <c:pt idx="1393">
                <c:v>-0.46349999999999991</c:v>
              </c:pt>
              <c:pt idx="1394">
                <c:v>-0.46299999999999986</c:v>
              </c:pt>
              <c:pt idx="1395">
                <c:v>-0.46249999999999991</c:v>
              </c:pt>
              <c:pt idx="1396">
                <c:v>-0.46199999999999986</c:v>
              </c:pt>
              <c:pt idx="1397">
                <c:v>-0.46149999999999991</c:v>
              </c:pt>
              <c:pt idx="1398">
                <c:v>-0.46099999999999985</c:v>
              </c:pt>
              <c:pt idx="1399">
                <c:v>-0.46049999999999991</c:v>
              </c:pt>
              <c:pt idx="1400">
                <c:v>-0.45999999999999985</c:v>
              </c:pt>
              <c:pt idx="1401">
                <c:v>-0.45949999999999991</c:v>
              </c:pt>
              <c:pt idx="1402">
                <c:v>-0.45899999999999985</c:v>
              </c:pt>
              <c:pt idx="1403">
                <c:v>-0.45849999999999991</c:v>
              </c:pt>
              <c:pt idx="1404">
                <c:v>-0.45799999999999985</c:v>
              </c:pt>
              <c:pt idx="1405">
                <c:v>-0.45749999999999991</c:v>
              </c:pt>
              <c:pt idx="1406">
                <c:v>-0.45699999999999985</c:v>
              </c:pt>
              <c:pt idx="1407">
                <c:v>-0.45649999999999991</c:v>
              </c:pt>
              <c:pt idx="1408">
                <c:v>-0.45599999999999996</c:v>
              </c:pt>
              <c:pt idx="1409">
                <c:v>-0.4554999999999999</c:v>
              </c:pt>
              <c:pt idx="1410">
                <c:v>-0.45499999999999996</c:v>
              </c:pt>
              <c:pt idx="1411">
                <c:v>-0.4544999999999999</c:v>
              </c:pt>
              <c:pt idx="1412">
                <c:v>-0.45399999999999996</c:v>
              </c:pt>
              <c:pt idx="1413">
                <c:v>-0.4534999999999999</c:v>
              </c:pt>
              <c:pt idx="1414">
                <c:v>-0.45299999999999996</c:v>
              </c:pt>
              <c:pt idx="1415">
                <c:v>-0.4524999999999999</c:v>
              </c:pt>
              <c:pt idx="1416">
                <c:v>-0.45199999999999996</c:v>
              </c:pt>
              <c:pt idx="1417">
                <c:v>-0.4514999999999999</c:v>
              </c:pt>
              <c:pt idx="1418">
                <c:v>-0.45099999999999996</c:v>
              </c:pt>
              <c:pt idx="1419">
                <c:v>-0.4504999999999999</c:v>
              </c:pt>
              <c:pt idx="1420">
                <c:v>-0.44999999999999996</c:v>
              </c:pt>
              <c:pt idx="1421">
                <c:v>-0.4494999999999999</c:v>
              </c:pt>
              <c:pt idx="1422">
                <c:v>-0.44899999999999995</c:v>
              </c:pt>
              <c:pt idx="1423">
                <c:v>-0.4484999999999999</c:v>
              </c:pt>
              <c:pt idx="1424">
                <c:v>-0.44799999999999995</c:v>
              </c:pt>
              <c:pt idx="1425">
                <c:v>-0.4474999999999999</c:v>
              </c:pt>
              <c:pt idx="1426">
                <c:v>-0.44699999999999995</c:v>
              </c:pt>
              <c:pt idx="1427">
                <c:v>-0.4464999999999999</c:v>
              </c:pt>
              <c:pt idx="1428">
                <c:v>-0.44599999999999995</c:v>
              </c:pt>
              <c:pt idx="1429">
                <c:v>-0.4454999999999999</c:v>
              </c:pt>
              <c:pt idx="1430">
                <c:v>-0.44499999999999995</c:v>
              </c:pt>
              <c:pt idx="1431">
                <c:v>-0.4444999999999999</c:v>
              </c:pt>
              <c:pt idx="1432">
                <c:v>-0.44399999999999995</c:v>
              </c:pt>
              <c:pt idx="1433">
                <c:v>-0.44349999999999989</c:v>
              </c:pt>
              <c:pt idx="1434">
                <c:v>-0.44299999999999995</c:v>
              </c:pt>
              <c:pt idx="1435">
                <c:v>-0.44249999999999989</c:v>
              </c:pt>
              <c:pt idx="1436">
                <c:v>-0.44199999999999995</c:v>
              </c:pt>
              <c:pt idx="1437">
                <c:v>-0.44149999999999989</c:v>
              </c:pt>
              <c:pt idx="1438">
                <c:v>-0.44099999999999995</c:v>
              </c:pt>
              <c:pt idx="1439">
                <c:v>-0.44049999999999989</c:v>
              </c:pt>
              <c:pt idx="1440">
                <c:v>-0.43999999999999995</c:v>
              </c:pt>
              <c:pt idx="1441">
                <c:v>-0.43949999999999989</c:v>
              </c:pt>
              <c:pt idx="1442">
                <c:v>-0.43899999999999995</c:v>
              </c:pt>
              <c:pt idx="1443">
                <c:v>-0.43849999999999989</c:v>
              </c:pt>
              <c:pt idx="1444">
                <c:v>-0.43799999999999994</c:v>
              </c:pt>
              <c:pt idx="1445">
                <c:v>-0.43749999999999989</c:v>
              </c:pt>
              <c:pt idx="1446">
                <c:v>-0.43699999999999994</c:v>
              </c:pt>
              <c:pt idx="1447">
                <c:v>-0.43649999999999989</c:v>
              </c:pt>
              <c:pt idx="1448">
                <c:v>-0.43599999999999994</c:v>
              </c:pt>
              <c:pt idx="1449">
                <c:v>-0.43549999999999989</c:v>
              </c:pt>
              <c:pt idx="1450">
                <c:v>-0.43499999999999994</c:v>
              </c:pt>
              <c:pt idx="1451">
                <c:v>-0.43449999999999989</c:v>
              </c:pt>
              <c:pt idx="1452">
                <c:v>-0.43399999999999994</c:v>
              </c:pt>
              <c:pt idx="1453">
                <c:v>-0.43349999999999989</c:v>
              </c:pt>
              <c:pt idx="1454">
                <c:v>-0.43299999999999994</c:v>
              </c:pt>
              <c:pt idx="1455">
                <c:v>-0.43249999999999988</c:v>
              </c:pt>
              <c:pt idx="1456">
                <c:v>-0.43199999999999994</c:v>
              </c:pt>
              <c:pt idx="1457">
                <c:v>-0.43149999999999988</c:v>
              </c:pt>
              <c:pt idx="1458">
                <c:v>-0.43099999999999994</c:v>
              </c:pt>
              <c:pt idx="1459">
                <c:v>-0.43049999999999988</c:v>
              </c:pt>
              <c:pt idx="1460">
                <c:v>-0.42999999999999994</c:v>
              </c:pt>
              <c:pt idx="1461">
                <c:v>-0.42949999999999988</c:v>
              </c:pt>
              <c:pt idx="1462">
                <c:v>-0.42899999999999994</c:v>
              </c:pt>
              <c:pt idx="1463">
                <c:v>-0.42849999999999988</c:v>
              </c:pt>
              <c:pt idx="1464">
                <c:v>-0.42799999999999994</c:v>
              </c:pt>
              <c:pt idx="1465">
                <c:v>-0.42749999999999988</c:v>
              </c:pt>
              <c:pt idx="1466">
                <c:v>-0.42699999999999994</c:v>
              </c:pt>
              <c:pt idx="1467">
                <c:v>-0.42649999999999988</c:v>
              </c:pt>
              <c:pt idx="1468">
                <c:v>-0.42599999999999993</c:v>
              </c:pt>
              <c:pt idx="1469">
                <c:v>-0.42549999999999988</c:v>
              </c:pt>
              <c:pt idx="1470">
                <c:v>-0.42499999999999993</c:v>
              </c:pt>
              <c:pt idx="1471">
                <c:v>-0.42449999999999988</c:v>
              </c:pt>
              <c:pt idx="1472">
                <c:v>-0.42399999999999993</c:v>
              </c:pt>
              <c:pt idx="1473">
                <c:v>-0.42349999999999988</c:v>
              </c:pt>
              <c:pt idx="1474">
                <c:v>-0.42299999999999993</c:v>
              </c:pt>
              <c:pt idx="1475">
                <c:v>-0.42249999999999988</c:v>
              </c:pt>
              <c:pt idx="1476">
                <c:v>-0.42199999999999993</c:v>
              </c:pt>
              <c:pt idx="1477">
                <c:v>-0.42149999999999987</c:v>
              </c:pt>
              <c:pt idx="1478">
                <c:v>-0.42099999999999993</c:v>
              </c:pt>
              <c:pt idx="1479">
                <c:v>-0.42049999999999987</c:v>
              </c:pt>
              <c:pt idx="1480">
                <c:v>-0.41999999999999993</c:v>
              </c:pt>
              <c:pt idx="1481">
                <c:v>-0.41949999999999987</c:v>
              </c:pt>
              <c:pt idx="1482">
                <c:v>-0.41899999999999993</c:v>
              </c:pt>
              <c:pt idx="1483">
                <c:v>-0.41849999999999987</c:v>
              </c:pt>
              <c:pt idx="1484">
                <c:v>-0.41799999999999993</c:v>
              </c:pt>
              <c:pt idx="1485">
                <c:v>-0.41749999999999987</c:v>
              </c:pt>
              <c:pt idx="1486">
                <c:v>-0.41699999999999993</c:v>
              </c:pt>
              <c:pt idx="1487">
                <c:v>-0.41649999999999987</c:v>
              </c:pt>
              <c:pt idx="1488">
                <c:v>-0.41599999999999993</c:v>
              </c:pt>
              <c:pt idx="1489">
                <c:v>-0.41549999999999987</c:v>
              </c:pt>
              <c:pt idx="1490">
                <c:v>-0.41499999999999992</c:v>
              </c:pt>
              <c:pt idx="1491">
                <c:v>-0.41449999999999987</c:v>
              </c:pt>
              <c:pt idx="1492">
                <c:v>-0.41399999999999992</c:v>
              </c:pt>
              <c:pt idx="1493">
                <c:v>-0.41349999999999987</c:v>
              </c:pt>
              <c:pt idx="1494">
                <c:v>-0.41299999999999992</c:v>
              </c:pt>
              <c:pt idx="1495">
                <c:v>-0.41249999999999987</c:v>
              </c:pt>
              <c:pt idx="1496">
                <c:v>-0.41199999999999992</c:v>
              </c:pt>
              <c:pt idx="1497">
                <c:v>-0.41149999999999987</c:v>
              </c:pt>
              <c:pt idx="1498">
                <c:v>-0.41099999999999992</c:v>
              </c:pt>
              <c:pt idx="1499">
                <c:v>-0.41049999999999986</c:v>
              </c:pt>
              <c:pt idx="1500">
                <c:v>-0.40999999999999992</c:v>
              </c:pt>
              <c:pt idx="1501">
                <c:v>-0.40949999999999986</c:v>
              </c:pt>
              <c:pt idx="1502">
                <c:v>-0.40899999999999992</c:v>
              </c:pt>
              <c:pt idx="1503">
                <c:v>-0.40849999999999986</c:v>
              </c:pt>
              <c:pt idx="1504">
                <c:v>-0.40799999999999992</c:v>
              </c:pt>
              <c:pt idx="1505">
                <c:v>-0.40749999999999986</c:v>
              </c:pt>
              <c:pt idx="1506">
                <c:v>-0.40699999999999992</c:v>
              </c:pt>
              <c:pt idx="1507">
                <c:v>-0.40649999999999986</c:v>
              </c:pt>
              <c:pt idx="1508">
                <c:v>-0.40599999999999992</c:v>
              </c:pt>
              <c:pt idx="1509">
                <c:v>-0.40549999999999986</c:v>
              </c:pt>
              <c:pt idx="1510">
                <c:v>-0.40499999999999992</c:v>
              </c:pt>
              <c:pt idx="1511">
                <c:v>-0.40449999999999986</c:v>
              </c:pt>
              <c:pt idx="1512">
                <c:v>-0.40399999999999991</c:v>
              </c:pt>
              <c:pt idx="1513">
                <c:v>-0.40349999999999986</c:v>
              </c:pt>
              <c:pt idx="1514">
                <c:v>-0.40299999999999991</c:v>
              </c:pt>
              <c:pt idx="1515">
                <c:v>-0.40249999999999986</c:v>
              </c:pt>
              <c:pt idx="1516">
                <c:v>-0.40199999999999991</c:v>
              </c:pt>
              <c:pt idx="1517">
                <c:v>-0.40149999999999986</c:v>
              </c:pt>
              <c:pt idx="1518">
                <c:v>-0.40099999999999991</c:v>
              </c:pt>
              <c:pt idx="1519">
                <c:v>-0.40049999999999986</c:v>
              </c:pt>
              <c:pt idx="1520">
                <c:v>-0.39999999999999991</c:v>
              </c:pt>
              <c:pt idx="1521">
                <c:v>-0.39949999999999986</c:v>
              </c:pt>
              <c:pt idx="1522">
                <c:v>-0.39899999999999991</c:v>
              </c:pt>
              <c:pt idx="1523">
                <c:v>-0.39849999999999985</c:v>
              </c:pt>
              <c:pt idx="1524">
                <c:v>-0.39799999999999991</c:v>
              </c:pt>
              <c:pt idx="1525">
                <c:v>-0.39749999999999985</c:v>
              </c:pt>
              <c:pt idx="1526">
                <c:v>-0.39699999999999991</c:v>
              </c:pt>
              <c:pt idx="1527">
                <c:v>-0.39649999999999985</c:v>
              </c:pt>
              <c:pt idx="1528">
                <c:v>-0.39599999999999991</c:v>
              </c:pt>
              <c:pt idx="1529">
                <c:v>-0.39549999999999985</c:v>
              </c:pt>
              <c:pt idx="1530">
                <c:v>-0.39499999999999991</c:v>
              </c:pt>
              <c:pt idx="1531">
                <c:v>-0.39449999999999985</c:v>
              </c:pt>
              <c:pt idx="1532">
                <c:v>-0.39399999999999991</c:v>
              </c:pt>
              <c:pt idx="1533">
                <c:v>-0.39349999999999985</c:v>
              </c:pt>
              <c:pt idx="1534">
                <c:v>-0.3929999999999999</c:v>
              </c:pt>
              <c:pt idx="1535">
                <c:v>-0.39249999999999985</c:v>
              </c:pt>
              <c:pt idx="1536">
                <c:v>-0.3919999999999999</c:v>
              </c:pt>
              <c:pt idx="1537">
                <c:v>-0.39149999999999996</c:v>
              </c:pt>
              <c:pt idx="1538">
                <c:v>-0.3909999999999999</c:v>
              </c:pt>
              <c:pt idx="1539">
                <c:v>-0.39049999999999996</c:v>
              </c:pt>
              <c:pt idx="1540">
                <c:v>-0.3899999999999999</c:v>
              </c:pt>
              <c:pt idx="1541">
                <c:v>-0.38949999999999996</c:v>
              </c:pt>
              <c:pt idx="1542">
                <c:v>-0.3889999999999999</c:v>
              </c:pt>
              <c:pt idx="1543">
                <c:v>-0.38849999999999996</c:v>
              </c:pt>
              <c:pt idx="1544">
                <c:v>-0.3879999999999999</c:v>
              </c:pt>
              <c:pt idx="1545">
                <c:v>-0.38749999999999996</c:v>
              </c:pt>
              <c:pt idx="1546">
                <c:v>-0.3869999999999999</c:v>
              </c:pt>
              <c:pt idx="1547">
                <c:v>-0.38649999999999995</c:v>
              </c:pt>
              <c:pt idx="1548">
                <c:v>-0.3859999999999999</c:v>
              </c:pt>
              <c:pt idx="1549">
                <c:v>-0.38549999999999995</c:v>
              </c:pt>
              <c:pt idx="1550">
                <c:v>-0.3849999999999999</c:v>
              </c:pt>
              <c:pt idx="1551">
                <c:v>-0.38449999999999995</c:v>
              </c:pt>
              <c:pt idx="1552">
                <c:v>-0.3839999999999999</c:v>
              </c:pt>
              <c:pt idx="1553">
                <c:v>-0.38349999999999995</c:v>
              </c:pt>
              <c:pt idx="1554">
                <c:v>-0.3829999999999999</c:v>
              </c:pt>
              <c:pt idx="1555">
                <c:v>-0.38249999999999995</c:v>
              </c:pt>
              <c:pt idx="1556">
                <c:v>-0.3819999999999999</c:v>
              </c:pt>
              <c:pt idx="1557">
                <c:v>-0.38149999999999995</c:v>
              </c:pt>
              <c:pt idx="1558">
                <c:v>-0.38099999999999989</c:v>
              </c:pt>
              <c:pt idx="1559">
                <c:v>-0.38049999999999995</c:v>
              </c:pt>
              <c:pt idx="1560">
                <c:v>-0.37999999999999989</c:v>
              </c:pt>
              <c:pt idx="1561">
                <c:v>-0.37949999999999995</c:v>
              </c:pt>
              <c:pt idx="1562">
                <c:v>-0.37899999999999989</c:v>
              </c:pt>
              <c:pt idx="1563">
                <c:v>-0.37849999999999995</c:v>
              </c:pt>
              <c:pt idx="1564">
                <c:v>-0.37799999999999989</c:v>
              </c:pt>
              <c:pt idx="1565">
                <c:v>-0.37749999999999995</c:v>
              </c:pt>
              <c:pt idx="1566">
                <c:v>-0.37699999999999989</c:v>
              </c:pt>
              <c:pt idx="1567">
                <c:v>-0.37649999999999995</c:v>
              </c:pt>
              <c:pt idx="1568">
                <c:v>-0.37599999999999989</c:v>
              </c:pt>
              <c:pt idx="1569">
                <c:v>-0.37549999999999994</c:v>
              </c:pt>
              <c:pt idx="1570">
                <c:v>-0.37499999999999989</c:v>
              </c:pt>
              <c:pt idx="1571">
                <c:v>-0.37449999999999994</c:v>
              </c:pt>
              <c:pt idx="1572">
                <c:v>-0.37399999999999989</c:v>
              </c:pt>
              <c:pt idx="1573">
                <c:v>-0.37349999999999994</c:v>
              </c:pt>
              <c:pt idx="1574">
                <c:v>-0.37299999999999989</c:v>
              </c:pt>
              <c:pt idx="1575">
                <c:v>-0.37249999999999994</c:v>
              </c:pt>
              <c:pt idx="1576">
                <c:v>-0.37199999999999989</c:v>
              </c:pt>
              <c:pt idx="1577">
                <c:v>-0.37149999999999994</c:v>
              </c:pt>
              <c:pt idx="1578">
                <c:v>-0.37099999999999989</c:v>
              </c:pt>
              <c:pt idx="1579">
                <c:v>-0.37049999999999994</c:v>
              </c:pt>
              <c:pt idx="1580">
                <c:v>-0.36999999999999988</c:v>
              </c:pt>
              <c:pt idx="1581">
                <c:v>-0.36949999999999994</c:v>
              </c:pt>
              <c:pt idx="1582">
                <c:v>-0.36899999999999988</c:v>
              </c:pt>
              <c:pt idx="1583">
                <c:v>-0.36849999999999994</c:v>
              </c:pt>
              <c:pt idx="1584">
                <c:v>-0.36799999999999988</c:v>
              </c:pt>
              <c:pt idx="1585">
                <c:v>-0.36749999999999994</c:v>
              </c:pt>
              <c:pt idx="1586">
                <c:v>-0.36699999999999988</c:v>
              </c:pt>
              <c:pt idx="1587">
                <c:v>-0.36649999999999994</c:v>
              </c:pt>
              <c:pt idx="1588">
                <c:v>-0.36599999999999988</c:v>
              </c:pt>
              <c:pt idx="1589">
                <c:v>-0.36549999999999994</c:v>
              </c:pt>
              <c:pt idx="1590">
                <c:v>-0.36499999999999988</c:v>
              </c:pt>
              <c:pt idx="1591">
                <c:v>-0.36449999999999994</c:v>
              </c:pt>
              <c:pt idx="1592">
                <c:v>-0.36399999999999988</c:v>
              </c:pt>
              <c:pt idx="1593">
                <c:v>-0.36349999999999993</c:v>
              </c:pt>
              <c:pt idx="1594">
                <c:v>-0.36299999999999988</c:v>
              </c:pt>
              <c:pt idx="1595">
                <c:v>-0.36249999999999993</c:v>
              </c:pt>
              <c:pt idx="1596">
                <c:v>-0.36199999999999988</c:v>
              </c:pt>
              <c:pt idx="1597">
                <c:v>-0.36149999999999993</c:v>
              </c:pt>
              <c:pt idx="1598">
                <c:v>-0.36099999999999988</c:v>
              </c:pt>
              <c:pt idx="1599">
                <c:v>-0.36049999999999993</c:v>
              </c:pt>
              <c:pt idx="1600">
                <c:v>-0.35999999999999988</c:v>
              </c:pt>
              <c:pt idx="1601">
                <c:v>-0.35949999999999993</c:v>
              </c:pt>
              <c:pt idx="1602">
                <c:v>-0.35899999999999987</c:v>
              </c:pt>
              <c:pt idx="1603">
                <c:v>-0.35849999999999993</c:v>
              </c:pt>
              <c:pt idx="1604">
                <c:v>-0.35799999999999987</c:v>
              </c:pt>
              <c:pt idx="1605">
                <c:v>-0.35749999999999993</c:v>
              </c:pt>
              <c:pt idx="1606">
                <c:v>-0.35699999999999987</c:v>
              </c:pt>
              <c:pt idx="1607">
                <c:v>-0.35649999999999993</c:v>
              </c:pt>
              <c:pt idx="1608">
                <c:v>-0.35599999999999987</c:v>
              </c:pt>
              <c:pt idx="1609">
                <c:v>-0.35549999999999993</c:v>
              </c:pt>
              <c:pt idx="1610">
                <c:v>-0.35499999999999987</c:v>
              </c:pt>
              <c:pt idx="1611">
                <c:v>-0.35449999999999993</c:v>
              </c:pt>
              <c:pt idx="1612">
                <c:v>-0.35399999999999987</c:v>
              </c:pt>
              <c:pt idx="1613">
                <c:v>-0.35349999999999993</c:v>
              </c:pt>
              <c:pt idx="1614">
                <c:v>-0.35299999999999987</c:v>
              </c:pt>
              <c:pt idx="1615">
                <c:v>-0.35249999999999992</c:v>
              </c:pt>
              <c:pt idx="1616">
                <c:v>-0.35199999999999987</c:v>
              </c:pt>
              <c:pt idx="1617">
                <c:v>-0.35149999999999992</c:v>
              </c:pt>
              <c:pt idx="1618">
                <c:v>-0.35099999999999987</c:v>
              </c:pt>
              <c:pt idx="1619">
                <c:v>-0.35049999999999992</c:v>
              </c:pt>
              <c:pt idx="1620">
                <c:v>-0.34999999999999987</c:v>
              </c:pt>
              <c:pt idx="1621">
                <c:v>-0.34949999999999992</c:v>
              </c:pt>
              <c:pt idx="1622">
                <c:v>-0.34899999999999987</c:v>
              </c:pt>
              <c:pt idx="1623">
                <c:v>-0.34849999999999992</c:v>
              </c:pt>
              <c:pt idx="1624">
                <c:v>-0.34799999999999986</c:v>
              </c:pt>
              <c:pt idx="1625">
                <c:v>-0.34749999999999992</c:v>
              </c:pt>
              <c:pt idx="1626">
                <c:v>-0.34699999999999986</c:v>
              </c:pt>
              <c:pt idx="1627">
                <c:v>-0.34649999999999992</c:v>
              </c:pt>
              <c:pt idx="1628">
                <c:v>-0.34599999999999986</c:v>
              </c:pt>
              <c:pt idx="1629">
                <c:v>-0.34549999999999992</c:v>
              </c:pt>
              <c:pt idx="1630">
                <c:v>-0.34499999999999986</c:v>
              </c:pt>
              <c:pt idx="1631">
                <c:v>-0.34449999999999992</c:v>
              </c:pt>
              <c:pt idx="1632">
                <c:v>-0.34399999999999986</c:v>
              </c:pt>
              <c:pt idx="1633">
                <c:v>-0.34349999999999992</c:v>
              </c:pt>
              <c:pt idx="1634">
                <c:v>-0.34299999999999986</c:v>
              </c:pt>
              <c:pt idx="1635">
                <c:v>-0.34249999999999992</c:v>
              </c:pt>
              <c:pt idx="1636">
                <c:v>-0.34199999999999986</c:v>
              </c:pt>
              <c:pt idx="1637">
                <c:v>-0.34149999999999991</c:v>
              </c:pt>
              <c:pt idx="1638">
                <c:v>-0.34099999999999986</c:v>
              </c:pt>
              <c:pt idx="1639">
                <c:v>-0.34049999999999991</c:v>
              </c:pt>
              <c:pt idx="1640">
                <c:v>-0.33999999999999986</c:v>
              </c:pt>
              <c:pt idx="1641">
                <c:v>-0.33949999999999991</c:v>
              </c:pt>
              <c:pt idx="1642">
                <c:v>-0.33899999999999986</c:v>
              </c:pt>
              <c:pt idx="1643">
                <c:v>-0.33849999999999991</c:v>
              </c:pt>
              <c:pt idx="1644">
                <c:v>-0.33799999999999986</c:v>
              </c:pt>
              <c:pt idx="1645">
                <c:v>-0.33749999999999991</c:v>
              </c:pt>
              <c:pt idx="1646">
                <c:v>-0.33699999999999986</c:v>
              </c:pt>
              <c:pt idx="1647">
                <c:v>-0.33649999999999991</c:v>
              </c:pt>
              <c:pt idx="1648">
                <c:v>-0.33599999999999985</c:v>
              </c:pt>
              <c:pt idx="1649">
                <c:v>-0.33549999999999991</c:v>
              </c:pt>
              <c:pt idx="1650">
                <c:v>-0.33499999999999985</c:v>
              </c:pt>
              <c:pt idx="1651">
                <c:v>-0.33449999999999991</c:v>
              </c:pt>
              <c:pt idx="1652">
                <c:v>-0.33399999999999985</c:v>
              </c:pt>
              <c:pt idx="1653">
                <c:v>-0.33349999999999991</c:v>
              </c:pt>
              <c:pt idx="1654">
                <c:v>-0.33299999999999985</c:v>
              </c:pt>
              <c:pt idx="1655">
                <c:v>-0.33249999999999991</c:v>
              </c:pt>
              <c:pt idx="1656">
                <c:v>-0.33199999999999985</c:v>
              </c:pt>
              <c:pt idx="1657">
                <c:v>-0.33149999999999991</c:v>
              </c:pt>
              <c:pt idx="1658">
                <c:v>-0.33099999999999985</c:v>
              </c:pt>
              <c:pt idx="1659">
                <c:v>-0.3304999999999999</c:v>
              </c:pt>
              <c:pt idx="1660">
                <c:v>-0.32999999999999985</c:v>
              </c:pt>
              <c:pt idx="1661">
                <c:v>-0.3294999999999999</c:v>
              </c:pt>
              <c:pt idx="1662">
                <c:v>-0.32899999999999985</c:v>
              </c:pt>
              <c:pt idx="1663">
                <c:v>-0.3284999999999999</c:v>
              </c:pt>
              <c:pt idx="1664">
                <c:v>-0.32799999999999985</c:v>
              </c:pt>
              <c:pt idx="1665">
                <c:v>-0.3274999999999999</c:v>
              </c:pt>
              <c:pt idx="1666">
                <c:v>-0.32699999999999996</c:v>
              </c:pt>
              <c:pt idx="1667">
                <c:v>-0.3264999999999999</c:v>
              </c:pt>
              <c:pt idx="1668">
                <c:v>-0.32599999999999996</c:v>
              </c:pt>
              <c:pt idx="1669">
                <c:v>-0.3254999999999999</c:v>
              </c:pt>
              <c:pt idx="1670">
                <c:v>-0.32499999999999996</c:v>
              </c:pt>
              <c:pt idx="1671">
                <c:v>-0.3244999999999999</c:v>
              </c:pt>
              <c:pt idx="1672">
                <c:v>-0.32399999999999995</c:v>
              </c:pt>
              <c:pt idx="1673">
                <c:v>-0.3234999999999999</c:v>
              </c:pt>
              <c:pt idx="1674">
                <c:v>-0.32299999999999995</c:v>
              </c:pt>
              <c:pt idx="1675">
                <c:v>-0.3224999999999999</c:v>
              </c:pt>
              <c:pt idx="1676">
                <c:v>-0.32199999999999995</c:v>
              </c:pt>
              <c:pt idx="1677">
                <c:v>-0.3214999999999999</c:v>
              </c:pt>
              <c:pt idx="1678">
                <c:v>-0.32099999999999995</c:v>
              </c:pt>
              <c:pt idx="1679">
                <c:v>-0.3204999999999999</c:v>
              </c:pt>
              <c:pt idx="1680">
                <c:v>-0.31999999999999995</c:v>
              </c:pt>
              <c:pt idx="1681">
                <c:v>-0.3194999999999999</c:v>
              </c:pt>
              <c:pt idx="1682">
                <c:v>-0.31899999999999995</c:v>
              </c:pt>
              <c:pt idx="1683">
                <c:v>-0.31849999999999989</c:v>
              </c:pt>
              <c:pt idx="1684">
                <c:v>-0.31799999999999995</c:v>
              </c:pt>
              <c:pt idx="1685">
                <c:v>-0.31749999999999989</c:v>
              </c:pt>
              <c:pt idx="1686">
                <c:v>-0.31699999999999995</c:v>
              </c:pt>
              <c:pt idx="1687">
                <c:v>-0.31649999999999989</c:v>
              </c:pt>
              <c:pt idx="1688">
                <c:v>-0.31599999999999995</c:v>
              </c:pt>
              <c:pt idx="1689">
                <c:v>-0.31549999999999989</c:v>
              </c:pt>
              <c:pt idx="1690">
                <c:v>-0.31499999999999995</c:v>
              </c:pt>
              <c:pt idx="1691">
                <c:v>-0.31449999999999989</c:v>
              </c:pt>
              <c:pt idx="1692">
                <c:v>-0.31399999999999995</c:v>
              </c:pt>
              <c:pt idx="1693">
                <c:v>-0.31349999999999989</c:v>
              </c:pt>
              <c:pt idx="1694">
                <c:v>-0.31299999999999994</c:v>
              </c:pt>
              <c:pt idx="1695">
                <c:v>-0.31249999999999989</c:v>
              </c:pt>
              <c:pt idx="1696">
                <c:v>-0.31199999999999994</c:v>
              </c:pt>
              <c:pt idx="1697">
                <c:v>-0.31149999999999989</c:v>
              </c:pt>
              <c:pt idx="1698">
                <c:v>-0.31099999999999994</c:v>
              </c:pt>
              <c:pt idx="1699">
                <c:v>-0.31049999999999989</c:v>
              </c:pt>
              <c:pt idx="1700">
                <c:v>-0.30999999999999994</c:v>
              </c:pt>
              <c:pt idx="1701">
                <c:v>-0.30949999999999989</c:v>
              </c:pt>
              <c:pt idx="1702">
                <c:v>-0.30899999999999994</c:v>
              </c:pt>
              <c:pt idx="1703">
                <c:v>-0.30849999999999989</c:v>
              </c:pt>
              <c:pt idx="1704">
                <c:v>-0.30799999999999994</c:v>
              </c:pt>
              <c:pt idx="1705">
                <c:v>-0.30749999999999988</c:v>
              </c:pt>
              <c:pt idx="1706">
                <c:v>-0.30699999999999994</c:v>
              </c:pt>
              <c:pt idx="1707">
                <c:v>-0.30649999999999988</c:v>
              </c:pt>
              <c:pt idx="1708">
                <c:v>-0.30599999999999994</c:v>
              </c:pt>
              <c:pt idx="1709">
                <c:v>-0.30549999999999988</c:v>
              </c:pt>
              <c:pt idx="1710">
                <c:v>-0.30499999999999994</c:v>
              </c:pt>
              <c:pt idx="1711">
                <c:v>-0.30449999999999988</c:v>
              </c:pt>
              <c:pt idx="1712">
                <c:v>-0.30399999999999994</c:v>
              </c:pt>
              <c:pt idx="1713">
                <c:v>-0.30349999999999988</c:v>
              </c:pt>
              <c:pt idx="1714">
                <c:v>-0.30299999999999994</c:v>
              </c:pt>
              <c:pt idx="1715">
                <c:v>-0.30249999999999988</c:v>
              </c:pt>
              <c:pt idx="1716">
                <c:v>-0.30199999999999994</c:v>
              </c:pt>
              <c:pt idx="1717">
                <c:v>-0.30149999999999988</c:v>
              </c:pt>
              <c:pt idx="1718">
                <c:v>-0.30099999999999993</c:v>
              </c:pt>
              <c:pt idx="1719">
                <c:v>-0.30049999999999988</c:v>
              </c:pt>
              <c:pt idx="1720">
                <c:v>-0.29999999999999993</c:v>
              </c:pt>
              <c:pt idx="1721">
                <c:v>-0.29949999999999988</c:v>
              </c:pt>
              <c:pt idx="1722">
                <c:v>-0.29899999999999993</c:v>
              </c:pt>
              <c:pt idx="1723">
                <c:v>-0.29849999999999988</c:v>
              </c:pt>
              <c:pt idx="1724">
                <c:v>-0.29799999999999993</c:v>
              </c:pt>
              <c:pt idx="1725">
                <c:v>-0.29749999999999988</c:v>
              </c:pt>
              <c:pt idx="1726">
                <c:v>-0.29699999999999993</c:v>
              </c:pt>
              <c:pt idx="1727">
                <c:v>-0.29649999999999987</c:v>
              </c:pt>
              <c:pt idx="1728">
                <c:v>-0.29599999999999993</c:v>
              </c:pt>
              <c:pt idx="1729">
                <c:v>-0.29549999999999987</c:v>
              </c:pt>
              <c:pt idx="1730">
                <c:v>-0.29499999999999993</c:v>
              </c:pt>
              <c:pt idx="1731">
                <c:v>-0.29449999999999987</c:v>
              </c:pt>
              <c:pt idx="1732">
                <c:v>-0.29399999999999993</c:v>
              </c:pt>
              <c:pt idx="1733">
                <c:v>-0.29349999999999987</c:v>
              </c:pt>
              <c:pt idx="1734">
                <c:v>-0.29299999999999993</c:v>
              </c:pt>
              <c:pt idx="1735">
                <c:v>-0.29249999999999987</c:v>
              </c:pt>
              <c:pt idx="1736">
                <c:v>-0.29199999999999993</c:v>
              </c:pt>
              <c:pt idx="1737">
                <c:v>-0.29149999999999987</c:v>
              </c:pt>
              <c:pt idx="1738">
                <c:v>-0.29099999999999993</c:v>
              </c:pt>
              <c:pt idx="1739">
                <c:v>-0.29049999999999987</c:v>
              </c:pt>
              <c:pt idx="1740">
                <c:v>-0.28999999999999992</c:v>
              </c:pt>
              <c:pt idx="1741">
                <c:v>-0.28949999999999987</c:v>
              </c:pt>
              <c:pt idx="1742">
                <c:v>-0.28899999999999992</c:v>
              </c:pt>
              <c:pt idx="1743">
                <c:v>-0.28849999999999987</c:v>
              </c:pt>
              <c:pt idx="1744">
                <c:v>-0.28799999999999992</c:v>
              </c:pt>
              <c:pt idx="1745">
                <c:v>-0.28749999999999987</c:v>
              </c:pt>
              <c:pt idx="1746">
                <c:v>-0.28699999999999992</c:v>
              </c:pt>
              <c:pt idx="1747">
                <c:v>-0.28649999999999987</c:v>
              </c:pt>
              <c:pt idx="1748">
                <c:v>-0.28599999999999992</c:v>
              </c:pt>
              <c:pt idx="1749">
                <c:v>-0.28549999999999986</c:v>
              </c:pt>
              <c:pt idx="1750">
                <c:v>-0.28499999999999992</c:v>
              </c:pt>
              <c:pt idx="1751">
                <c:v>-0.28449999999999986</c:v>
              </c:pt>
              <c:pt idx="1752">
                <c:v>-0.28399999999999992</c:v>
              </c:pt>
              <c:pt idx="1753">
                <c:v>-0.28349999999999986</c:v>
              </c:pt>
              <c:pt idx="1754">
                <c:v>-0.28299999999999992</c:v>
              </c:pt>
              <c:pt idx="1755">
                <c:v>-0.28249999999999986</c:v>
              </c:pt>
              <c:pt idx="1756">
                <c:v>-0.28199999999999992</c:v>
              </c:pt>
              <c:pt idx="1757">
                <c:v>-0.28149999999999986</c:v>
              </c:pt>
              <c:pt idx="1758">
                <c:v>-0.28099999999999992</c:v>
              </c:pt>
              <c:pt idx="1759">
                <c:v>-0.28049999999999986</c:v>
              </c:pt>
              <c:pt idx="1760">
                <c:v>-0.27999999999999992</c:v>
              </c:pt>
              <c:pt idx="1761">
                <c:v>-0.27949999999999986</c:v>
              </c:pt>
              <c:pt idx="1762">
                <c:v>-0.27899999999999991</c:v>
              </c:pt>
              <c:pt idx="1763">
                <c:v>-0.27849999999999986</c:v>
              </c:pt>
              <c:pt idx="1764">
                <c:v>-0.27799999999999991</c:v>
              </c:pt>
              <c:pt idx="1765">
                <c:v>-0.27749999999999986</c:v>
              </c:pt>
              <c:pt idx="1766">
                <c:v>-0.27699999999999991</c:v>
              </c:pt>
              <c:pt idx="1767">
                <c:v>-0.27649999999999986</c:v>
              </c:pt>
              <c:pt idx="1768">
                <c:v>-0.27599999999999991</c:v>
              </c:pt>
              <c:pt idx="1769">
                <c:v>-0.27549999999999986</c:v>
              </c:pt>
              <c:pt idx="1770">
                <c:v>-0.27499999999999991</c:v>
              </c:pt>
              <c:pt idx="1771">
                <c:v>-0.27449999999999986</c:v>
              </c:pt>
              <c:pt idx="1772">
                <c:v>-0.27399999999999991</c:v>
              </c:pt>
              <c:pt idx="1773">
                <c:v>-0.27349999999999985</c:v>
              </c:pt>
              <c:pt idx="1774">
                <c:v>-0.27299999999999991</c:v>
              </c:pt>
              <c:pt idx="1775">
                <c:v>-0.27249999999999985</c:v>
              </c:pt>
              <c:pt idx="1776">
                <c:v>-0.27199999999999991</c:v>
              </c:pt>
              <c:pt idx="1777">
                <c:v>-0.27149999999999985</c:v>
              </c:pt>
              <c:pt idx="1778">
                <c:v>-0.27099999999999991</c:v>
              </c:pt>
              <c:pt idx="1779">
                <c:v>-0.27049999999999985</c:v>
              </c:pt>
              <c:pt idx="1780">
                <c:v>-0.26999999999999991</c:v>
              </c:pt>
              <c:pt idx="1781">
                <c:v>-0.26949999999999985</c:v>
              </c:pt>
              <c:pt idx="1782">
                <c:v>-0.26899999999999991</c:v>
              </c:pt>
              <c:pt idx="1783">
                <c:v>-0.26849999999999985</c:v>
              </c:pt>
              <c:pt idx="1784">
                <c:v>-0.2679999999999999</c:v>
              </c:pt>
              <c:pt idx="1785">
                <c:v>-0.26749999999999985</c:v>
              </c:pt>
              <c:pt idx="1786">
                <c:v>-0.2669999999999999</c:v>
              </c:pt>
              <c:pt idx="1787">
                <c:v>-0.26649999999999985</c:v>
              </c:pt>
              <c:pt idx="1788">
                <c:v>-0.2659999999999999</c:v>
              </c:pt>
              <c:pt idx="1789">
                <c:v>-0.26549999999999985</c:v>
              </c:pt>
              <c:pt idx="1790">
                <c:v>-0.2649999999999999</c:v>
              </c:pt>
              <c:pt idx="1791">
                <c:v>-0.26449999999999985</c:v>
              </c:pt>
              <c:pt idx="1792">
                <c:v>-0.2639999999999999</c:v>
              </c:pt>
              <c:pt idx="1793">
                <c:v>-0.26349999999999996</c:v>
              </c:pt>
              <c:pt idx="1794">
                <c:v>-0.2629999999999999</c:v>
              </c:pt>
              <c:pt idx="1795">
                <c:v>-0.26249999999999996</c:v>
              </c:pt>
              <c:pt idx="1796">
                <c:v>-0.2619999999999999</c:v>
              </c:pt>
              <c:pt idx="1797">
                <c:v>-0.26149999999999995</c:v>
              </c:pt>
              <c:pt idx="1798">
                <c:v>-0.2609999999999999</c:v>
              </c:pt>
              <c:pt idx="1799">
                <c:v>-0.26049999999999995</c:v>
              </c:pt>
              <c:pt idx="1800">
                <c:v>-0.2599999999999999</c:v>
              </c:pt>
              <c:pt idx="1801">
                <c:v>-0.25949999999999995</c:v>
              </c:pt>
              <c:pt idx="1802">
                <c:v>-0.2589999999999999</c:v>
              </c:pt>
              <c:pt idx="1803">
                <c:v>-0.25849999999999995</c:v>
              </c:pt>
              <c:pt idx="1804">
                <c:v>-0.2579999999999999</c:v>
              </c:pt>
              <c:pt idx="1805">
                <c:v>-0.25749999999999995</c:v>
              </c:pt>
              <c:pt idx="1806">
                <c:v>-0.2569999999999999</c:v>
              </c:pt>
              <c:pt idx="1807">
                <c:v>-0.25649999999999995</c:v>
              </c:pt>
              <c:pt idx="1808">
                <c:v>-0.25599999999999989</c:v>
              </c:pt>
              <c:pt idx="1809">
                <c:v>-0.25549999999999995</c:v>
              </c:pt>
              <c:pt idx="1810">
                <c:v>-0.25499999999999989</c:v>
              </c:pt>
              <c:pt idx="1811">
                <c:v>-0.25449999999999995</c:v>
              </c:pt>
              <c:pt idx="1812">
                <c:v>-0.25399999999999989</c:v>
              </c:pt>
              <c:pt idx="1813">
                <c:v>-0.25349999999999995</c:v>
              </c:pt>
              <c:pt idx="1814">
                <c:v>-0.25299999999999989</c:v>
              </c:pt>
              <c:pt idx="1815">
                <c:v>-0.25249999999999995</c:v>
              </c:pt>
              <c:pt idx="1816">
                <c:v>-0.25199999999999989</c:v>
              </c:pt>
              <c:pt idx="1817">
                <c:v>-0.25149999999999995</c:v>
              </c:pt>
              <c:pt idx="1818">
                <c:v>-0.25099999999999989</c:v>
              </c:pt>
              <c:pt idx="1819">
                <c:v>-0.25049999999999994</c:v>
              </c:pt>
              <c:pt idx="1820">
                <c:v>-0.24999999999999989</c:v>
              </c:pt>
              <c:pt idx="1821">
                <c:v>-0.24949999999999994</c:v>
              </c:pt>
              <c:pt idx="1822">
                <c:v>-0.24899999999999989</c:v>
              </c:pt>
              <c:pt idx="1823">
                <c:v>-0.24849999999999994</c:v>
              </c:pt>
              <c:pt idx="1824">
                <c:v>-0.24799999999999989</c:v>
              </c:pt>
              <c:pt idx="1825">
                <c:v>-0.24749999999999994</c:v>
              </c:pt>
              <c:pt idx="1826">
                <c:v>-0.24699999999999989</c:v>
              </c:pt>
              <c:pt idx="1827">
                <c:v>-0.24649999999999994</c:v>
              </c:pt>
              <c:pt idx="1828">
                <c:v>-0.24599999999999989</c:v>
              </c:pt>
              <c:pt idx="1829">
                <c:v>-0.24549999999999994</c:v>
              </c:pt>
              <c:pt idx="1830">
                <c:v>-0.24499999999999988</c:v>
              </c:pt>
              <c:pt idx="1831">
                <c:v>-0.24449999999999994</c:v>
              </c:pt>
              <c:pt idx="1832">
                <c:v>-0.24399999999999988</c:v>
              </c:pt>
              <c:pt idx="1833">
                <c:v>-0.24349999999999994</c:v>
              </c:pt>
              <c:pt idx="1834">
                <c:v>-0.24299999999999988</c:v>
              </c:pt>
              <c:pt idx="1835">
                <c:v>-0.24249999999999994</c:v>
              </c:pt>
              <c:pt idx="1836">
                <c:v>-0.24199999999999988</c:v>
              </c:pt>
              <c:pt idx="1837">
                <c:v>-0.24149999999999994</c:v>
              </c:pt>
              <c:pt idx="1838">
                <c:v>-0.24099999999999988</c:v>
              </c:pt>
              <c:pt idx="1839">
                <c:v>-0.24049999999999994</c:v>
              </c:pt>
              <c:pt idx="1840">
                <c:v>-0.23999999999999988</c:v>
              </c:pt>
              <c:pt idx="1841">
                <c:v>-0.23949999999999994</c:v>
              </c:pt>
              <c:pt idx="1842">
                <c:v>-0.23899999999999988</c:v>
              </c:pt>
              <c:pt idx="1843">
                <c:v>-0.23849999999999993</c:v>
              </c:pt>
              <c:pt idx="1844">
                <c:v>-0.23799999999999988</c:v>
              </c:pt>
              <c:pt idx="1845">
                <c:v>-0.23749999999999993</c:v>
              </c:pt>
              <c:pt idx="1846">
                <c:v>-0.23699999999999988</c:v>
              </c:pt>
              <c:pt idx="1847">
                <c:v>-0.23649999999999993</c:v>
              </c:pt>
              <c:pt idx="1848">
                <c:v>-0.23599999999999988</c:v>
              </c:pt>
              <c:pt idx="1849">
                <c:v>-0.23549999999999993</c:v>
              </c:pt>
              <c:pt idx="1850">
                <c:v>-0.23499999999999988</c:v>
              </c:pt>
              <c:pt idx="1851">
                <c:v>-0.23449999999999993</c:v>
              </c:pt>
              <c:pt idx="1852">
                <c:v>-0.23399999999999987</c:v>
              </c:pt>
              <c:pt idx="1853">
                <c:v>-0.23349999999999993</c:v>
              </c:pt>
              <c:pt idx="1854">
                <c:v>-0.23299999999999987</c:v>
              </c:pt>
              <c:pt idx="1855">
                <c:v>-0.23249999999999993</c:v>
              </c:pt>
              <c:pt idx="1856">
                <c:v>-0.23199999999999987</c:v>
              </c:pt>
              <c:pt idx="1857">
                <c:v>-0.23149999999999993</c:v>
              </c:pt>
              <c:pt idx="1858">
                <c:v>-0.23099999999999987</c:v>
              </c:pt>
              <c:pt idx="1859">
                <c:v>-0.23049999999999993</c:v>
              </c:pt>
              <c:pt idx="1860">
                <c:v>-0.22999999999999987</c:v>
              </c:pt>
              <c:pt idx="1861">
                <c:v>-0.22949999999999993</c:v>
              </c:pt>
              <c:pt idx="1862">
                <c:v>-0.22899999999999987</c:v>
              </c:pt>
              <c:pt idx="1863">
                <c:v>-0.22849999999999993</c:v>
              </c:pt>
              <c:pt idx="1864">
                <c:v>-0.22799999999999987</c:v>
              </c:pt>
              <c:pt idx="1865">
                <c:v>-0.22749999999999992</c:v>
              </c:pt>
              <c:pt idx="1866">
                <c:v>-0.22699999999999987</c:v>
              </c:pt>
              <c:pt idx="1867">
                <c:v>-0.22649999999999992</c:v>
              </c:pt>
              <c:pt idx="1868">
                <c:v>-0.22599999999999987</c:v>
              </c:pt>
              <c:pt idx="1869">
                <c:v>-0.22549999999999992</c:v>
              </c:pt>
              <c:pt idx="1870">
                <c:v>-0.22499999999999987</c:v>
              </c:pt>
              <c:pt idx="1871">
                <c:v>-0.22449999999999992</c:v>
              </c:pt>
              <c:pt idx="1872">
                <c:v>-0.22399999999999987</c:v>
              </c:pt>
              <c:pt idx="1873">
                <c:v>-0.22349999999999992</c:v>
              </c:pt>
              <c:pt idx="1874">
                <c:v>-0.22299999999999986</c:v>
              </c:pt>
              <c:pt idx="1875">
                <c:v>-0.22249999999999992</c:v>
              </c:pt>
              <c:pt idx="1876">
                <c:v>-0.22199999999999986</c:v>
              </c:pt>
              <c:pt idx="1877">
                <c:v>-0.22149999999999992</c:v>
              </c:pt>
              <c:pt idx="1878">
                <c:v>-0.22099999999999986</c:v>
              </c:pt>
              <c:pt idx="1879">
                <c:v>-0.22049999999999992</c:v>
              </c:pt>
              <c:pt idx="1880">
                <c:v>-0.21999999999999986</c:v>
              </c:pt>
              <c:pt idx="1881">
                <c:v>-0.21949999999999992</c:v>
              </c:pt>
              <c:pt idx="1882">
                <c:v>-0.21899999999999986</c:v>
              </c:pt>
              <c:pt idx="1883">
                <c:v>-0.21849999999999992</c:v>
              </c:pt>
              <c:pt idx="1884">
                <c:v>-0.21799999999999986</c:v>
              </c:pt>
              <c:pt idx="1885">
                <c:v>-0.21749999999999992</c:v>
              </c:pt>
              <c:pt idx="1886">
                <c:v>-0.21699999999999986</c:v>
              </c:pt>
              <c:pt idx="1887">
                <c:v>-0.21649999999999991</c:v>
              </c:pt>
              <c:pt idx="1888">
                <c:v>-0.21599999999999986</c:v>
              </c:pt>
              <c:pt idx="1889">
                <c:v>-0.21549999999999991</c:v>
              </c:pt>
              <c:pt idx="1890">
                <c:v>-0.21499999999999986</c:v>
              </c:pt>
              <c:pt idx="1891">
                <c:v>-0.21449999999999991</c:v>
              </c:pt>
              <c:pt idx="1892">
                <c:v>-0.21399999999999986</c:v>
              </c:pt>
              <c:pt idx="1893">
                <c:v>-0.21349999999999991</c:v>
              </c:pt>
              <c:pt idx="1894">
                <c:v>-0.21299999999999986</c:v>
              </c:pt>
              <c:pt idx="1895">
                <c:v>-0.21249999999999991</c:v>
              </c:pt>
              <c:pt idx="1896">
                <c:v>-0.21199999999999986</c:v>
              </c:pt>
              <c:pt idx="1897">
                <c:v>-0.21149999999999991</c:v>
              </c:pt>
              <c:pt idx="1898">
                <c:v>-0.21099999999999985</c:v>
              </c:pt>
              <c:pt idx="1899">
                <c:v>-0.21049999999999991</c:v>
              </c:pt>
              <c:pt idx="1900">
                <c:v>-0.20999999999999985</c:v>
              </c:pt>
              <c:pt idx="1901">
                <c:v>-0.20949999999999991</c:v>
              </c:pt>
              <c:pt idx="1902">
                <c:v>-0.20899999999999985</c:v>
              </c:pt>
              <c:pt idx="1903">
                <c:v>-0.20849999999999991</c:v>
              </c:pt>
              <c:pt idx="1904">
                <c:v>-0.20799999999999985</c:v>
              </c:pt>
              <c:pt idx="1905">
                <c:v>-0.20749999999999991</c:v>
              </c:pt>
              <c:pt idx="1906">
                <c:v>-0.20699999999999985</c:v>
              </c:pt>
              <c:pt idx="1907">
                <c:v>-0.20649999999999991</c:v>
              </c:pt>
              <c:pt idx="1908">
                <c:v>-0.20599999999999985</c:v>
              </c:pt>
              <c:pt idx="1909">
                <c:v>-0.2054999999999999</c:v>
              </c:pt>
              <c:pt idx="1910">
                <c:v>-0.20499999999999985</c:v>
              </c:pt>
              <c:pt idx="1911">
                <c:v>-0.2044999999999999</c:v>
              </c:pt>
              <c:pt idx="1912">
                <c:v>-0.20399999999999985</c:v>
              </c:pt>
              <c:pt idx="1913">
                <c:v>-0.2034999999999999</c:v>
              </c:pt>
              <c:pt idx="1914">
                <c:v>-0.20299999999999985</c:v>
              </c:pt>
              <c:pt idx="1915">
                <c:v>-0.2024999999999999</c:v>
              </c:pt>
              <c:pt idx="1916">
                <c:v>-0.20199999999999985</c:v>
              </c:pt>
              <c:pt idx="1917">
                <c:v>-0.2014999999999999</c:v>
              </c:pt>
              <c:pt idx="1918">
                <c:v>-0.20099999999999985</c:v>
              </c:pt>
              <c:pt idx="1919">
                <c:v>-0.2004999999999999</c:v>
              </c:pt>
              <c:pt idx="1920">
                <c:v>-0.19999999999999996</c:v>
              </c:pt>
              <c:pt idx="1921">
                <c:v>-0.1994999999999999</c:v>
              </c:pt>
              <c:pt idx="1922">
                <c:v>-0.19899999999999995</c:v>
              </c:pt>
              <c:pt idx="1923">
                <c:v>-0.1984999999999999</c:v>
              </c:pt>
              <c:pt idx="1924">
                <c:v>-0.19799999999999995</c:v>
              </c:pt>
              <c:pt idx="1925">
                <c:v>-0.1974999999999999</c:v>
              </c:pt>
              <c:pt idx="1926">
                <c:v>-0.19699999999999995</c:v>
              </c:pt>
              <c:pt idx="1927">
                <c:v>-0.1964999999999999</c:v>
              </c:pt>
              <c:pt idx="1928">
                <c:v>-0.19599999999999995</c:v>
              </c:pt>
              <c:pt idx="1929">
                <c:v>-0.1954999999999999</c:v>
              </c:pt>
              <c:pt idx="1930">
                <c:v>-0.19499999999999995</c:v>
              </c:pt>
              <c:pt idx="1931">
                <c:v>-0.1944999999999999</c:v>
              </c:pt>
              <c:pt idx="1932">
                <c:v>-0.19399999999999995</c:v>
              </c:pt>
              <c:pt idx="1933">
                <c:v>-0.19349999999999989</c:v>
              </c:pt>
              <c:pt idx="1934">
                <c:v>-0.19299999999999995</c:v>
              </c:pt>
              <c:pt idx="1935">
                <c:v>-0.19249999999999989</c:v>
              </c:pt>
              <c:pt idx="1936">
                <c:v>-0.19199999999999995</c:v>
              </c:pt>
              <c:pt idx="1937">
                <c:v>-0.19149999999999989</c:v>
              </c:pt>
              <c:pt idx="1938">
                <c:v>-0.19099999999999995</c:v>
              </c:pt>
              <c:pt idx="1939">
                <c:v>-0.19049999999999989</c:v>
              </c:pt>
              <c:pt idx="1940">
                <c:v>-0.18999999999999995</c:v>
              </c:pt>
              <c:pt idx="1941">
                <c:v>-0.18949999999999989</c:v>
              </c:pt>
              <c:pt idx="1942">
                <c:v>-0.18899999999999995</c:v>
              </c:pt>
              <c:pt idx="1943">
                <c:v>-0.18849999999999989</c:v>
              </c:pt>
              <c:pt idx="1944">
                <c:v>-0.18799999999999994</c:v>
              </c:pt>
              <c:pt idx="1945">
                <c:v>-0.18749999999999989</c:v>
              </c:pt>
              <c:pt idx="1946">
                <c:v>-0.18699999999999994</c:v>
              </c:pt>
              <c:pt idx="1947">
                <c:v>-0.18649999999999989</c:v>
              </c:pt>
              <c:pt idx="1948">
                <c:v>-0.18599999999999994</c:v>
              </c:pt>
              <c:pt idx="1949">
                <c:v>-0.18549999999999989</c:v>
              </c:pt>
              <c:pt idx="1950">
                <c:v>-0.18499999999999994</c:v>
              </c:pt>
              <c:pt idx="1951">
                <c:v>-0.18449999999999989</c:v>
              </c:pt>
              <c:pt idx="1952">
                <c:v>-0.18399999999999994</c:v>
              </c:pt>
              <c:pt idx="1953">
                <c:v>-0.18349999999999989</c:v>
              </c:pt>
              <c:pt idx="1954">
                <c:v>-0.18299999999999994</c:v>
              </c:pt>
              <c:pt idx="1955">
                <c:v>-0.18249999999999988</c:v>
              </c:pt>
              <c:pt idx="1956">
                <c:v>-0.18199999999999994</c:v>
              </c:pt>
              <c:pt idx="1957">
                <c:v>-0.18149999999999988</c:v>
              </c:pt>
              <c:pt idx="1958">
                <c:v>-0.18099999999999994</c:v>
              </c:pt>
              <c:pt idx="1959">
                <c:v>-0.18049999999999988</c:v>
              </c:pt>
              <c:pt idx="1960">
                <c:v>-0.17999999999999994</c:v>
              </c:pt>
              <c:pt idx="1961">
                <c:v>-0.17949999999999988</c:v>
              </c:pt>
              <c:pt idx="1962">
                <c:v>-0.17899999999999994</c:v>
              </c:pt>
              <c:pt idx="1963">
                <c:v>-0.17849999999999988</c:v>
              </c:pt>
              <c:pt idx="1964">
                <c:v>-0.17799999999999994</c:v>
              </c:pt>
              <c:pt idx="1965">
                <c:v>-0.17749999999999988</c:v>
              </c:pt>
              <c:pt idx="1966">
                <c:v>-0.17699999999999994</c:v>
              </c:pt>
              <c:pt idx="1967">
                <c:v>-0.17649999999999988</c:v>
              </c:pt>
              <c:pt idx="1968">
                <c:v>-0.17599999999999993</c:v>
              </c:pt>
              <c:pt idx="1969">
                <c:v>-0.17549999999999988</c:v>
              </c:pt>
              <c:pt idx="1970">
                <c:v>-0.17499999999999993</c:v>
              </c:pt>
              <c:pt idx="1971">
                <c:v>-0.17449999999999988</c:v>
              </c:pt>
              <c:pt idx="1972">
                <c:v>-0.17399999999999993</c:v>
              </c:pt>
              <c:pt idx="1973">
                <c:v>-0.17349999999999988</c:v>
              </c:pt>
              <c:pt idx="1974">
                <c:v>-0.17299999999999993</c:v>
              </c:pt>
              <c:pt idx="1975">
                <c:v>-0.17249999999999988</c:v>
              </c:pt>
              <c:pt idx="1976">
                <c:v>-0.17199999999999993</c:v>
              </c:pt>
              <c:pt idx="1977">
                <c:v>-0.17149999999999987</c:v>
              </c:pt>
              <c:pt idx="1978">
                <c:v>-0.17099999999999993</c:v>
              </c:pt>
              <c:pt idx="1979">
                <c:v>-0.17049999999999987</c:v>
              </c:pt>
              <c:pt idx="1980">
                <c:v>-0.16999999999999993</c:v>
              </c:pt>
              <c:pt idx="1981">
                <c:v>-0.16949999999999987</c:v>
              </c:pt>
              <c:pt idx="1982">
                <c:v>-0.16899999999999993</c:v>
              </c:pt>
              <c:pt idx="1983">
                <c:v>-0.16849999999999987</c:v>
              </c:pt>
              <c:pt idx="1984">
                <c:v>-0.16799999999999993</c:v>
              </c:pt>
              <c:pt idx="1985">
                <c:v>-0.16749999999999987</c:v>
              </c:pt>
              <c:pt idx="1986">
                <c:v>-0.16699999999999993</c:v>
              </c:pt>
              <c:pt idx="1987">
                <c:v>-0.16649999999999987</c:v>
              </c:pt>
              <c:pt idx="1988">
                <c:v>-0.16599999999999993</c:v>
              </c:pt>
              <c:pt idx="1989">
                <c:v>-0.16549999999999987</c:v>
              </c:pt>
              <c:pt idx="1990">
                <c:v>-0.16499999999999992</c:v>
              </c:pt>
              <c:pt idx="1991">
                <c:v>-0.16449999999999987</c:v>
              </c:pt>
              <c:pt idx="1992">
                <c:v>-0.16399999999999992</c:v>
              </c:pt>
              <c:pt idx="1993">
                <c:v>-0.16349999999999987</c:v>
              </c:pt>
              <c:pt idx="1994">
                <c:v>-0.16299999999999992</c:v>
              </c:pt>
              <c:pt idx="1995">
                <c:v>-0.16249999999999987</c:v>
              </c:pt>
              <c:pt idx="1996">
                <c:v>-0.16199999999999992</c:v>
              </c:pt>
              <c:pt idx="1997">
                <c:v>-0.16149999999999987</c:v>
              </c:pt>
              <c:pt idx="1998">
                <c:v>-0.16099999999999992</c:v>
              </c:pt>
              <c:pt idx="1999">
                <c:v>-0.16049999999999986</c:v>
              </c:pt>
              <c:pt idx="2000">
                <c:v>-0.15999999999999992</c:v>
              </c:pt>
              <c:pt idx="2001">
                <c:v>-0.15949999999999998</c:v>
              </c:pt>
              <c:pt idx="2002">
                <c:v>-0.15899999999999981</c:v>
              </c:pt>
              <c:pt idx="2003">
                <c:v>-0.15849999999999986</c:v>
              </c:pt>
              <c:pt idx="2004">
                <c:v>-0.15799999999999992</c:v>
              </c:pt>
              <c:pt idx="2005">
                <c:v>-0.15749999999999997</c:v>
              </c:pt>
              <c:pt idx="2006">
                <c:v>-0.15699999999999981</c:v>
              </c:pt>
              <c:pt idx="2007">
                <c:v>-0.15649999999999986</c:v>
              </c:pt>
              <c:pt idx="2008">
                <c:v>-0.15599999999999992</c:v>
              </c:pt>
              <c:pt idx="2009">
                <c:v>-0.15549999999999997</c:v>
              </c:pt>
              <c:pt idx="2010">
                <c:v>-0.1549999999999998</c:v>
              </c:pt>
              <c:pt idx="2011">
                <c:v>-0.15449999999999986</c:v>
              </c:pt>
              <c:pt idx="2012">
                <c:v>-0.15399999999999991</c:v>
              </c:pt>
              <c:pt idx="2013">
                <c:v>-0.15349999999999997</c:v>
              </c:pt>
              <c:pt idx="2014">
                <c:v>-0.1529999999999998</c:v>
              </c:pt>
              <c:pt idx="2015">
                <c:v>-0.15249999999999986</c:v>
              </c:pt>
              <c:pt idx="2016">
                <c:v>-0.15199999999999991</c:v>
              </c:pt>
              <c:pt idx="2017">
                <c:v>-0.15149999999999997</c:v>
              </c:pt>
              <c:pt idx="2018">
                <c:v>-0.1509999999999998</c:v>
              </c:pt>
              <c:pt idx="2019">
                <c:v>-0.15049999999999986</c:v>
              </c:pt>
              <c:pt idx="2020">
                <c:v>-0.14999999999999991</c:v>
              </c:pt>
              <c:pt idx="2021">
                <c:v>-0.14949999999999997</c:v>
              </c:pt>
              <c:pt idx="2022">
                <c:v>-0.1489999999999998</c:v>
              </c:pt>
              <c:pt idx="2023">
                <c:v>-0.14849999999999985</c:v>
              </c:pt>
              <c:pt idx="2024">
                <c:v>-0.14799999999999991</c:v>
              </c:pt>
              <c:pt idx="2025">
                <c:v>-0.14749999999999996</c:v>
              </c:pt>
              <c:pt idx="2026">
                <c:v>-0.1469999999999998</c:v>
              </c:pt>
              <c:pt idx="2027">
                <c:v>-0.14649999999999985</c:v>
              </c:pt>
              <c:pt idx="2028">
                <c:v>-0.14599999999999991</c:v>
              </c:pt>
              <c:pt idx="2029">
                <c:v>-0.14549999999999996</c:v>
              </c:pt>
              <c:pt idx="2030">
                <c:v>-0.1449999999999998</c:v>
              </c:pt>
              <c:pt idx="2031">
                <c:v>-0.14449999999999985</c:v>
              </c:pt>
              <c:pt idx="2032">
                <c:v>-0.14399999999999991</c:v>
              </c:pt>
              <c:pt idx="2033">
                <c:v>-0.14349999999999996</c:v>
              </c:pt>
              <c:pt idx="2034">
                <c:v>-0.14299999999999979</c:v>
              </c:pt>
              <c:pt idx="2035">
                <c:v>-0.14249999999999985</c:v>
              </c:pt>
              <c:pt idx="2036">
                <c:v>-0.1419999999999999</c:v>
              </c:pt>
              <c:pt idx="2037">
                <c:v>-0.14149999999999996</c:v>
              </c:pt>
              <c:pt idx="2038">
                <c:v>-0.14099999999999979</c:v>
              </c:pt>
              <c:pt idx="2039">
                <c:v>-0.14049999999999985</c:v>
              </c:pt>
              <c:pt idx="2040">
                <c:v>-0.1399999999999999</c:v>
              </c:pt>
              <c:pt idx="2041">
                <c:v>-0.13949999999999996</c:v>
              </c:pt>
              <c:pt idx="2042">
                <c:v>-0.13899999999999979</c:v>
              </c:pt>
              <c:pt idx="2043">
                <c:v>-0.13849999999999985</c:v>
              </c:pt>
              <c:pt idx="2044">
                <c:v>-0.1379999999999999</c:v>
              </c:pt>
              <c:pt idx="2045">
                <c:v>-0.13749999999999996</c:v>
              </c:pt>
              <c:pt idx="2046">
                <c:v>-0.13699999999999979</c:v>
              </c:pt>
              <c:pt idx="2047">
                <c:v>-0.13649999999999984</c:v>
              </c:pt>
              <c:pt idx="2048">
                <c:v>-0.1359999999999999</c:v>
              </c:pt>
              <c:pt idx="2049">
                <c:v>-0.13549999999999995</c:v>
              </c:pt>
              <c:pt idx="2050">
                <c:v>-0.13500000000000001</c:v>
              </c:pt>
              <c:pt idx="2051">
                <c:v>-0.13449999999999984</c:v>
              </c:pt>
              <c:pt idx="2052">
                <c:v>-0.1339999999999999</c:v>
              </c:pt>
              <c:pt idx="2053">
                <c:v>-0.13349999999999995</c:v>
              </c:pt>
              <c:pt idx="2054">
                <c:v>-0.13300000000000001</c:v>
              </c:pt>
              <c:pt idx="2055">
                <c:v>-0.13249999999999984</c:v>
              </c:pt>
              <c:pt idx="2056">
                <c:v>-0.1319999999999999</c:v>
              </c:pt>
              <c:pt idx="2057">
                <c:v>-0.13149999999999995</c:v>
              </c:pt>
              <c:pt idx="2058">
                <c:v>-0.13100000000000001</c:v>
              </c:pt>
              <c:pt idx="2059">
                <c:v>-0.13049999999999984</c:v>
              </c:pt>
              <c:pt idx="2060">
                <c:v>-0.12999999999999989</c:v>
              </c:pt>
              <c:pt idx="2061">
                <c:v>-0.12949999999999995</c:v>
              </c:pt>
              <c:pt idx="2062">
                <c:v>-0.129</c:v>
              </c:pt>
              <c:pt idx="2063">
                <c:v>-0.12849999999999984</c:v>
              </c:pt>
              <c:pt idx="2064">
                <c:v>-0.12799999999999989</c:v>
              </c:pt>
              <c:pt idx="2065">
                <c:v>-0.12749999999999995</c:v>
              </c:pt>
              <c:pt idx="2066">
                <c:v>-0.127</c:v>
              </c:pt>
              <c:pt idx="2067">
                <c:v>-0.12649999999999983</c:v>
              </c:pt>
              <c:pt idx="2068">
                <c:v>-0.12599999999999989</c:v>
              </c:pt>
              <c:pt idx="2069">
                <c:v>-0.12549999999999994</c:v>
              </c:pt>
              <c:pt idx="2070">
                <c:v>-0.125</c:v>
              </c:pt>
              <c:pt idx="2071">
                <c:v>-0.12449999999999983</c:v>
              </c:pt>
              <c:pt idx="2072">
                <c:v>-0.12399999999999989</c:v>
              </c:pt>
              <c:pt idx="2073">
                <c:v>-0.12349999999999994</c:v>
              </c:pt>
              <c:pt idx="2074">
                <c:v>-0.123</c:v>
              </c:pt>
              <c:pt idx="2075">
                <c:v>-0.12249999999999983</c:v>
              </c:pt>
              <c:pt idx="2076">
                <c:v>-0.12199999999999989</c:v>
              </c:pt>
              <c:pt idx="2077">
                <c:v>-0.12149999999999994</c:v>
              </c:pt>
              <c:pt idx="2078">
                <c:v>-0.121</c:v>
              </c:pt>
              <c:pt idx="2079">
                <c:v>-0.12049999999999983</c:v>
              </c:pt>
              <c:pt idx="2080">
                <c:v>-0.11999999999999988</c:v>
              </c:pt>
              <c:pt idx="2081">
                <c:v>-0.11949999999999994</c:v>
              </c:pt>
              <c:pt idx="2082">
                <c:v>-0.11899999999999999</c:v>
              </c:pt>
              <c:pt idx="2083">
                <c:v>-0.11849999999999983</c:v>
              </c:pt>
              <c:pt idx="2084">
                <c:v>-0.11799999999999988</c:v>
              </c:pt>
              <c:pt idx="2085">
                <c:v>-0.11749999999999994</c:v>
              </c:pt>
              <c:pt idx="2086">
                <c:v>-0.11699999999999999</c:v>
              </c:pt>
              <c:pt idx="2087">
                <c:v>-0.11649999999999983</c:v>
              </c:pt>
              <c:pt idx="2088">
                <c:v>-0.11599999999999988</c:v>
              </c:pt>
              <c:pt idx="2089">
                <c:v>-0.11549999999999994</c:v>
              </c:pt>
              <c:pt idx="2090">
                <c:v>-0.11499999999999999</c:v>
              </c:pt>
              <c:pt idx="2091">
                <c:v>-0.11449999999999982</c:v>
              </c:pt>
              <c:pt idx="2092">
                <c:v>-0.11399999999999988</c:v>
              </c:pt>
              <c:pt idx="2093">
                <c:v>-0.11349999999999993</c:v>
              </c:pt>
              <c:pt idx="2094">
                <c:v>-0.11299999999999999</c:v>
              </c:pt>
              <c:pt idx="2095">
                <c:v>-0.11249999999999982</c:v>
              </c:pt>
              <c:pt idx="2096">
                <c:v>-0.11199999999999988</c:v>
              </c:pt>
              <c:pt idx="2097">
                <c:v>-0.11149999999999993</c:v>
              </c:pt>
              <c:pt idx="2098">
                <c:v>-0.11099999999999999</c:v>
              </c:pt>
              <c:pt idx="2099">
                <c:v>-0.11049999999999982</c:v>
              </c:pt>
              <c:pt idx="2100">
                <c:v>-0.10999999999999988</c:v>
              </c:pt>
              <c:pt idx="2101">
                <c:v>-0.10949999999999993</c:v>
              </c:pt>
              <c:pt idx="2102">
                <c:v>-0.10899999999999999</c:v>
              </c:pt>
              <c:pt idx="2103">
                <c:v>-0.10849999999999982</c:v>
              </c:pt>
              <c:pt idx="2104">
                <c:v>-0.10799999999999987</c:v>
              </c:pt>
              <c:pt idx="2105">
                <c:v>-0.10749999999999993</c:v>
              </c:pt>
              <c:pt idx="2106">
                <c:v>-0.10699999999999998</c:v>
              </c:pt>
              <c:pt idx="2107">
                <c:v>-0.10649999999999982</c:v>
              </c:pt>
              <c:pt idx="2108">
                <c:v>-0.10599999999999987</c:v>
              </c:pt>
              <c:pt idx="2109">
                <c:v>-0.10549999999999993</c:v>
              </c:pt>
              <c:pt idx="2110">
                <c:v>-0.10499999999999998</c:v>
              </c:pt>
              <c:pt idx="2111">
                <c:v>-0.10449999999999982</c:v>
              </c:pt>
              <c:pt idx="2112">
                <c:v>-0.10399999999999987</c:v>
              </c:pt>
              <c:pt idx="2113">
                <c:v>-0.10349999999999993</c:v>
              </c:pt>
              <c:pt idx="2114">
                <c:v>-0.10299999999999998</c:v>
              </c:pt>
              <c:pt idx="2115">
                <c:v>-0.10249999999999981</c:v>
              </c:pt>
              <c:pt idx="2116">
                <c:v>-0.10199999999999987</c:v>
              </c:pt>
              <c:pt idx="2117">
                <c:v>-0.10149999999999992</c:v>
              </c:pt>
              <c:pt idx="2118">
                <c:v>-0.10099999999999998</c:v>
              </c:pt>
              <c:pt idx="2119">
                <c:v>-0.10049999999999981</c:v>
              </c:pt>
              <c:pt idx="2120">
                <c:v>-9.9999999999999867E-2</c:v>
              </c:pt>
              <c:pt idx="2121">
                <c:v>-9.9499999999999922E-2</c:v>
              </c:pt>
              <c:pt idx="2122">
                <c:v>-9.8999999999999977E-2</c:v>
              </c:pt>
              <c:pt idx="2123">
                <c:v>-9.849999999999981E-2</c:v>
              </c:pt>
              <c:pt idx="2124">
                <c:v>-9.7999999999999865E-2</c:v>
              </c:pt>
              <c:pt idx="2125">
                <c:v>-9.749999999999992E-2</c:v>
              </c:pt>
              <c:pt idx="2126">
                <c:v>-9.6999999999999975E-2</c:v>
              </c:pt>
              <c:pt idx="2127">
                <c:v>-9.6499999999999808E-2</c:v>
              </c:pt>
              <c:pt idx="2128">
                <c:v>-9.5999999999999863E-2</c:v>
              </c:pt>
              <c:pt idx="2129">
                <c:v>-9.5499999999999918E-2</c:v>
              </c:pt>
              <c:pt idx="2130">
                <c:v>-9.4999999999999973E-2</c:v>
              </c:pt>
              <c:pt idx="2131">
                <c:v>-9.4499999999999806E-2</c:v>
              </c:pt>
              <c:pt idx="2132">
                <c:v>-9.3999999999999861E-2</c:v>
              </c:pt>
              <c:pt idx="2133">
                <c:v>-9.3499999999999917E-2</c:v>
              </c:pt>
              <c:pt idx="2134">
                <c:v>-9.2999999999999972E-2</c:v>
              </c:pt>
              <c:pt idx="2135">
                <c:v>-9.2499999999999805E-2</c:v>
              </c:pt>
              <c:pt idx="2136">
                <c:v>-9.199999999999986E-2</c:v>
              </c:pt>
              <c:pt idx="2137">
                <c:v>-9.1499999999999915E-2</c:v>
              </c:pt>
              <c:pt idx="2138">
                <c:v>-9.099999999999997E-2</c:v>
              </c:pt>
              <c:pt idx="2139">
                <c:v>-9.0499999999999803E-2</c:v>
              </c:pt>
              <c:pt idx="2140">
                <c:v>-8.9999999999999858E-2</c:v>
              </c:pt>
              <c:pt idx="2141">
                <c:v>-8.9499999999999913E-2</c:v>
              </c:pt>
              <c:pt idx="2142">
                <c:v>-8.8999999999999968E-2</c:v>
              </c:pt>
              <c:pt idx="2143">
                <c:v>-8.8499999999999801E-2</c:v>
              </c:pt>
              <c:pt idx="2144">
                <c:v>-8.7999999999999856E-2</c:v>
              </c:pt>
              <c:pt idx="2145">
                <c:v>-8.7499999999999911E-2</c:v>
              </c:pt>
              <c:pt idx="2146">
                <c:v>-8.6999999999999966E-2</c:v>
              </c:pt>
              <c:pt idx="2147">
                <c:v>-8.6499999999999799E-2</c:v>
              </c:pt>
              <c:pt idx="2148">
                <c:v>-8.5999999999999854E-2</c:v>
              </c:pt>
              <c:pt idx="2149">
                <c:v>-8.5499999999999909E-2</c:v>
              </c:pt>
              <c:pt idx="2150">
                <c:v>-8.4999999999999964E-2</c:v>
              </c:pt>
              <c:pt idx="2151">
                <c:v>-8.4499999999999797E-2</c:v>
              </c:pt>
              <c:pt idx="2152">
                <c:v>-8.3999999999999853E-2</c:v>
              </c:pt>
              <c:pt idx="2153">
                <c:v>-8.3499999999999908E-2</c:v>
              </c:pt>
              <c:pt idx="2154">
                <c:v>-8.2999999999999963E-2</c:v>
              </c:pt>
              <c:pt idx="2155">
                <c:v>-8.2499999999999796E-2</c:v>
              </c:pt>
              <c:pt idx="2156">
                <c:v>-8.1999999999999851E-2</c:v>
              </c:pt>
              <c:pt idx="2157">
                <c:v>-8.1499999999999906E-2</c:v>
              </c:pt>
              <c:pt idx="2158">
                <c:v>-8.0999999999999961E-2</c:v>
              </c:pt>
              <c:pt idx="2159">
                <c:v>-8.0499999999999794E-2</c:v>
              </c:pt>
              <c:pt idx="2160">
                <c:v>-7.9999999999999849E-2</c:v>
              </c:pt>
              <c:pt idx="2161">
                <c:v>-7.9499999999999904E-2</c:v>
              </c:pt>
              <c:pt idx="2162">
                <c:v>-7.8999999999999959E-2</c:v>
              </c:pt>
              <c:pt idx="2163">
                <c:v>-7.8499999999999792E-2</c:v>
              </c:pt>
              <c:pt idx="2164">
                <c:v>-7.7999999999999847E-2</c:v>
              </c:pt>
              <c:pt idx="2165">
                <c:v>-7.7499999999999902E-2</c:v>
              </c:pt>
              <c:pt idx="2166">
                <c:v>-7.6999999999999957E-2</c:v>
              </c:pt>
              <c:pt idx="2167">
                <c:v>-7.649999999999979E-2</c:v>
              </c:pt>
              <c:pt idx="2168">
                <c:v>-7.5999999999999845E-2</c:v>
              </c:pt>
              <c:pt idx="2169">
                <c:v>-7.5499999999999901E-2</c:v>
              </c:pt>
              <c:pt idx="2170">
                <c:v>-7.4999999999999956E-2</c:v>
              </c:pt>
              <c:pt idx="2171">
                <c:v>-7.4499999999999789E-2</c:v>
              </c:pt>
              <c:pt idx="2172">
                <c:v>-7.3999999999999844E-2</c:v>
              </c:pt>
              <c:pt idx="2173">
                <c:v>-7.3499999999999899E-2</c:v>
              </c:pt>
              <c:pt idx="2174">
                <c:v>-7.2999999999999954E-2</c:v>
              </c:pt>
              <c:pt idx="2175">
                <c:v>-7.2499999999999787E-2</c:v>
              </c:pt>
              <c:pt idx="2176">
                <c:v>-7.1999999999999842E-2</c:v>
              </c:pt>
              <c:pt idx="2177">
                <c:v>-7.1499999999999897E-2</c:v>
              </c:pt>
              <c:pt idx="2178">
                <c:v>-7.0999999999999952E-2</c:v>
              </c:pt>
              <c:pt idx="2179">
                <c:v>-7.0500000000000007E-2</c:v>
              </c:pt>
              <c:pt idx="2180">
                <c:v>-6.999999999999984E-2</c:v>
              </c:pt>
              <c:pt idx="2181">
                <c:v>-6.9499999999999895E-2</c:v>
              </c:pt>
              <c:pt idx="2182">
                <c:v>-6.899999999999995E-2</c:v>
              </c:pt>
              <c:pt idx="2183">
                <c:v>-6.8500000000000005E-2</c:v>
              </c:pt>
              <c:pt idx="2184">
                <c:v>-6.7999999999999838E-2</c:v>
              </c:pt>
              <c:pt idx="2185">
                <c:v>-6.7499999999999893E-2</c:v>
              </c:pt>
              <c:pt idx="2186">
                <c:v>-6.6999999999999948E-2</c:v>
              </c:pt>
              <c:pt idx="2187">
                <c:v>-6.6500000000000004E-2</c:v>
              </c:pt>
              <c:pt idx="2188">
                <c:v>-6.5999999999999837E-2</c:v>
              </c:pt>
              <c:pt idx="2189">
                <c:v>-6.5499999999999892E-2</c:v>
              </c:pt>
              <c:pt idx="2190">
                <c:v>-6.4999999999999947E-2</c:v>
              </c:pt>
              <c:pt idx="2191">
                <c:v>-6.4500000000000002E-2</c:v>
              </c:pt>
              <c:pt idx="2192">
                <c:v>-6.3999999999999835E-2</c:v>
              </c:pt>
              <c:pt idx="2193">
                <c:v>-6.349999999999989E-2</c:v>
              </c:pt>
              <c:pt idx="2194">
                <c:v>-6.2999999999999945E-2</c:v>
              </c:pt>
              <c:pt idx="2195">
                <c:v>-6.25E-2</c:v>
              </c:pt>
              <c:pt idx="2196">
                <c:v>-6.1999999999999833E-2</c:v>
              </c:pt>
              <c:pt idx="2197">
                <c:v>-6.1499999999999888E-2</c:v>
              </c:pt>
              <c:pt idx="2198">
                <c:v>-6.0999999999999943E-2</c:v>
              </c:pt>
              <c:pt idx="2199">
                <c:v>-6.0499999999999998E-2</c:v>
              </c:pt>
              <c:pt idx="2200">
                <c:v>-5.9999999999999831E-2</c:v>
              </c:pt>
              <c:pt idx="2201">
                <c:v>-5.9499999999999886E-2</c:v>
              </c:pt>
              <c:pt idx="2202">
                <c:v>-5.8999999999999941E-2</c:v>
              </c:pt>
              <c:pt idx="2203">
                <c:v>-5.8499999999999996E-2</c:v>
              </c:pt>
              <c:pt idx="2204">
                <c:v>-5.7999999999999829E-2</c:v>
              </c:pt>
              <c:pt idx="2205">
                <c:v>-5.7499999999999885E-2</c:v>
              </c:pt>
              <c:pt idx="2206">
                <c:v>-5.699999999999994E-2</c:v>
              </c:pt>
              <c:pt idx="2207">
                <c:v>-5.6499999999999995E-2</c:v>
              </c:pt>
              <c:pt idx="2208">
                <c:v>-5.5999999999999828E-2</c:v>
              </c:pt>
              <c:pt idx="2209">
                <c:v>-5.5499999999999883E-2</c:v>
              </c:pt>
              <c:pt idx="2210">
                <c:v>-5.4999999999999938E-2</c:v>
              </c:pt>
              <c:pt idx="2211">
                <c:v>-5.4499999999999993E-2</c:v>
              </c:pt>
              <c:pt idx="2212">
                <c:v>-5.3999999999999826E-2</c:v>
              </c:pt>
              <c:pt idx="2213">
                <c:v>-5.3499999999999881E-2</c:v>
              </c:pt>
              <c:pt idx="2214">
                <c:v>-5.2999999999999936E-2</c:v>
              </c:pt>
              <c:pt idx="2215">
                <c:v>-5.2499999999999991E-2</c:v>
              </c:pt>
              <c:pt idx="2216">
                <c:v>-5.1999999999999824E-2</c:v>
              </c:pt>
              <c:pt idx="2217">
                <c:v>-5.1499999999999879E-2</c:v>
              </c:pt>
              <c:pt idx="2218">
                <c:v>-5.0999999999999934E-2</c:v>
              </c:pt>
              <c:pt idx="2219">
                <c:v>-5.0499999999999989E-2</c:v>
              </c:pt>
              <c:pt idx="2220">
                <c:v>-4.9999999999999822E-2</c:v>
              </c:pt>
              <c:pt idx="2221">
                <c:v>-4.9499999999999877E-2</c:v>
              </c:pt>
              <c:pt idx="2222">
                <c:v>-4.8999999999999932E-2</c:v>
              </c:pt>
              <c:pt idx="2223">
                <c:v>-4.8499999999999988E-2</c:v>
              </c:pt>
              <c:pt idx="2224">
                <c:v>-4.7999999999999821E-2</c:v>
              </c:pt>
              <c:pt idx="2225">
                <c:v>-4.7499999999999876E-2</c:v>
              </c:pt>
              <c:pt idx="2226">
                <c:v>-4.6999999999999931E-2</c:v>
              </c:pt>
              <c:pt idx="2227">
                <c:v>-4.6499999999999986E-2</c:v>
              </c:pt>
              <c:pt idx="2228">
                <c:v>-4.5999999999999819E-2</c:v>
              </c:pt>
              <c:pt idx="2229">
                <c:v>-4.5499999999999874E-2</c:v>
              </c:pt>
              <c:pt idx="2230">
                <c:v>-4.4999999999999929E-2</c:v>
              </c:pt>
              <c:pt idx="2231">
                <c:v>-4.4499999999999984E-2</c:v>
              </c:pt>
              <c:pt idx="2232">
                <c:v>-4.3999999999999817E-2</c:v>
              </c:pt>
              <c:pt idx="2233">
                <c:v>-4.3499999999999872E-2</c:v>
              </c:pt>
              <c:pt idx="2234">
                <c:v>-4.2999999999999927E-2</c:v>
              </c:pt>
              <c:pt idx="2235">
                <c:v>-4.2499999999999982E-2</c:v>
              </c:pt>
              <c:pt idx="2236">
                <c:v>-4.1999999999999815E-2</c:v>
              </c:pt>
              <c:pt idx="2237">
                <c:v>-4.149999999999987E-2</c:v>
              </c:pt>
              <c:pt idx="2238">
                <c:v>-4.0999999999999925E-2</c:v>
              </c:pt>
              <c:pt idx="2239">
                <c:v>-4.049999999999998E-2</c:v>
              </c:pt>
              <c:pt idx="2240">
                <c:v>-3.9999999999999813E-2</c:v>
              </c:pt>
              <c:pt idx="2241">
                <c:v>-3.9499999999999869E-2</c:v>
              </c:pt>
              <c:pt idx="2242">
                <c:v>-3.8999999999999924E-2</c:v>
              </c:pt>
              <c:pt idx="2243">
                <c:v>-3.8499999999999979E-2</c:v>
              </c:pt>
              <c:pt idx="2244">
                <c:v>-3.7999999999999812E-2</c:v>
              </c:pt>
              <c:pt idx="2245">
                <c:v>-3.7499999999999867E-2</c:v>
              </c:pt>
              <c:pt idx="2246">
                <c:v>-3.6999999999999922E-2</c:v>
              </c:pt>
              <c:pt idx="2247">
                <c:v>-3.6499999999999977E-2</c:v>
              </c:pt>
              <c:pt idx="2248">
                <c:v>-3.599999999999981E-2</c:v>
              </c:pt>
              <c:pt idx="2249">
                <c:v>-3.5499999999999865E-2</c:v>
              </c:pt>
              <c:pt idx="2250">
                <c:v>-3.499999999999992E-2</c:v>
              </c:pt>
              <c:pt idx="2251">
                <c:v>-3.4499999999999975E-2</c:v>
              </c:pt>
              <c:pt idx="2252">
                <c:v>-3.3999999999999808E-2</c:v>
              </c:pt>
              <c:pt idx="2253">
                <c:v>-3.3499999999999863E-2</c:v>
              </c:pt>
              <c:pt idx="2254">
                <c:v>-3.2999999999999918E-2</c:v>
              </c:pt>
              <c:pt idx="2255">
                <c:v>-3.2499999999999973E-2</c:v>
              </c:pt>
              <c:pt idx="2256">
                <c:v>-3.1999999999999806E-2</c:v>
              </c:pt>
              <c:pt idx="2257">
                <c:v>-3.1499999999999861E-2</c:v>
              </c:pt>
              <c:pt idx="2258">
                <c:v>-3.0999999999999917E-2</c:v>
              </c:pt>
              <c:pt idx="2259">
                <c:v>-3.0499999999999972E-2</c:v>
              </c:pt>
              <c:pt idx="2260">
                <c:v>-2.9999999999999805E-2</c:v>
              </c:pt>
              <c:pt idx="2261">
                <c:v>-2.949999999999986E-2</c:v>
              </c:pt>
              <c:pt idx="2262">
                <c:v>-2.8999999999999915E-2</c:v>
              </c:pt>
              <c:pt idx="2263">
                <c:v>-2.849999999999997E-2</c:v>
              </c:pt>
              <c:pt idx="2264">
                <c:v>-2.7999999999999803E-2</c:v>
              </c:pt>
              <c:pt idx="2265">
                <c:v>-2.7499999999999858E-2</c:v>
              </c:pt>
              <c:pt idx="2266">
                <c:v>-2.6999999999999913E-2</c:v>
              </c:pt>
              <c:pt idx="2267">
                <c:v>-2.6499999999999968E-2</c:v>
              </c:pt>
              <c:pt idx="2268">
                <c:v>-2.5999999999999801E-2</c:v>
              </c:pt>
              <c:pt idx="2269">
                <c:v>-2.5499999999999856E-2</c:v>
              </c:pt>
              <c:pt idx="2270">
                <c:v>-2.4999999999999911E-2</c:v>
              </c:pt>
              <c:pt idx="2271">
                <c:v>-2.4499999999999966E-2</c:v>
              </c:pt>
              <c:pt idx="2272">
                <c:v>-2.3999999999999799E-2</c:v>
              </c:pt>
              <c:pt idx="2273">
                <c:v>-2.3499999999999854E-2</c:v>
              </c:pt>
              <c:pt idx="2274">
                <c:v>-2.2999999999999909E-2</c:v>
              </c:pt>
              <c:pt idx="2275">
                <c:v>-2.2499999999999964E-2</c:v>
              </c:pt>
              <c:pt idx="2276">
                <c:v>-2.1999999999999797E-2</c:v>
              </c:pt>
              <c:pt idx="2277">
                <c:v>-2.1499999999999853E-2</c:v>
              </c:pt>
              <c:pt idx="2278">
                <c:v>-2.0999999999999908E-2</c:v>
              </c:pt>
              <c:pt idx="2279">
                <c:v>-2.0499999999999963E-2</c:v>
              </c:pt>
              <c:pt idx="2280">
                <c:v>-1.9999999999999796E-2</c:v>
              </c:pt>
              <c:pt idx="2281">
                <c:v>-1.9499999999999851E-2</c:v>
              </c:pt>
              <c:pt idx="2282">
                <c:v>-1.8999999999999906E-2</c:v>
              </c:pt>
              <c:pt idx="2283">
                <c:v>-1.8499999999999961E-2</c:v>
              </c:pt>
              <c:pt idx="2284">
                <c:v>-1.7999999999999794E-2</c:v>
              </c:pt>
              <c:pt idx="2285">
                <c:v>-1.7499999999999849E-2</c:v>
              </c:pt>
              <c:pt idx="2286">
                <c:v>-1.6999999999999904E-2</c:v>
              </c:pt>
              <c:pt idx="2287">
                <c:v>-1.6499999999999959E-2</c:v>
              </c:pt>
              <c:pt idx="2288">
                <c:v>-1.5999999999999792E-2</c:v>
              </c:pt>
              <c:pt idx="2289">
                <c:v>-1.5499999999999847E-2</c:v>
              </c:pt>
              <c:pt idx="2290">
                <c:v>-1.4999999999999902E-2</c:v>
              </c:pt>
              <c:pt idx="2291">
                <c:v>-1.4499999999999957E-2</c:v>
              </c:pt>
              <c:pt idx="2292">
                <c:v>-1.399999999999979E-2</c:v>
              </c:pt>
              <c:pt idx="2293">
                <c:v>-1.3499999999999845E-2</c:v>
              </c:pt>
              <c:pt idx="2294">
                <c:v>-1.2999999999999901E-2</c:v>
              </c:pt>
              <c:pt idx="2295">
                <c:v>-1.2499999999999956E-2</c:v>
              </c:pt>
              <c:pt idx="2296">
                <c:v>-1.1999999999999789E-2</c:v>
              </c:pt>
              <c:pt idx="2297">
                <c:v>-1.1499999999999844E-2</c:v>
              </c:pt>
              <c:pt idx="2298">
                <c:v>-1.0999999999999899E-2</c:v>
              </c:pt>
              <c:pt idx="2299">
                <c:v>-1.0499999999999954E-2</c:v>
              </c:pt>
              <c:pt idx="2300">
                <c:v>-9.9999999999997868E-3</c:v>
              </c:pt>
              <c:pt idx="2301">
                <c:v>-9.4999999999998419E-3</c:v>
              </c:pt>
              <c:pt idx="2302">
                <c:v>-8.999999999999897E-3</c:v>
              </c:pt>
              <c:pt idx="2303">
                <c:v>-8.499999999999952E-3</c:v>
              </c:pt>
              <c:pt idx="2304">
                <c:v>-7.9999999999997851E-3</c:v>
              </c:pt>
              <c:pt idx="2305">
                <c:v>-7.4999999999998401E-3</c:v>
              </c:pt>
              <c:pt idx="2306">
                <c:v>-6.9999999999998952E-3</c:v>
              </c:pt>
              <c:pt idx="2307">
                <c:v>-6.4999999999999503E-3</c:v>
              </c:pt>
              <c:pt idx="2308">
                <c:v>-6.0000000000000053E-3</c:v>
              </c:pt>
              <c:pt idx="2309">
                <c:v>-5.4999999999998384E-3</c:v>
              </c:pt>
              <c:pt idx="2310">
                <c:v>-4.9999999999998934E-3</c:v>
              </c:pt>
              <c:pt idx="2311">
                <c:v>-4.4999999999999485E-3</c:v>
              </c:pt>
              <c:pt idx="2312">
                <c:v>-4.0000000000000036E-3</c:v>
              </c:pt>
              <c:pt idx="2313">
                <c:v>-3.4999999999998366E-3</c:v>
              </c:pt>
              <c:pt idx="2314">
                <c:v>-2.9999999999998916E-3</c:v>
              </c:pt>
              <c:pt idx="2315">
                <c:v>-2.4999999999999467E-3</c:v>
              </c:pt>
              <c:pt idx="2316">
                <c:v>-2.0000000000000018E-3</c:v>
              </c:pt>
              <c:pt idx="2317">
                <c:v>-1.4999999999998348E-3</c:v>
              </c:pt>
              <c:pt idx="2318">
                <c:v>-9.9999999999988987E-4</c:v>
              </c:pt>
              <c:pt idx="2319">
                <c:v>-4.9999999999994493E-4</c:v>
              </c:pt>
              <c:pt idx="2320">
                <c:v>0</c:v>
              </c:pt>
              <c:pt idx="2321">
                <c:v>5.0000000000016698E-4</c:v>
              </c:pt>
              <c:pt idx="2322">
                <c:v>1.0000000000001119E-3</c:v>
              </c:pt>
              <c:pt idx="2323">
                <c:v>1.5000000000000568E-3</c:v>
              </c:pt>
              <c:pt idx="2324">
                <c:v>2.0000000000000018E-3</c:v>
              </c:pt>
              <c:pt idx="2325">
                <c:v>2.5000000000001688E-3</c:v>
              </c:pt>
              <c:pt idx="2326">
                <c:v>3.0000000000001137E-3</c:v>
              </c:pt>
              <c:pt idx="2327">
                <c:v>3.5000000000000586E-3</c:v>
              </c:pt>
              <c:pt idx="2328">
                <c:v>4.0000000000000036E-3</c:v>
              </c:pt>
              <c:pt idx="2329">
                <c:v>4.5000000000001705E-3</c:v>
              </c:pt>
              <c:pt idx="2330">
                <c:v>5.0000000000001155E-3</c:v>
              </c:pt>
              <c:pt idx="2331">
                <c:v>5.5000000000000604E-3</c:v>
              </c:pt>
              <c:pt idx="2332">
                <c:v>6.0000000000000053E-3</c:v>
              </c:pt>
              <c:pt idx="2333">
                <c:v>6.5000000000001723E-3</c:v>
              </c:pt>
              <c:pt idx="2334">
                <c:v>7.0000000000001172E-3</c:v>
              </c:pt>
              <c:pt idx="2335">
                <c:v>7.5000000000000622E-3</c:v>
              </c:pt>
              <c:pt idx="2336">
                <c:v>8.0000000000000071E-3</c:v>
              </c:pt>
              <c:pt idx="2337">
                <c:v>8.5000000000001741E-3</c:v>
              </c:pt>
              <c:pt idx="2338">
                <c:v>9.000000000000119E-3</c:v>
              </c:pt>
              <c:pt idx="2339">
                <c:v>9.5000000000000639E-3</c:v>
              </c:pt>
              <c:pt idx="2340">
                <c:v>1.0000000000000009E-2</c:v>
              </c:pt>
              <c:pt idx="2341">
                <c:v>1.0500000000000176E-2</c:v>
              </c:pt>
              <c:pt idx="2342">
                <c:v>1.1000000000000121E-2</c:v>
              </c:pt>
              <c:pt idx="2343">
                <c:v>1.1500000000000066E-2</c:v>
              </c:pt>
              <c:pt idx="2344">
                <c:v>1.2000000000000011E-2</c:v>
              </c:pt>
              <c:pt idx="2345">
                <c:v>1.2500000000000178E-2</c:v>
              </c:pt>
              <c:pt idx="2346">
                <c:v>1.3000000000000123E-2</c:v>
              </c:pt>
              <c:pt idx="2347">
                <c:v>1.3500000000000068E-2</c:v>
              </c:pt>
              <c:pt idx="2348">
                <c:v>1.4000000000000012E-2</c:v>
              </c:pt>
              <c:pt idx="2349">
                <c:v>1.4500000000000179E-2</c:v>
              </c:pt>
              <c:pt idx="2350">
                <c:v>1.5000000000000124E-2</c:v>
              </c:pt>
              <c:pt idx="2351">
                <c:v>1.5500000000000069E-2</c:v>
              </c:pt>
              <c:pt idx="2352">
                <c:v>1.6000000000000014E-2</c:v>
              </c:pt>
              <c:pt idx="2353">
                <c:v>1.6500000000000181E-2</c:v>
              </c:pt>
              <c:pt idx="2354">
                <c:v>1.7000000000000126E-2</c:v>
              </c:pt>
              <c:pt idx="2355">
                <c:v>1.7500000000000071E-2</c:v>
              </c:pt>
              <c:pt idx="2356">
                <c:v>1.8000000000000016E-2</c:v>
              </c:pt>
              <c:pt idx="2357">
                <c:v>1.8500000000000183E-2</c:v>
              </c:pt>
              <c:pt idx="2358">
                <c:v>1.9000000000000128E-2</c:v>
              </c:pt>
              <c:pt idx="2359">
                <c:v>1.9500000000000073E-2</c:v>
              </c:pt>
              <c:pt idx="2360">
                <c:v>2.0000000000000018E-2</c:v>
              </c:pt>
              <c:pt idx="2361">
                <c:v>2.0500000000000185E-2</c:v>
              </c:pt>
              <c:pt idx="2362">
                <c:v>2.100000000000013E-2</c:v>
              </c:pt>
              <c:pt idx="2363">
                <c:v>2.1500000000000075E-2</c:v>
              </c:pt>
              <c:pt idx="2364">
                <c:v>2.200000000000002E-2</c:v>
              </c:pt>
              <c:pt idx="2365">
                <c:v>2.2500000000000187E-2</c:v>
              </c:pt>
              <c:pt idx="2366">
                <c:v>2.3000000000000131E-2</c:v>
              </c:pt>
              <c:pt idx="2367">
                <c:v>2.3500000000000076E-2</c:v>
              </c:pt>
              <c:pt idx="2368">
                <c:v>2.4000000000000021E-2</c:v>
              </c:pt>
              <c:pt idx="2369">
                <c:v>2.4500000000000188E-2</c:v>
              </c:pt>
              <c:pt idx="2370">
                <c:v>2.5000000000000133E-2</c:v>
              </c:pt>
              <c:pt idx="2371">
                <c:v>2.5500000000000078E-2</c:v>
              </c:pt>
              <c:pt idx="2372">
                <c:v>2.6000000000000023E-2</c:v>
              </c:pt>
              <c:pt idx="2373">
                <c:v>2.650000000000019E-2</c:v>
              </c:pt>
              <c:pt idx="2374">
                <c:v>2.7000000000000135E-2</c:v>
              </c:pt>
              <c:pt idx="2375">
                <c:v>2.750000000000008E-2</c:v>
              </c:pt>
              <c:pt idx="2376">
                <c:v>2.8000000000000025E-2</c:v>
              </c:pt>
              <c:pt idx="2377">
                <c:v>2.8500000000000192E-2</c:v>
              </c:pt>
              <c:pt idx="2378">
                <c:v>2.9000000000000137E-2</c:v>
              </c:pt>
              <c:pt idx="2379">
                <c:v>2.9500000000000082E-2</c:v>
              </c:pt>
              <c:pt idx="2380">
                <c:v>3.0000000000000027E-2</c:v>
              </c:pt>
              <c:pt idx="2381">
                <c:v>3.0500000000000194E-2</c:v>
              </c:pt>
              <c:pt idx="2382">
                <c:v>3.1000000000000139E-2</c:v>
              </c:pt>
              <c:pt idx="2383">
                <c:v>3.1500000000000083E-2</c:v>
              </c:pt>
              <c:pt idx="2384">
                <c:v>3.2000000000000028E-2</c:v>
              </c:pt>
              <c:pt idx="2385">
                <c:v>3.2500000000000195E-2</c:v>
              </c:pt>
              <c:pt idx="2386">
                <c:v>3.300000000000014E-2</c:v>
              </c:pt>
              <c:pt idx="2387">
                <c:v>3.3500000000000085E-2</c:v>
              </c:pt>
              <c:pt idx="2388">
                <c:v>3.400000000000003E-2</c:v>
              </c:pt>
              <c:pt idx="2389">
                <c:v>3.4500000000000197E-2</c:v>
              </c:pt>
              <c:pt idx="2390">
                <c:v>3.5000000000000142E-2</c:v>
              </c:pt>
              <c:pt idx="2391">
                <c:v>3.5500000000000087E-2</c:v>
              </c:pt>
              <c:pt idx="2392">
                <c:v>3.6000000000000032E-2</c:v>
              </c:pt>
              <c:pt idx="2393">
                <c:v>3.6500000000000199E-2</c:v>
              </c:pt>
              <c:pt idx="2394">
                <c:v>3.7000000000000144E-2</c:v>
              </c:pt>
              <c:pt idx="2395">
                <c:v>3.7500000000000089E-2</c:v>
              </c:pt>
              <c:pt idx="2396">
                <c:v>3.8000000000000034E-2</c:v>
              </c:pt>
              <c:pt idx="2397">
                <c:v>3.8500000000000201E-2</c:v>
              </c:pt>
              <c:pt idx="2398">
                <c:v>3.9000000000000146E-2</c:v>
              </c:pt>
              <c:pt idx="2399">
                <c:v>3.9500000000000091E-2</c:v>
              </c:pt>
              <c:pt idx="2400">
                <c:v>4.0000000000000036E-2</c:v>
              </c:pt>
              <c:pt idx="2401">
                <c:v>4.0500000000000203E-2</c:v>
              </c:pt>
              <c:pt idx="2402">
                <c:v>4.1000000000000147E-2</c:v>
              </c:pt>
              <c:pt idx="2403">
                <c:v>4.1500000000000092E-2</c:v>
              </c:pt>
              <c:pt idx="2404">
                <c:v>4.2000000000000037E-2</c:v>
              </c:pt>
              <c:pt idx="2405">
                <c:v>4.2500000000000204E-2</c:v>
              </c:pt>
              <c:pt idx="2406">
                <c:v>4.3000000000000149E-2</c:v>
              </c:pt>
              <c:pt idx="2407">
                <c:v>4.3500000000000094E-2</c:v>
              </c:pt>
              <c:pt idx="2408">
                <c:v>4.4000000000000039E-2</c:v>
              </c:pt>
              <c:pt idx="2409">
                <c:v>4.4500000000000206E-2</c:v>
              </c:pt>
              <c:pt idx="2410">
                <c:v>4.5000000000000151E-2</c:v>
              </c:pt>
              <c:pt idx="2411">
                <c:v>4.5500000000000096E-2</c:v>
              </c:pt>
              <c:pt idx="2412">
                <c:v>4.6000000000000041E-2</c:v>
              </c:pt>
              <c:pt idx="2413">
                <c:v>4.6500000000000208E-2</c:v>
              </c:pt>
              <c:pt idx="2414">
                <c:v>4.7000000000000153E-2</c:v>
              </c:pt>
              <c:pt idx="2415">
                <c:v>4.7500000000000098E-2</c:v>
              </c:pt>
              <c:pt idx="2416">
                <c:v>4.8000000000000043E-2</c:v>
              </c:pt>
              <c:pt idx="2417">
                <c:v>4.850000000000021E-2</c:v>
              </c:pt>
              <c:pt idx="2418">
                <c:v>4.9000000000000155E-2</c:v>
              </c:pt>
              <c:pt idx="2419">
                <c:v>4.9500000000000099E-2</c:v>
              </c:pt>
              <c:pt idx="2420">
                <c:v>5.0000000000000044E-2</c:v>
              </c:pt>
              <c:pt idx="2421">
                <c:v>5.0500000000000211E-2</c:v>
              </c:pt>
              <c:pt idx="2422">
                <c:v>5.1000000000000156E-2</c:v>
              </c:pt>
              <c:pt idx="2423">
                <c:v>5.1500000000000101E-2</c:v>
              </c:pt>
              <c:pt idx="2424">
                <c:v>5.2000000000000046E-2</c:v>
              </c:pt>
              <c:pt idx="2425">
                <c:v>5.2500000000000213E-2</c:v>
              </c:pt>
              <c:pt idx="2426">
                <c:v>5.3000000000000158E-2</c:v>
              </c:pt>
              <c:pt idx="2427">
                <c:v>5.3500000000000103E-2</c:v>
              </c:pt>
              <c:pt idx="2428">
                <c:v>5.4000000000000048E-2</c:v>
              </c:pt>
              <c:pt idx="2429">
                <c:v>5.4500000000000215E-2</c:v>
              </c:pt>
              <c:pt idx="2430">
                <c:v>5.500000000000016E-2</c:v>
              </c:pt>
              <c:pt idx="2431">
                <c:v>5.5500000000000105E-2</c:v>
              </c:pt>
              <c:pt idx="2432">
                <c:v>5.600000000000005E-2</c:v>
              </c:pt>
              <c:pt idx="2433">
                <c:v>5.6499999999999995E-2</c:v>
              </c:pt>
              <c:pt idx="2434">
                <c:v>5.7000000000000162E-2</c:v>
              </c:pt>
              <c:pt idx="2435">
                <c:v>5.7500000000000107E-2</c:v>
              </c:pt>
              <c:pt idx="2436">
                <c:v>5.8000000000000052E-2</c:v>
              </c:pt>
              <c:pt idx="2437">
                <c:v>5.8499999999999996E-2</c:v>
              </c:pt>
              <c:pt idx="2438">
                <c:v>5.9000000000000163E-2</c:v>
              </c:pt>
              <c:pt idx="2439">
                <c:v>5.9500000000000108E-2</c:v>
              </c:pt>
              <c:pt idx="2440">
                <c:v>6.0000000000000053E-2</c:v>
              </c:pt>
              <c:pt idx="2441">
                <c:v>6.0499999999999998E-2</c:v>
              </c:pt>
              <c:pt idx="2442">
                <c:v>6.1000000000000165E-2</c:v>
              </c:pt>
              <c:pt idx="2443">
                <c:v>6.150000000000011E-2</c:v>
              </c:pt>
              <c:pt idx="2444">
                <c:v>6.2000000000000055E-2</c:v>
              </c:pt>
              <c:pt idx="2445">
                <c:v>6.25E-2</c:v>
              </c:pt>
              <c:pt idx="2446">
                <c:v>6.3000000000000167E-2</c:v>
              </c:pt>
              <c:pt idx="2447">
                <c:v>6.3500000000000112E-2</c:v>
              </c:pt>
              <c:pt idx="2448">
                <c:v>6.4000000000000057E-2</c:v>
              </c:pt>
              <c:pt idx="2449">
                <c:v>6.4500000000000002E-2</c:v>
              </c:pt>
              <c:pt idx="2450">
                <c:v>6.5000000000000169E-2</c:v>
              </c:pt>
              <c:pt idx="2451">
                <c:v>6.5500000000000114E-2</c:v>
              </c:pt>
              <c:pt idx="2452">
                <c:v>6.6000000000000059E-2</c:v>
              </c:pt>
              <c:pt idx="2453">
                <c:v>6.6500000000000004E-2</c:v>
              </c:pt>
              <c:pt idx="2454">
                <c:v>6.7000000000000171E-2</c:v>
              </c:pt>
              <c:pt idx="2455">
                <c:v>6.7500000000000115E-2</c:v>
              </c:pt>
              <c:pt idx="2456">
                <c:v>6.800000000000006E-2</c:v>
              </c:pt>
              <c:pt idx="2457">
                <c:v>6.8500000000000005E-2</c:v>
              </c:pt>
              <c:pt idx="2458">
                <c:v>6.9000000000000172E-2</c:v>
              </c:pt>
              <c:pt idx="2459">
                <c:v>6.9500000000000117E-2</c:v>
              </c:pt>
              <c:pt idx="2460">
                <c:v>7.0000000000000062E-2</c:v>
              </c:pt>
              <c:pt idx="2461">
                <c:v>7.0500000000000007E-2</c:v>
              </c:pt>
              <c:pt idx="2462">
                <c:v>7.1000000000000174E-2</c:v>
              </c:pt>
              <c:pt idx="2463">
                <c:v>7.1500000000000119E-2</c:v>
              </c:pt>
              <c:pt idx="2464">
                <c:v>7.2000000000000064E-2</c:v>
              </c:pt>
              <c:pt idx="2465">
                <c:v>7.2500000000000009E-2</c:v>
              </c:pt>
              <c:pt idx="2466">
                <c:v>7.3000000000000176E-2</c:v>
              </c:pt>
              <c:pt idx="2467">
                <c:v>7.3500000000000121E-2</c:v>
              </c:pt>
              <c:pt idx="2468">
                <c:v>7.4000000000000066E-2</c:v>
              </c:pt>
              <c:pt idx="2469">
                <c:v>7.4500000000000011E-2</c:v>
              </c:pt>
              <c:pt idx="2470">
                <c:v>7.5000000000000178E-2</c:v>
              </c:pt>
              <c:pt idx="2471">
                <c:v>7.5500000000000123E-2</c:v>
              </c:pt>
              <c:pt idx="2472">
                <c:v>7.6000000000000068E-2</c:v>
              </c:pt>
              <c:pt idx="2473">
                <c:v>7.6500000000000012E-2</c:v>
              </c:pt>
              <c:pt idx="2474">
                <c:v>7.7000000000000179E-2</c:v>
              </c:pt>
              <c:pt idx="2475">
                <c:v>7.7500000000000124E-2</c:v>
              </c:pt>
              <c:pt idx="2476">
                <c:v>7.8000000000000069E-2</c:v>
              </c:pt>
              <c:pt idx="2477">
                <c:v>7.8500000000000014E-2</c:v>
              </c:pt>
              <c:pt idx="2478">
                <c:v>7.9000000000000181E-2</c:v>
              </c:pt>
              <c:pt idx="2479">
                <c:v>7.9500000000000126E-2</c:v>
              </c:pt>
              <c:pt idx="2480">
                <c:v>8.0000000000000071E-2</c:v>
              </c:pt>
              <c:pt idx="2481">
                <c:v>8.0500000000000016E-2</c:v>
              </c:pt>
              <c:pt idx="2482">
                <c:v>8.1000000000000183E-2</c:v>
              </c:pt>
              <c:pt idx="2483">
                <c:v>8.1500000000000128E-2</c:v>
              </c:pt>
              <c:pt idx="2484">
                <c:v>8.2000000000000073E-2</c:v>
              </c:pt>
              <c:pt idx="2485">
                <c:v>8.2500000000000018E-2</c:v>
              </c:pt>
              <c:pt idx="2486">
                <c:v>8.3000000000000185E-2</c:v>
              </c:pt>
              <c:pt idx="2487">
                <c:v>8.350000000000013E-2</c:v>
              </c:pt>
              <c:pt idx="2488">
                <c:v>8.4000000000000075E-2</c:v>
              </c:pt>
              <c:pt idx="2489">
                <c:v>8.450000000000002E-2</c:v>
              </c:pt>
              <c:pt idx="2490">
                <c:v>8.5000000000000187E-2</c:v>
              </c:pt>
              <c:pt idx="2491">
                <c:v>8.5500000000000131E-2</c:v>
              </c:pt>
              <c:pt idx="2492">
                <c:v>8.6000000000000076E-2</c:v>
              </c:pt>
              <c:pt idx="2493">
                <c:v>8.6500000000000021E-2</c:v>
              </c:pt>
              <c:pt idx="2494">
                <c:v>8.7000000000000188E-2</c:v>
              </c:pt>
              <c:pt idx="2495">
                <c:v>8.7500000000000133E-2</c:v>
              </c:pt>
              <c:pt idx="2496">
                <c:v>8.8000000000000078E-2</c:v>
              </c:pt>
              <c:pt idx="2497">
                <c:v>8.8500000000000023E-2</c:v>
              </c:pt>
              <c:pt idx="2498">
                <c:v>8.900000000000019E-2</c:v>
              </c:pt>
              <c:pt idx="2499">
                <c:v>8.9500000000000135E-2</c:v>
              </c:pt>
              <c:pt idx="2500">
                <c:v>9.000000000000008E-2</c:v>
              </c:pt>
              <c:pt idx="2501">
                <c:v>9.0500000000000025E-2</c:v>
              </c:pt>
              <c:pt idx="2502">
                <c:v>9.1000000000000192E-2</c:v>
              </c:pt>
              <c:pt idx="2503">
                <c:v>9.1500000000000137E-2</c:v>
              </c:pt>
              <c:pt idx="2504">
                <c:v>9.2000000000000082E-2</c:v>
              </c:pt>
              <c:pt idx="2505">
                <c:v>9.2500000000000027E-2</c:v>
              </c:pt>
              <c:pt idx="2506">
                <c:v>9.3000000000000194E-2</c:v>
              </c:pt>
              <c:pt idx="2507">
                <c:v>9.3500000000000139E-2</c:v>
              </c:pt>
              <c:pt idx="2508">
                <c:v>9.4000000000000083E-2</c:v>
              </c:pt>
              <c:pt idx="2509">
                <c:v>9.4500000000000028E-2</c:v>
              </c:pt>
              <c:pt idx="2510">
                <c:v>9.5000000000000195E-2</c:v>
              </c:pt>
              <c:pt idx="2511">
                <c:v>9.550000000000014E-2</c:v>
              </c:pt>
              <c:pt idx="2512">
                <c:v>9.6000000000000085E-2</c:v>
              </c:pt>
              <c:pt idx="2513">
                <c:v>9.650000000000003E-2</c:v>
              </c:pt>
              <c:pt idx="2514">
                <c:v>9.7000000000000197E-2</c:v>
              </c:pt>
              <c:pt idx="2515">
                <c:v>9.7500000000000142E-2</c:v>
              </c:pt>
              <c:pt idx="2516">
                <c:v>9.8000000000000087E-2</c:v>
              </c:pt>
              <c:pt idx="2517">
                <c:v>9.8500000000000032E-2</c:v>
              </c:pt>
              <c:pt idx="2518">
                <c:v>9.9000000000000199E-2</c:v>
              </c:pt>
              <c:pt idx="2519">
                <c:v>9.9500000000000144E-2</c:v>
              </c:pt>
              <c:pt idx="2520">
                <c:v>0.10000000000000009</c:v>
              </c:pt>
              <c:pt idx="2521">
                <c:v>0.10050000000000003</c:v>
              </c:pt>
              <c:pt idx="2522">
                <c:v>0.1010000000000002</c:v>
              </c:pt>
              <c:pt idx="2523">
                <c:v>0.10150000000000015</c:v>
              </c:pt>
              <c:pt idx="2524">
                <c:v>0.10200000000000009</c:v>
              </c:pt>
              <c:pt idx="2525">
                <c:v>0.10250000000000004</c:v>
              </c:pt>
              <c:pt idx="2526">
                <c:v>0.1030000000000002</c:v>
              </c:pt>
              <c:pt idx="2527">
                <c:v>0.10350000000000015</c:v>
              </c:pt>
              <c:pt idx="2528">
                <c:v>0.10400000000000009</c:v>
              </c:pt>
              <c:pt idx="2529">
                <c:v>0.10450000000000004</c:v>
              </c:pt>
              <c:pt idx="2530">
                <c:v>0.1050000000000002</c:v>
              </c:pt>
              <c:pt idx="2531">
                <c:v>0.10550000000000015</c:v>
              </c:pt>
              <c:pt idx="2532">
                <c:v>0.10600000000000009</c:v>
              </c:pt>
              <c:pt idx="2533">
                <c:v>0.10650000000000004</c:v>
              </c:pt>
              <c:pt idx="2534">
                <c:v>0.10700000000000021</c:v>
              </c:pt>
              <c:pt idx="2535">
                <c:v>0.10750000000000015</c:v>
              </c:pt>
              <c:pt idx="2536">
                <c:v>0.1080000000000001</c:v>
              </c:pt>
              <c:pt idx="2537">
                <c:v>0.10850000000000004</c:v>
              </c:pt>
              <c:pt idx="2538">
                <c:v>0.10900000000000021</c:v>
              </c:pt>
              <c:pt idx="2539">
                <c:v>0.10950000000000015</c:v>
              </c:pt>
              <c:pt idx="2540">
                <c:v>0.1100000000000001</c:v>
              </c:pt>
              <c:pt idx="2541">
                <c:v>0.11050000000000004</c:v>
              </c:pt>
              <c:pt idx="2542">
                <c:v>0.11100000000000021</c:v>
              </c:pt>
              <c:pt idx="2543">
                <c:v>0.11150000000000015</c:v>
              </c:pt>
              <c:pt idx="2544">
                <c:v>0.1120000000000001</c:v>
              </c:pt>
              <c:pt idx="2545">
                <c:v>0.11250000000000004</c:v>
              </c:pt>
              <c:pt idx="2546">
                <c:v>0.11300000000000021</c:v>
              </c:pt>
              <c:pt idx="2547">
                <c:v>0.11350000000000016</c:v>
              </c:pt>
              <c:pt idx="2548">
                <c:v>0.1140000000000001</c:v>
              </c:pt>
              <c:pt idx="2549">
                <c:v>0.11450000000000005</c:v>
              </c:pt>
              <c:pt idx="2550">
                <c:v>0.11500000000000021</c:v>
              </c:pt>
              <c:pt idx="2551">
                <c:v>0.11550000000000016</c:v>
              </c:pt>
              <c:pt idx="2552">
                <c:v>0.1160000000000001</c:v>
              </c:pt>
              <c:pt idx="2553">
                <c:v>0.11650000000000005</c:v>
              </c:pt>
              <c:pt idx="2554">
                <c:v>0.11700000000000021</c:v>
              </c:pt>
              <c:pt idx="2555">
                <c:v>0.11750000000000016</c:v>
              </c:pt>
              <c:pt idx="2556">
                <c:v>0.1180000000000001</c:v>
              </c:pt>
              <c:pt idx="2557">
                <c:v>0.11850000000000005</c:v>
              </c:pt>
              <c:pt idx="2558">
                <c:v>0.11900000000000022</c:v>
              </c:pt>
              <c:pt idx="2559">
                <c:v>0.11950000000000016</c:v>
              </c:pt>
              <c:pt idx="2560">
                <c:v>0.12000000000000011</c:v>
              </c:pt>
              <c:pt idx="2561">
                <c:v>0.12050000000000005</c:v>
              </c:pt>
              <c:pt idx="2562">
                <c:v>0.121</c:v>
              </c:pt>
              <c:pt idx="2563">
                <c:v>0.12150000000000016</c:v>
              </c:pt>
              <c:pt idx="2564">
                <c:v>0.12200000000000011</c:v>
              </c:pt>
              <c:pt idx="2565">
                <c:v>0.12250000000000005</c:v>
              </c:pt>
              <c:pt idx="2566">
                <c:v>0.123</c:v>
              </c:pt>
              <c:pt idx="2567">
                <c:v>0.12350000000000017</c:v>
              </c:pt>
              <c:pt idx="2568">
                <c:v>0.12400000000000011</c:v>
              </c:pt>
              <c:pt idx="2569">
                <c:v>0.12450000000000006</c:v>
              </c:pt>
              <c:pt idx="2570">
                <c:v>0.125</c:v>
              </c:pt>
              <c:pt idx="2571">
                <c:v>0.12550000000000017</c:v>
              </c:pt>
              <c:pt idx="2572">
                <c:v>0.12600000000000011</c:v>
              </c:pt>
              <c:pt idx="2573">
                <c:v>0.12650000000000006</c:v>
              </c:pt>
              <c:pt idx="2574">
                <c:v>0.127</c:v>
              </c:pt>
              <c:pt idx="2575">
                <c:v>0.12750000000000017</c:v>
              </c:pt>
              <c:pt idx="2576">
                <c:v>0.12800000000000011</c:v>
              </c:pt>
              <c:pt idx="2577">
                <c:v>0.12850000000000006</c:v>
              </c:pt>
              <c:pt idx="2578">
                <c:v>0.129</c:v>
              </c:pt>
              <c:pt idx="2579">
                <c:v>0.12950000000000017</c:v>
              </c:pt>
              <c:pt idx="2580">
                <c:v>0.13000000000000012</c:v>
              </c:pt>
              <c:pt idx="2581">
                <c:v>0.13050000000000006</c:v>
              </c:pt>
              <c:pt idx="2582">
                <c:v>0.13100000000000001</c:v>
              </c:pt>
              <c:pt idx="2583">
                <c:v>0.13150000000000017</c:v>
              </c:pt>
              <c:pt idx="2584">
                <c:v>0.13200000000000012</c:v>
              </c:pt>
              <c:pt idx="2585">
                <c:v>0.13250000000000006</c:v>
              </c:pt>
              <c:pt idx="2586">
                <c:v>0.13300000000000001</c:v>
              </c:pt>
              <c:pt idx="2587">
                <c:v>0.13350000000000017</c:v>
              </c:pt>
              <c:pt idx="2588">
                <c:v>0.13400000000000012</c:v>
              </c:pt>
              <c:pt idx="2589">
                <c:v>0.13450000000000006</c:v>
              </c:pt>
              <c:pt idx="2590">
                <c:v>0.13500000000000001</c:v>
              </c:pt>
              <c:pt idx="2591">
                <c:v>0.13550000000000018</c:v>
              </c:pt>
              <c:pt idx="2592">
                <c:v>0.13600000000000012</c:v>
              </c:pt>
              <c:pt idx="2593">
                <c:v>0.13650000000000007</c:v>
              </c:pt>
              <c:pt idx="2594">
                <c:v>0.13700000000000001</c:v>
              </c:pt>
              <c:pt idx="2595">
                <c:v>0.13750000000000018</c:v>
              </c:pt>
              <c:pt idx="2596">
                <c:v>0.13800000000000012</c:v>
              </c:pt>
              <c:pt idx="2597">
                <c:v>0.13850000000000007</c:v>
              </c:pt>
              <c:pt idx="2598">
                <c:v>0.13900000000000001</c:v>
              </c:pt>
              <c:pt idx="2599">
                <c:v>0.13950000000000018</c:v>
              </c:pt>
              <c:pt idx="2600">
                <c:v>0.14000000000000012</c:v>
              </c:pt>
              <c:pt idx="2601">
                <c:v>0.14050000000000007</c:v>
              </c:pt>
              <c:pt idx="2602">
                <c:v>0.14100000000000001</c:v>
              </c:pt>
              <c:pt idx="2603">
                <c:v>0.14150000000000018</c:v>
              </c:pt>
              <c:pt idx="2604">
                <c:v>0.14200000000000013</c:v>
              </c:pt>
              <c:pt idx="2605">
                <c:v>0.14250000000000007</c:v>
              </c:pt>
              <c:pt idx="2606">
                <c:v>0.14300000000000002</c:v>
              </c:pt>
              <c:pt idx="2607">
                <c:v>0.14350000000000018</c:v>
              </c:pt>
              <c:pt idx="2608">
                <c:v>0.14400000000000013</c:v>
              </c:pt>
              <c:pt idx="2609">
                <c:v>0.14450000000000007</c:v>
              </c:pt>
              <c:pt idx="2610">
                <c:v>0.14500000000000002</c:v>
              </c:pt>
              <c:pt idx="2611">
                <c:v>0.14550000000000018</c:v>
              </c:pt>
              <c:pt idx="2612">
                <c:v>0.14600000000000013</c:v>
              </c:pt>
              <c:pt idx="2613">
                <c:v>0.14650000000000007</c:v>
              </c:pt>
              <c:pt idx="2614">
                <c:v>0.14700000000000002</c:v>
              </c:pt>
              <c:pt idx="2615">
                <c:v>0.14750000000000019</c:v>
              </c:pt>
              <c:pt idx="2616">
                <c:v>0.14800000000000013</c:v>
              </c:pt>
              <c:pt idx="2617">
                <c:v>0.14850000000000008</c:v>
              </c:pt>
              <c:pt idx="2618">
                <c:v>0.14900000000000002</c:v>
              </c:pt>
              <c:pt idx="2619">
                <c:v>0.14950000000000019</c:v>
              </c:pt>
              <c:pt idx="2620">
                <c:v>0.15000000000000013</c:v>
              </c:pt>
              <c:pt idx="2621">
                <c:v>0.15050000000000008</c:v>
              </c:pt>
              <c:pt idx="2622">
                <c:v>0.15100000000000002</c:v>
              </c:pt>
              <c:pt idx="2623">
                <c:v>0.15150000000000019</c:v>
              </c:pt>
              <c:pt idx="2624">
                <c:v>0.15200000000000014</c:v>
              </c:pt>
              <c:pt idx="2625">
                <c:v>0.15250000000000008</c:v>
              </c:pt>
              <c:pt idx="2626">
                <c:v>0.15300000000000002</c:v>
              </c:pt>
              <c:pt idx="2627">
                <c:v>0.15350000000000019</c:v>
              </c:pt>
              <c:pt idx="2628">
                <c:v>0.15400000000000014</c:v>
              </c:pt>
              <c:pt idx="2629">
                <c:v>0.15450000000000008</c:v>
              </c:pt>
              <c:pt idx="2630">
                <c:v>0.15500000000000003</c:v>
              </c:pt>
              <c:pt idx="2631">
                <c:v>0.15550000000000019</c:v>
              </c:pt>
              <c:pt idx="2632">
                <c:v>0.15600000000000014</c:v>
              </c:pt>
              <c:pt idx="2633">
                <c:v>0.15650000000000008</c:v>
              </c:pt>
              <c:pt idx="2634">
                <c:v>0.15700000000000003</c:v>
              </c:pt>
              <c:pt idx="2635">
                <c:v>0.1575000000000002</c:v>
              </c:pt>
              <c:pt idx="2636">
                <c:v>0.15800000000000014</c:v>
              </c:pt>
              <c:pt idx="2637">
                <c:v>0.15850000000000009</c:v>
              </c:pt>
              <c:pt idx="2638">
                <c:v>0.15900000000000003</c:v>
              </c:pt>
              <c:pt idx="2639">
                <c:v>0.1595000000000002</c:v>
              </c:pt>
              <c:pt idx="2640">
                <c:v>0.16000000000000014</c:v>
              </c:pt>
              <c:pt idx="2641">
                <c:v>0.16050000000000009</c:v>
              </c:pt>
              <c:pt idx="2642">
                <c:v>0.16100000000000003</c:v>
              </c:pt>
              <c:pt idx="2643">
                <c:v>0.1615000000000002</c:v>
              </c:pt>
              <c:pt idx="2644">
                <c:v>0.16200000000000014</c:v>
              </c:pt>
              <c:pt idx="2645">
                <c:v>0.16250000000000009</c:v>
              </c:pt>
              <c:pt idx="2646">
                <c:v>0.16300000000000003</c:v>
              </c:pt>
              <c:pt idx="2647">
                <c:v>0.1635000000000002</c:v>
              </c:pt>
              <c:pt idx="2648">
                <c:v>0.16400000000000015</c:v>
              </c:pt>
              <c:pt idx="2649">
                <c:v>0.16450000000000009</c:v>
              </c:pt>
              <c:pt idx="2650">
                <c:v>0.16500000000000004</c:v>
              </c:pt>
              <c:pt idx="2651">
                <c:v>0.1655000000000002</c:v>
              </c:pt>
              <c:pt idx="2652">
                <c:v>0.16600000000000015</c:v>
              </c:pt>
              <c:pt idx="2653">
                <c:v>0.16650000000000009</c:v>
              </c:pt>
              <c:pt idx="2654">
                <c:v>0.16700000000000004</c:v>
              </c:pt>
              <c:pt idx="2655">
                <c:v>0.1675000000000002</c:v>
              </c:pt>
              <c:pt idx="2656">
                <c:v>0.16800000000000015</c:v>
              </c:pt>
              <c:pt idx="2657">
                <c:v>0.16850000000000009</c:v>
              </c:pt>
              <c:pt idx="2658">
                <c:v>0.16900000000000004</c:v>
              </c:pt>
              <c:pt idx="2659">
                <c:v>0.16950000000000021</c:v>
              </c:pt>
              <c:pt idx="2660">
                <c:v>0.17000000000000015</c:v>
              </c:pt>
              <c:pt idx="2661">
                <c:v>0.1705000000000001</c:v>
              </c:pt>
              <c:pt idx="2662">
                <c:v>0.17100000000000004</c:v>
              </c:pt>
              <c:pt idx="2663">
                <c:v>0.17150000000000021</c:v>
              </c:pt>
              <c:pt idx="2664">
                <c:v>0.17200000000000015</c:v>
              </c:pt>
              <c:pt idx="2665">
                <c:v>0.1725000000000001</c:v>
              </c:pt>
              <c:pt idx="2666">
                <c:v>0.17300000000000004</c:v>
              </c:pt>
              <c:pt idx="2667">
                <c:v>0.17350000000000021</c:v>
              </c:pt>
              <c:pt idx="2668">
                <c:v>0.17400000000000015</c:v>
              </c:pt>
              <c:pt idx="2669">
                <c:v>0.1745000000000001</c:v>
              </c:pt>
              <c:pt idx="2670">
                <c:v>0.17500000000000004</c:v>
              </c:pt>
              <c:pt idx="2671">
                <c:v>0.17550000000000021</c:v>
              </c:pt>
              <c:pt idx="2672">
                <c:v>0.17600000000000016</c:v>
              </c:pt>
              <c:pt idx="2673">
                <c:v>0.1765000000000001</c:v>
              </c:pt>
              <c:pt idx="2674">
                <c:v>0.17700000000000005</c:v>
              </c:pt>
              <c:pt idx="2675">
                <c:v>0.17750000000000021</c:v>
              </c:pt>
              <c:pt idx="2676">
                <c:v>0.17800000000000016</c:v>
              </c:pt>
              <c:pt idx="2677">
                <c:v>0.1785000000000001</c:v>
              </c:pt>
              <c:pt idx="2678">
                <c:v>0.17900000000000005</c:v>
              </c:pt>
              <c:pt idx="2679">
                <c:v>0.17950000000000021</c:v>
              </c:pt>
              <c:pt idx="2680">
                <c:v>0.18000000000000016</c:v>
              </c:pt>
              <c:pt idx="2681">
                <c:v>0.1805000000000001</c:v>
              </c:pt>
              <c:pt idx="2682">
                <c:v>0.18100000000000005</c:v>
              </c:pt>
              <c:pt idx="2683">
                <c:v>0.18150000000000022</c:v>
              </c:pt>
              <c:pt idx="2684">
                <c:v>0.18200000000000016</c:v>
              </c:pt>
              <c:pt idx="2685">
                <c:v>0.18250000000000011</c:v>
              </c:pt>
              <c:pt idx="2686">
                <c:v>0.18300000000000005</c:v>
              </c:pt>
              <c:pt idx="2687">
                <c:v>0.18350000000000022</c:v>
              </c:pt>
              <c:pt idx="2688">
                <c:v>0.18400000000000016</c:v>
              </c:pt>
              <c:pt idx="2689">
                <c:v>0.18450000000000011</c:v>
              </c:pt>
              <c:pt idx="2690">
                <c:v>0.18500000000000005</c:v>
              </c:pt>
              <c:pt idx="2691">
                <c:v>0.1855</c:v>
              </c:pt>
              <c:pt idx="2692">
                <c:v>0.18600000000000017</c:v>
              </c:pt>
              <c:pt idx="2693">
                <c:v>0.18650000000000011</c:v>
              </c:pt>
              <c:pt idx="2694">
                <c:v>0.18700000000000006</c:v>
              </c:pt>
              <c:pt idx="2695">
                <c:v>0.1875</c:v>
              </c:pt>
              <c:pt idx="2696">
                <c:v>0.18800000000000017</c:v>
              </c:pt>
              <c:pt idx="2697">
                <c:v>0.18850000000000011</c:v>
              </c:pt>
              <c:pt idx="2698">
                <c:v>0.18900000000000006</c:v>
              </c:pt>
              <c:pt idx="2699">
                <c:v>0.1895</c:v>
              </c:pt>
              <c:pt idx="2700">
                <c:v>0.19000000000000017</c:v>
              </c:pt>
              <c:pt idx="2701">
                <c:v>0.19050000000000011</c:v>
              </c:pt>
              <c:pt idx="2702">
                <c:v>0.19100000000000006</c:v>
              </c:pt>
              <c:pt idx="2703">
                <c:v>0.1915</c:v>
              </c:pt>
              <c:pt idx="2704">
                <c:v>0.19200000000000017</c:v>
              </c:pt>
              <c:pt idx="2705">
                <c:v>0.19250000000000012</c:v>
              </c:pt>
              <c:pt idx="2706">
                <c:v>0.19300000000000006</c:v>
              </c:pt>
              <c:pt idx="2707">
                <c:v>0.19350000000000001</c:v>
              </c:pt>
              <c:pt idx="2708">
                <c:v>0.19400000000000017</c:v>
              </c:pt>
              <c:pt idx="2709">
                <c:v>0.19450000000000012</c:v>
              </c:pt>
              <c:pt idx="2710">
                <c:v>0.19500000000000006</c:v>
              </c:pt>
              <c:pt idx="2711">
                <c:v>0.19550000000000001</c:v>
              </c:pt>
              <c:pt idx="2712">
                <c:v>0.19600000000000017</c:v>
              </c:pt>
              <c:pt idx="2713">
                <c:v>0.19650000000000012</c:v>
              </c:pt>
              <c:pt idx="2714">
                <c:v>0.19700000000000006</c:v>
              </c:pt>
              <c:pt idx="2715">
                <c:v>0.19750000000000001</c:v>
              </c:pt>
              <c:pt idx="2716">
                <c:v>0.19800000000000018</c:v>
              </c:pt>
              <c:pt idx="2717">
                <c:v>0.19850000000000012</c:v>
              </c:pt>
              <c:pt idx="2718">
                <c:v>0.19900000000000007</c:v>
              </c:pt>
              <c:pt idx="2719">
                <c:v>0.19950000000000001</c:v>
              </c:pt>
              <c:pt idx="2720">
                <c:v>0.20000000000000018</c:v>
              </c:pt>
              <c:pt idx="2721">
                <c:v>0.20050000000000012</c:v>
              </c:pt>
              <c:pt idx="2722">
                <c:v>0.20100000000000007</c:v>
              </c:pt>
              <c:pt idx="2723">
                <c:v>0.20150000000000001</c:v>
              </c:pt>
              <c:pt idx="2724">
                <c:v>0.20200000000000018</c:v>
              </c:pt>
              <c:pt idx="2725">
                <c:v>0.20250000000000012</c:v>
              </c:pt>
              <c:pt idx="2726">
                <c:v>0.20300000000000007</c:v>
              </c:pt>
              <c:pt idx="2727">
                <c:v>0.20350000000000001</c:v>
              </c:pt>
              <c:pt idx="2728">
                <c:v>0.20400000000000018</c:v>
              </c:pt>
              <c:pt idx="2729">
                <c:v>0.20450000000000013</c:v>
              </c:pt>
              <c:pt idx="2730">
                <c:v>0.20500000000000007</c:v>
              </c:pt>
              <c:pt idx="2731">
                <c:v>0.20550000000000002</c:v>
              </c:pt>
              <c:pt idx="2732">
                <c:v>0.20600000000000018</c:v>
              </c:pt>
              <c:pt idx="2733">
                <c:v>0.20650000000000013</c:v>
              </c:pt>
              <c:pt idx="2734">
                <c:v>0.20700000000000007</c:v>
              </c:pt>
              <c:pt idx="2735">
                <c:v>0.20750000000000002</c:v>
              </c:pt>
              <c:pt idx="2736">
                <c:v>0.20800000000000018</c:v>
              </c:pt>
              <c:pt idx="2737">
                <c:v>0.20850000000000013</c:v>
              </c:pt>
              <c:pt idx="2738">
                <c:v>0.20900000000000007</c:v>
              </c:pt>
              <c:pt idx="2739">
                <c:v>0.20950000000000002</c:v>
              </c:pt>
              <c:pt idx="2740">
                <c:v>0.21000000000000019</c:v>
              </c:pt>
              <c:pt idx="2741">
                <c:v>0.21050000000000013</c:v>
              </c:pt>
              <c:pt idx="2742">
                <c:v>0.21100000000000008</c:v>
              </c:pt>
              <c:pt idx="2743">
                <c:v>0.21150000000000002</c:v>
              </c:pt>
              <c:pt idx="2744">
                <c:v>0.21200000000000019</c:v>
              </c:pt>
              <c:pt idx="2745">
                <c:v>0.21250000000000013</c:v>
              </c:pt>
              <c:pt idx="2746">
                <c:v>0.21300000000000008</c:v>
              </c:pt>
              <c:pt idx="2747">
                <c:v>0.21350000000000002</c:v>
              </c:pt>
              <c:pt idx="2748">
                <c:v>0.21400000000000019</c:v>
              </c:pt>
              <c:pt idx="2749">
                <c:v>0.21450000000000014</c:v>
              </c:pt>
              <c:pt idx="2750">
                <c:v>0.21500000000000008</c:v>
              </c:pt>
              <c:pt idx="2751">
                <c:v>0.21550000000000002</c:v>
              </c:pt>
              <c:pt idx="2752">
                <c:v>0.21600000000000019</c:v>
              </c:pt>
              <c:pt idx="2753">
                <c:v>0.21650000000000014</c:v>
              </c:pt>
              <c:pt idx="2754">
                <c:v>0.21700000000000008</c:v>
              </c:pt>
              <c:pt idx="2755">
                <c:v>0.21750000000000003</c:v>
              </c:pt>
              <c:pt idx="2756">
                <c:v>0.21800000000000019</c:v>
              </c:pt>
              <c:pt idx="2757">
                <c:v>0.21850000000000014</c:v>
              </c:pt>
              <c:pt idx="2758">
                <c:v>0.21900000000000008</c:v>
              </c:pt>
              <c:pt idx="2759">
                <c:v>0.21950000000000003</c:v>
              </c:pt>
              <c:pt idx="2760">
                <c:v>0.2200000000000002</c:v>
              </c:pt>
              <c:pt idx="2761">
                <c:v>0.22050000000000014</c:v>
              </c:pt>
              <c:pt idx="2762">
                <c:v>0.22100000000000009</c:v>
              </c:pt>
              <c:pt idx="2763">
                <c:v>0.22150000000000003</c:v>
              </c:pt>
              <c:pt idx="2764">
                <c:v>0.2220000000000002</c:v>
              </c:pt>
              <c:pt idx="2765">
                <c:v>0.22250000000000014</c:v>
              </c:pt>
              <c:pt idx="2766">
                <c:v>0.22300000000000009</c:v>
              </c:pt>
              <c:pt idx="2767">
                <c:v>0.22350000000000003</c:v>
              </c:pt>
              <c:pt idx="2768">
                <c:v>0.2240000000000002</c:v>
              </c:pt>
              <c:pt idx="2769">
                <c:v>0.22450000000000014</c:v>
              </c:pt>
              <c:pt idx="2770">
                <c:v>0.22500000000000009</c:v>
              </c:pt>
              <c:pt idx="2771">
                <c:v>0.22550000000000003</c:v>
              </c:pt>
              <c:pt idx="2772">
                <c:v>0.2260000000000002</c:v>
              </c:pt>
              <c:pt idx="2773">
                <c:v>0.22650000000000015</c:v>
              </c:pt>
              <c:pt idx="2774">
                <c:v>0.22700000000000009</c:v>
              </c:pt>
              <c:pt idx="2775">
                <c:v>0.22750000000000004</c:v>
              </c:pt>
              <c:pt idx="2776">
                <c:v>0.2280000000000002</c:v>
              </c:pt>
              <c:pt idx="2777">
                <c:v>0.22850000000000015</c:v>
              </c:pt>
              <c:pt idx="2778">
                <c:v>0.22900000000000009</c:v>
              </c:pt>
              <c:pt idx="2779">
                <c:v>0.22950000000000004</c:v>
              </c:pt>
              <c:pt idx="2780">
                <c:v>0.2300000000000002</c:v>
              </c:pt>
              <c:pt idx="2781">
                <c:v>0.23050000000000015</c:v>
              </c:pt>
              <c:pt idx="2782">
                <c:v>0.23100000000000009</c:v>
              </c:pt>
              <c:pt idx="2783">
                <c:v>0.23150000000000004</c:v>
              </c:pt>
              <c:pt idx="2784">
                <c:v>0.23200000000000021</c:v>
              </c:pt>
              <c:pt idx="2785">
                <c:v>0.23250000000000015</c:v>
              </c:pt>
              <c:pt idx="2786">
                <c:v>0.2330000000000001</c:v>
              </c:pt>
              <c:pt idx="2787">
                <c:v>0.23350000000000004</c:v>
              </c:pt>
              <c:pt idx="2788">
                <c:v>0.23400000000000021</c:v>
              </c:pt>
              <c:pt idx="2789">
                <c:v>0.23450000000000015</c:v>
              </c:pt>
              <c:pt idx="2790">
                <c:v>0.2350000000000001</c:v>
              </c:pt>
              <c:pt idx="2791">
                <c:v>0.23550000000000004</c:v>
              </c:pt>
              <c:pt idx="2792">
                <c:v>0.23600000000000021</c:v>
              </c:pt>
              <c:pt idx="2793">
                <c:v>0.23650000000000015</c:v>
              </c:pt>
              <c:pt idx="2794">
                <c:v>0.2370000000000001</c:v>
              </c:pt>
              <c:pt idx="2795">
                <c:v>0.23750000000000004</c:v>
              </c:pt>
              <c:pt idx="2796">
                <c:v>0.23800000000000021</c:v>
              </c:pt>
              <c:pt idx="2797">
                <c:v>0.23850000000000016</c:v>
              </c:pt>
              <c:pt idx="2798">
                <c:v>0.2390000000000001</c:v>
              </c:pt>
              <c:pt idx="2799">
                <c:v>0.23950000000000005</c:v>
              </c:pt>
              <c:pt idx="2800">
                <c:v>0.24000000000000021</c:v>
              </c:pt>
              <c:pt idx="2801">
                <c:v>0.24050000000000016</c:v>
              </c:pt>
              <c:pt idx="2802">
                <c:v>0.2410000000000001</c:v>
              </c:pt>
              <c:pt idx="2803">
                <c:v>0.24150000000000005</c:v>
              </c:pt>
              <c:pt idx="2804">
                <c:v>0.24200000000000021</c:v>
              </c:pt>
              <c:pt idx="2805">
                <c:v>0.24250000000000016</c:v>
              </c:pt>
              <c:pt idx="2806">
                <c:v>0.2430000000000001</c:v>
              </c:pt>
              <c:pt idx="2807">
                <c:v>0.24350000000000005</c:v>
              </c:pt>
              <c:pt idx="2808">
                <c:v>0.24400000000000022</c:v>
              </c:pt>
              <c:pt idx="2809">
                <c:v>0.24450000000000016</c:v>
              </c:pt>
              <c:pt idx="2810">
                <c:v>0.24500000000000011</c:v>
              </c:pt>
              <c:pt idx="2811">
                <c:v>0.24550000000000005</c:v>
              </c:pt>
              <c:pt idx="2812">
                <c:v>0.24600000000000022</c:v>
              </c:pt>
              <c:pt idx="2813">
                <c:v>0.24650000000000016</c:v>
              </c:pt>
              <c:pt idx="2814">
                <c:v>0.24700000000000011</c:v>
              </c:pt>
              <c:pt idx="2815">
                <c:v>0.24750000000000005</c:v>
              </c:pt>
              <c:pt idx="2816">
                <c:v>0.248</c:v>
              </c:pt>
              <c:pt idx="2817">
                <c:v>0.24850000000000017</c:v>
              </c:pt>
              <c:pt idx="2818">
                <c:v>0.24900000000000011</c:v>
              </c:pt>
              <c:pt idx="2819">
                <c:v>0.24950000000000006</c:v>
              </c:pt>
              <c:pt idx="2820">
                <c:v>0.25</c:v>
              </c:pt>
              <c:pt idx="2821">
                <c:v>0.25050000000000017</c:v>
              </c:pt>
              <c:pt idx="2822">
                <c:v>0.25100000000000011</c:v>
              </c:pt>
              <c:pt idx="2823">
                <c:v>0.25150000000000006</c:v>
              </c:pt>
              <c:pt idx="2824">
                <c:v>0.252</c:v>
              </c:pt>
              <c:pt idx="2825">
                <c:v>0.25250000000000017</c:v>
              </c:pt>
              <c:pt idx="2826">
                <c:v>0.25300000000000011</c:v>
              </c:pt>
              <c:pt idx="2827">
                <c:v>0.25350000000000006</c:v>
              </c:pt>
              <c:pt idx="2828">
                <c:v>0.254</c:v>
              </c:pt>
              <c:pt idx="2829">
                <c:v>0.25450000000000017</c:v>
              </c:pt>
              <c:pt idx="2830">
                <c:v>0.25500000000000012</c:v>
              </c:pt>
              <c:pt idx="2831">
                <c:v>0.25550000000000006</c:v>
              </c:pt>
              <c:pt idx="2832">
                <c:v>0.25600000000000001</c:v>
              </c:pt>
              <c:pt idx="2833">
                <c:v>0.25650000000000017</c:v>
              </c:pt>
              <c:pt idx="2834">
                <c:v>0.25700000000000012</c:v>
              </c:pt>
              <c:pt idx="2835">
                <c:v>0.25750000000000006</c:v>
              </c:pt>
              <c:pt idx="2836">
                <c:v>0.25800000000000001</c:v>
              </c:pt>
              <c:pt idx="2837">
                <c:v>0.25850000000000017</c:v>
              </c:pt>
              <c:pt idx="2838">
                <c:v>0.25900000000000012</c:v>
              </c:pt>
              <c:pt idx="2839">
                <c:v>0.25950000000000006</c:v>
              </c:pt>
              <c:pt idx="2840">
                <c:v>0.26</c:v>
              </c:pt>
              <c:pt idx="2841">
                <c:v>0.26050000000000018</c:v>
              </c:pt>
              <c:pt idx="2842">
                <c:v>0.26100000000000012</c:v>
              </c:pt>
              <c:pt idx="2843">
                <c:v>0.26150000000000007</c:v>
              </c:pt>
              <c:pt idx="2844">
                <c:v>0.26200000000000001</c:v>
              </c:pt>
              <c:pt idx="2845">
                <c:v>0.26250000000000018</c:v>
              </c:pt>
              <c:pt idx="2846">
                <c:v>0.26300000000000012</c:v>
              </c:pt>
              <c:pt idx="2847">
                <c:v>0.26350000000000007</c:v>
              </c:pt>
              <c:pt idx="2848">
                <c:v>0.26400000000000001</c:v>
              </c:pt>
              <c:pt idx="2849">
                <c:v>0.26450000000000018</c:v>
              </c:pt>
              <c:pt idx="2850">
                <c:v>0.26500000000000012</c:v>
              </c:pt>
              <c:pt idx="2851">
                <c:v>0.26550000000000007</c:v>
              </c:pt>
              <c:pt idx="2852">
                <c:v>0.26600000000000001</c:v>
              </c:pt>
              <c:pt idx="2853">
                <c:v>0.26650000000000018</c:v>
              </c:pt>
              <c:pt idx="2854">
                <c:v>0.26700000000000013</c:v>
              </c:pt>
              <c:pt idx="2855">
                <c:v>0.26750000000000007</c:v>
              </c:pt>
              <c:pt idx="2856">
                <c:v>0.26800000000000002</c:v>
              </c:pt>
              <c:pt idx="2857">
                <c:v>0.26850000000000018</c:v>
              </c:pt>
              <c:pt idx="2858">
                <c:v>0.26900000000000013</c:v>
              </c:pt>
              <c:pt idx="2859">
                <c:v>0.26950000000000007</c:v>
              </c:pt>
              <c:pt idx="2860">
                <c:v>0.27</c:v>
              </c:pt>
              <c:pt idx="2861">
                <c:v>0.27050000000000018</c:v>
              </c:pt>
              <c:pt idx="2862">
                <c:v>0.27100000000000013</c:v>
              </c:pt>
              <c:pt idx="2863">
                <c:v>0.27150000000000007</c:v>
              </c:pt>
              <c:pt idx="2864">
                <c:v>0.27200000000000002</c:v>
              </c:pt>
              <c:pt idx="2865">
                <c:v>0.27250000000000019</c:v>
              </c:pt>
              <c:pt idx="2866">
                <c:v>0.27300000000000013</c:v>
              </c:pt>
              <c:pt idx="2867">
                <c:v>0.27350000000000008</c:v>
              </c:pt>
              <c:pt idx="2868">
                <c:v>0.27400000000000002</c:v>
              </c:pt>
              <c:pt idx="2869">
                <c:v>0.27450000000000019</c:v>
              </c:pt>
              <c:pt idx="2870">
                <c:v>0.27500000000000013</c:v>
              </c:pt>
              <c:pt idx="2871">
                <c:v>0.27550000000000008</c:v>
              </c:pt>
              <c:pt idx="2872">
                <c:v>0.27600000000000002</c:v>
              </c:pt>
              <c:pt idx="2873">
                <c:v>0.27650000000000019</c:v>
              </c:pt>
              <c:pt idx="2874">
                <c:v>0.27700000000000014</c:v>
              </c:pt>
              <c:pt idx="2875">
                <c:v>0.27750000000000008</c:v>
              </c:pt>
              <c:pt idx="2876">
                <c:v>0.27800000000000002</c:v>
              </c:pt>
              <c:pt idx="2877">
                <c:v>0.27850000000000019</c:v>
              </c:pt>
              <c:pt idx="2878">
                <c:v>0.27900000000000014</c:v>
              </c:pt>
              <c:pt idx="2879">
                <c:v>0.27950000000000008</c:v>
              </c:pt>
              <c:pt idx="2880">
                <c:v>0.28000000000000003</c:v>
              </c:pt>
              <c:pt idx="2881">
                <c:v>0.28050000000000019</c:v>
              </c:pt>
              <c:pt idx="2882">
                <c:v>0.28100000000000014</c:v>
              </c:pt>
              <c:pt idx="2883">
                <c:v>0.28150000000000008</c:v>
              </c:pt>
              <c:pt idx="2884">
                <c:v>0.28200000000000003</c:v>
              </c:pt>
              <c:pt idx="2885">
                <c:v>0.2825000000000002</c:v>
              </c:pt>
              <c:pt idx="2886">
                <c:v>0.28300000000000014</c:v>
              </c:pt>
              <c:pt idx="2887">
                <c:v>0.28350000000000009</c:v>
              </c:pt>
              <c:pt idx="2888">
                <c:v>0.28400000000000003</c:v>
              </c:pt>
              <c:pt idx="2889">
                <c:v>0.2845000000000002</c:v>
              </c:pt>
              <c:pt idx="2890">
                <c:v>0.28500000000000014</c:v>
              </c:pt>
              <c:pt idx="2891">
                <c:v>0.28550000000000009</c:v>
              </c:pt>
              <c:pt idx="2892">
                <c:v>0.28600000000000003</c:v>
              </c:pt>
              <c:pt idx="2893">
                <c:v>0.2865000000000002</c:v>
              </c:pt>
              <c:pt idx="2894">
                <c:v>0.28700000000000014</c:v>
              </c:pt>
              <c:pt idx="2895">
                <c:v>0.28750000000000009</c:v>
              </c:pt>
              <c:pt idx="2896">
                <c:v>0.28800000000000003</c:v>
              </c:pt>
              <c:pt idx="2897">
                <c:v>0.2885000000000002</c:v>
              </c:pt>
              <c:pt idx="2898">
                <c:v>0.28900000000000015</c:v>
              </c:pt>
              <c:pt idx="2899">
                <c:v>0.28950000000000009</c:v>
              </c:pt>
              <c:pt idx="2900">
                <c:v>0.29000000000000004</c:v>
              </c:pt>
              <c:pt idx="2901">
                <c:v>0.2905000000000002</c:v>
              </c:pt>
              <c:pt idx="2902">
                <c:v>0.29100000000000015</c:v>
              </c:pt>
              <c:pt idx="2903">
                <c:v>0.29150000000000009</c:v>
              </c:pt>
              <c:pt idx="2904">
                <c:v>0.29200000000000004</c:v>
              </c:pt>
              <c:pt idx="2905">
                <c:v>0.2925000000000002</c:v>
              </c:pt>
              <c:pt idx="2906">
                <c:v>0.29300000000000015</c:v>
              </c:pt>
              <c:pt idx="2907">
                <c:v>0.29350000000000009</c:v>
              </c:pt>
              <c:pt idx="2908">
                <c:v>0.29400000000000004</c:v>
              </c:pt>
              <c:pt idx="2909">
                <c:v>0.29450000000000021</c:v>
              </c:pt>
              <c:pt idx="2910">
                <c:v>0.29500000000000015</c:v>
              </c:pt>
              <c:pt idx="2911">
                <c:v>0.2955000000000001</c:v>
              </c:pt>
              <c:pt idx="2912">
                <c:v>0.29600000000000004</c:v>
              </c:pt>
              <c:pt idx="2913">
                <c:v>0.29650000000000021</c:v>
              </c:pt>
              <c:pt idx="2914">
                <c:v>0.29700000000000015</c:v>
              </c:pt>
              <c:pt idx="2915">
                <c:v>0.2975000000000001</c:v>
              </c:pt>
              <c:pt idx="2916">
                <c:v>0.29800000000000004</c:v>
              </c:pt>
              <c:pt idx="2917">
                <c:v>0.29850000000000021</c:v>
              </c:pt>
              <c:pt idx="2918">
                <c:v>0.29900000000000015</c:v>
              </c:pt>
              <c:pt idx="2919">
                <c:v>0.2995000000000001</c:v>
              </c:pt>
              <c:pt idx="2920">
                <c:v>0.30000000000000004</c:v>
              </c:pt>
              <c:pt idx="2921">
                <c:v>0.30050000000000021</c:v>
              </c:pt>
              <c:pt idx="2922">
                <c:v>0.30100000000000016</c:v>
              </c:pt>
              <c:pt idx="2923">
                <c:v>0.3015000000000001</c:v>
              </c:pt>
              <c:pt idx="2924">
                <c:v>0.30200000000000005</c:v>
              </c:pt>
              <c:pt idx="2925">
                <c:v>0.30250000000000021</c:v>
              </c:pt>
              <c:pt idx="2926">
                <c:v>0.30300000000000016</c:v>
              </c:pt>
              <c:pt idx="2927">
                <c:v>0.3035000000000001</c:v>
              </c:pt>
              <c:pt idx="2928">
                <c:v>0.30400000000000005</c:v>
              </c:pt>
              <c:pt idx="2929">
                <c:v>0.30450000000000021</c:v>
              </c:pt>
              <c:pt idx="2930">
                <c:v>0.30500000000000016</c:v>
              </c:pt>
              <c:pt idx="2931">
                <c:v>0.3055000000000001</c:v>
              </c:pt>
              <c:pt idx="2932">
                <c:v>0.30600000000000005</c:v>
              </c:pt>
              <c:pt idx="2933">
                <c:v>0.30650000000000022</c:v>
              </c:pt>
              <c:pt idx="2934">
                <c:v>0.30700000000000016</c:v>
              </c:pt>
              <c:pt idx="2935">
                <c:v>0.30750000000000011</c:v>
              </c:pt>
              <c:pt idx="2936">
                <c:v>0.30800000000000005</c:v>
              </c:pt>
              <c:pt idx="2937">
                <c:v>0.30850000000000022</c:v>
              </c:pt>
              <c:pt idx="2938">
                <c:v>0.30900000000000016</c:v>
              </c:pt>
              <c:pt idx="2939">
                <c:v>0.30950000000000011</c:v>
              </c:pt>
              <c:pt idx="2940">
                <c:v>0.31000000000000005</c:v>
              </c:pt>
              <c:pt idx="2941">
                <c:v>0.31050000000000022</c:v>
              </c:pt>
              <c:pt idx="2942">
                <c:v>0.31100000000000017</c:v>
              </c:pt>
              <c:pt idx="2943">
                <c:v>0.31150000000000011</c:v>
              </c:pt>
              <c:pt idx="2944">
                <c:v>0.31200000000000006</c:v>
              </c:pt>
              <c:pt idx="2945">
                <c:v>0.3125</c:v>
              </c:pt>
              <c:pt idx="2946">
                <c:v>0.31300000000000017</c:v>
              </c:pt>
              <c:pt idx="2947">
                <c:v>0.31350000000000011</c:v>
              </c:pt>
              <c:pt idx="2948">
                <c:v>0.31400000000000006</c:v>
              </c:pt>
              <c:pt idx="2949">
                <c:v>0.3145</c:v>
              </c:pt>
              <c:pt idx="2950">
                <c:v>0.31500000000000017</c:v>
              </c:pt>
              <c:pt idx="2951">
                <c:v>0.31550000000000011</c:v>
              </c:pt>
              <c:pt idx="2952">
                <c:v>0.31600000000000006</c:v>
              </c:pt>
              <c:pt idx="2953">
                <c:v>0.3165</c:v>
              </c:pt>
              <c:pt idx="2954">
                <c:v>0.31700000000000017</c:v>
              </c:pt>
              <c:pt idx="2955">
                <c:v>0.31750000000000012</c:v>
              </c:pt>
              <c:pt idx="2956">
                <c:v>0.31800000000000006</c:v>
              </c:pt>
              <c:pt idx="2957">
                <c:v>0.31850000000000001</c:v>
              </c:pt>
              <c:pt idx="2958">
                <c:v>0.31900000000000017</c:v>
              </c:pt>
              <c:pt idx="2959">
                <c:v>0.31950000000000012</c:v>
              </c:pt>
              <c:pt idx="2960">
                <c:v>0.32000000000000006</c:v>
              </c:pt>
              <c:pt idx="2961">
                <c:v>0.32050000000000001</c:v>
              </c:pt>
              <c:pt idx="2962">
                <c:v>0.32100000000000017</c:v>
              </c:pt>
              <c:pt idx="2963">
                <c:v>0.32150000000000012</c:v>
              </c:pt>
              <c:pt idx="2964">
                <c:v>0.32200000000000006</c:v>
              </c:pt>
              <c:pt idx="2965">
                <c:v>0.32250000000000001</c:v>
              </c:pt>
              <c:pt idx="2966">
                <c:v>0.32300000000000018</c:v>
              </c:pt>
              <c:pt idx="2967">
                <c:v>0.32350000000000012</c:v>
              </c:pt>
              <c:pt idx="2968">
                <c:v>0.32400000000000007</c:v>
              </c:pt>
              <c:pt idx="2969">
                <c:v>0.32450000000000001</c:v>
              </c:pt>
              <c:pt idx="2970">
                <c:v>0.32500000000000018</c:v>
              </c:pt>
              <c:pt idx="2971">
                <c:v>0.32550000000000012</c:v>
              </c:pt>
              <c:pt idx="2972">
                <c:v>0.32600000000000007</c:v>
              </c:pt>
              <c:pt idx="2973">
                <c:v>0.32650000000000001</c:v>
              </c:pt>
              <c:pt idx="2974">
                <c:v>0.32700000000000018</c:v>
              </c:pt>
              <c:pt idx="2975">
                <c:v>0.32750000000000012</c:v>
              </c:pt>
              <c:pt idx="2976">
                <c:v>0.32800000000000007</c:v>
              </c:pt>
              <c:pt idx="2977">
                <c:v>0.32850000000000001</c:v>
              </c:pt>
              <c:pt idx="2978">
                <c:v>0.32900000000000018</c:v>
              </c:pt>
              <c:pt idx="2979">
                <c:v>0.32950000000000013</c:v>
              </c:pt>
              <c:pt idx="2980">
                <c:v>0.33000000000000007</c:v>
              </c:pt>
              <c:pt idx="2981">
                <c:v>0.33050000000000002</c:v>
              </c:pt>
              <c:pt idx="2982">
                <c:v>0.33100000000000018</c:v>
              </c:pt>
              <c:pt idx="2983">
                <c:v>0.33150000000000013</c:v>
              </c:pt>
              <c:pt idx="2984">
                <c:v>0.33200000000000007</c:v>
              </c:pt>
              <c:pt idx="2985">
                <c:v>0.33250000000000002</c:v>
              </c:pt>
              <c:pt idx="2986">
                <c:v>0.33300000000000018</c:v>
              </c:pt>
              <c:pt idx="2987">
                <c:v>0.33350000000000013</c:v>
              </c:pt>
              <c:pt idx="2988">
                <c:v>0.33400000000000007</c:v>
              </c:pt>
              <c:pt idx="2989">
                <c:v>0.33450000000000002</c:v>
              </c:pt>
              <c:pt idx="2990">
                <c:v>0.33500000000000019</c:v>
              </c:pt>
              <c:pt idx="2991">
                <c:v>0.33550000000000013</c:v>
              </c:pt>
              <c:pt idx="2992">
                <c:v>0.33600000000000008</c:v>
              </c:pt>
              <c:pt idx="2993">
                <c:v>0.33650000000000002</c:v>
              </c:pt>
              <c:pt idx="2994">
                <c:v>0.33700000000000019</c:v>
              </c:pt>
              <c:pt idx="2995">
                <c:v>0.33750000000000013</c:v>
              </c:pt>
              <c:pt idx="2996">
                <c:v>0.33800000000000008</c:v>
              </c:pt>
              <c:pt idx="2997">
                <c:v>0.33850000000000002</c:v>
              </c:pt>
              <c:pt idx="2998">
                <c:v>0.33900000000000019</c:v>
              </c:pt>
              <c:pt idx="2999">
                <c:v>0.33950000000000014</c:v>
              </c:pt>
              <c:pt idx="3000">
                <c:v>0.34000000000000008</c:v>
              </c:pt>
              <c:pt idx="3001">
                <c:v>0.34050000000000002</c:v>
              </c:pt>
              <c:pt idx="3002">
                <c:v>0.34100000000000019</c:v>
              </c:pt>
              <c:pt idx="3003">
                <c:v>0.34150000000000014</c:v>
              </c:pt>
              <c:pt idx="3004">
                <c:v>0.34200000000000008</c:v>
              </c:pt>
              <c:pt idx="3005">
                <c:v>0.34250000000000003</c:v>
              </c:pt>
              <c:pt idx="3006">
                <c:v>0.34300000000000019</c:v>
              </c:pt>
              <c:pt idx="3007">
                <c:v>0.34350000000000014</c:v>
              </c:pt>
              <c:pt idx="3008">
                <c:v>0.34400000000000008</c:v>
              </c:pt>
              <c:pt idx="3009">
                <c:v>0.34450000000000003</c:v>
              </c:pt>
              <c:pt idx="3010">
                <c:v>0.3450000000000002</c:v>
              </c:pt>
              <c:pt idx="3011">
                <c:v>0.34550000000000014</c:v>
              </c:pt>
              <c:pt idx="3012">
                <c:v>0.34600000000000009</c:v>
              </c:pt>
              <c:pt idx="3013">
                <c:v>0.34650000000000003</c:v>
              </c:pt>
              <c:pt idx="3014">
                <c:v>0.3470000000000002</c:v>
              </c:pt>
              <c:pt idx="3015">
                <c:v>0.34750000000000014</c:v>
              </c:pt>
              <c:pt idx="3016">
                <c:v>0.34800000000000009</c:v>
              </c:pt>
              <c:pt idx="3017">
                <c:v>0.34850000000000003</c:v>
              </c:pt>
              <c:pt idx="3018">
                <c:v>0.3490000000000002</c:v>
              </c:pt>
              <c:pt idx="3019">
                <c:v>0.34950000000000014</c:v>
              </c:pt>
              <c:pt idx="3020">
                <c:v>0.35000000000000009</c:v>
              </c:pt>
              <c:pt idx="3021">
                <c:v>0.35050000000000003</c:v>
              </c:pt>
              <c:pt idx="3022">
                <c:v>0.3510000000000002</c:v>
              </c:pt>
              <c:pt idx="3023">
                <c:v>0.35150000000000015</c:v>
              </c:pt>
              <c:pt idx="3024">
                <c:v>0.35200000000000009</c:v>
              </c:pt>
              <c:pt idx="3025">
                <c:v>0.35250000000000004</c:v>
              </c:pt>
              <c:pt idx="3026">
                <c:v>0.3530000000000002</c:v>
              </c:pt>
              <c:pt idx="3027">
                <c:v>0.35350000000000015</c:v>
              </c:pt>
              <c:pt idx="3028">
                <c:v>0.35400000000000009</c:v>
              </c:pt>
              <c:pt idx="3029">
                <c:v>0.35450000000000004</c:v>
              </c:pt>
              <c:pt idx="3030">
                <c:v>0.3550000000000002</c:v>
              </c:pt>
              <c:pt idx="3031">
                <c:v>0.35550000000000015</c:v>
              </c:pt>
              <c:pt idx="3032">
                <c:v>0.35600000000000009</c:v>
              </c:pt>
              <c:pt idx="3033">
                <c:v>0.35650000000000004</c:v>
              </c:pt>
              <c:pt idx="3034">
                <c:v>0.35700000000000021</c:v>
              </c:pt>
              <c:pt idx="3035">
                <c:v>0.35750000000000015</c:v>
              </c:pt>
              <c:pt idx="3036">
                <c:v>0.3580000000000001</c:v>
              </c:pt>
              <c:pt idx="3037">
                <c:v>0.35850000000000004</c:v>
              </c:pt>
              <c:pt idx="3038">
                <c:v>0.35900000000000021</c:v>
              </c:pt>
              <c:pt idx="3039">
                <c:v>0.35950000000000015</c:v>
              </c:pt>
              <c:pt idx="3040">
                <c:v>0.3600000000000001</c:v>
              </c:pt>
              <c:pt idx="3041">
                <c:v>0.36050000000000004</c:v>
              </c:pt>
              <c:pt idx="3042">
                <c:v>0.36100000000000021</c:v>
              </c:pt>
              <c:pt idx="3043">
                <c:v>0.36150000000000015</c:v>
              </c:pt>
              <c:pt idx="3044">
                <c:v>0.3620000000000001</c:v>
              </c:pt>
              <c:pt idx="3045">
                <c:v>0.36250000000000004</c:v>
              </c:pt>
              <c:pt idx="3046">
                <c:v>0.36300000000000021</c:v>
              </c:pt>
              <c:pt idx="3047">
                <c:v>0.36350000000000016</c:v>
              </c:pt>
              <c:pt idx="3048">
                <c:v>0.3640000000000001</c:v>
              </c:pt>
              <c:pt idx="3049">
                <c:v>0.36450000000000005</c:v>
              </c:pt>
              <c:pt idx="3050">
                <c:v>0.36500000000000021</c:v>
              </c:pt>
              <c:pt idx="3051">
                <c:v>0.36550000000000016</c:v>
              </c:pt>
              <c:pt idx="3052">
                <c:v>0.3660000000000001</c:v>
              </c:pt>
              <c:pt idx="3053">
                <c:v>0.36650000000000005</c:v>
              </c:pt>
              <c:pt idx="3054">
                <c:v>0.36700000000000021</c:v>
              </c:pt>
              <c:pt idx="3055">
                <c:v>0.36750000000000016</c:v>
              </c:pt>
              <c:pt idx="3056">
                <c:v>0.3680000000000001</c:v>
              </c:pt>
              <c:pt idx="3057">
                <c:v>0.36850000000000005</c:v>
              </c:pt>
              <c:pt idx="3058">
                <c:v>0.36900000000000022</c:v>
              </c:pt>
              <c:pt idx="3059">
                <c:v>0.36950000000000016</c:v>
              </c:pt>
              <c:pt idx="3060">
                <c:v>0.37000000000000011</c:v>
              </c:pt>
              <c:pt idx="3061">
                <c:v>0.37050000000000005</c:v>
              </c:pt>
              <c:pt idx="3062">
                <c:v>0.37100000000000022</c:v>
              </c:pt>
              <c:pt idx="3063">
                <c:v>0.37150000000000016</c:v>
              </c:pt>
              <c:pt idx="3064">
                <c:v>0.37200000000000011</c:v>
              </c:pt>
              <c:pt idx="3065">
                <c:v>0.37250000000000005</c:v>
              </c:pt>
              <c:pt idx="3066">
                <c:v>0.37300000000000022</c:v>
              </c:pt>
              <c:pt idx="3067">
                <c:v>0.37350000000000017</c:v>
              </c:pt>
              <c:pt idx="3068">
                <c:v>0.37400000000000011</c:v>
              </c:pt>
              <c:pt idx="3069">
                <c:v>0.37450000000000006</c:v>
              </c:pt>
              <c:pt idx="3070">
                <c:v>0.37500000000000022</c:v>
              </c:pt>
              <c:pt idx="3071">
                <c:v>0.37550000000000017</c:v>
              </c:pt>
              <c:pt idx="3072">
                <c:v>0.37600000000000011</c:v>
              </c:pt>
              <c:pt idx="3073">
                <c:v>0.37650000000000006</c:v>
              </c:pt>
              <c:pt idx="3074">
                <c:v>0.377</c:v>
              </c:pt>
              <c:pt idx="3075">
                <c:v>0.37750000000000017</c:v>
              </c:pt>
              <c:pt idx="3076">
                <c:v>0.37800000000000011</c:v>
              </c:pt>
              <c:pt idx="3077">
                <c:v>0.37850000000000006</c:v>
              </c:pt>
              <c:pt idx="3078">
                <c:v>0.379</c:v>
              </c:pt>
              <c:pt idx="3079">
                <c:v>0.37950000000000017</c:v>
              </c:pt>
              <c:pt idx="3080">
                <c:v>0.38000000000000012</c:v>
              </c:pt>
              <c:pt idx="3081">
                <c:v>0.38050000000000006</c:v>
              </c:pt>
              <c:pt idx="3082">
                <c:v>0.38100000000000001</c:v>
              </c:pt>
              <c:pt idx="3083">
                <c:v>0.38150000000000017</c:v>
              </c:pt>
              <c:pt idx="3084">
                <c:v>0.38200000000000012</c:v>
              </c:pt>
              <c:pt idx="3085">
                <c:v>0.38250000000000006</c:v>
              </c:pt>
              <c:pt idx="3086">
                <c:v>0.38300000000000001</c:v>
              </c:pt>
              <c:pt idx="3087">
                <c:v>0.38350000000000017</c:v>
              </c:pt>
              <c:pt idx="3088">
                <c:v>0.38400000000000012</c:v>
              </c:pt>
              <c:pt idx="3089">
                <c:v>0.38450000000000006</c:v>
              </c:pt>
              <c:pt idx="3090">
                <c:v>0.38500000000000001</c:v>
              </c:pt>
              <c:pt idx="3091">
                <c:v>0.38550000000000018</c:v>
              </c:pt>
              <c:pt idx="3092">
                <c:v>0.38600000000000012</c:v>
              </c:pt>
              <c:pt idx="3093">
                <c:v>0.38650000000000007</c:v>
              </c:pt>
              <c:pt idx="3094">
                <c:v>0.38700000000000001</c:v>
              </c:pt>
              <c:pt idx="3095">
                <c:v>0.38750000000000018</c:v>
              </c:pt>
              <c:pt idx="3096">
                <c:v>0.38800000000000012</c:v>
              </c:pt>
              <c:pt idx="3097">
                <c:v>0.38850000000000007</c:v>
              </c:pt>
              <c:pt idx="3098">
                <c:v>0.38900000000000001</c:v>
              </c:pt>
              <c:pt idx="3099">
                <c:v>0.38950000000000018</c:v>
              </c:pt>
              <c:pt idx="3100">
                <c:v>0.39000000000000012</c:v>
              </c:pt>
              <c:pt idx="3101">
                <c:v>0.39050000000000007</c:v>
              </c:pt>
              <c:pt idx="3102">
                <c:v>0.39100000000000001</c:v>
              </c:pt>
              <c:pt idx="3103">
                <c:v>0.39150000000000018</c:v>
              </c:pt>
              <c:pt idx="3104">
                <c:v>0.39200000000000013</c:v>
              </c:pt>
              <c:pt idx="3105">
                <c:v>0.39250000000000007</c:v>
              </c:pt>
              <c:pt idx="3106">
                <c:v>0.39300000000000002</c:v>
              </c:pt>
              <c:pt idx="3107">
                <c:v>0.39350000000000018</c:v>
              </c:pt>
              <c:pt idx="3108">
                <c:v>0.39400000000000013</c:v>
              </c:pt>
              <c:pt idx="3109">
                <c:v>0.39450000000000007</c:v>
              </c:pt>
              <c:pt idx="3110">
                <c:v>0.39500000000000002</c:v>
              </c:pt>
              <c:pt idx="3111">
                <c:v>0.39550000000000018</c:v>
              </c:pt>
              <c:pt idx="3112">
                <c:v>0.39600000000000013</c:v>
              </c:pt>
              <c:pt idx="3113">
                <c:v>0.39650000000000007</c:v>
              </c:pt>
              <c:pt idx="3114">
                <c:v>0.39700000000000002</c:v>
              </c:pt>
              <c:pt idx="3115">
                <c:v>0.39750000000000019</c:v>
              </c:pt>
              <c:pt idx="3116">
                <c:v>0.39800000000000013</c:v>
              </c:pt>
              <c:pt idx="3117">
                <c:v>0.39850000000000008</c:v>
              </c:pt>
              <c:pt idx="3118">
                <c:v>0.39900000000000002</c:v>
              </c:pt>
              <c:pt idx="3119">
                <c:v>0.39950000000000019</c:v>
              </c:pt>
              <c:pt idx="3120">
                <c:v>0.40000000000000013</c:v>
              </c:pt>
              <c:pt idx="3121">
                <c:v>0.40050000000000008</c:v>
              </c:pt>
              <c:pt idx="3122">
                <c:v>0.40100000000000002</c:v>
              </c:pt>
              <c:pt idx="3123">
                <c:v>0.40150000000000019</c:v>
              </c:pt>
              <c:pt idx="3124">
                <c:v>0.40200000000000014</c:v>
              </c:pt>
              <c:pt idx="3125">
                <c:v>0.40250000000000008</c:v>
              </c:pt>
              <c:pt idx="3126">
                <c:v>0.40300000000000002</c:v>
              </c:pt>
              <c:pt idx="3127">
                <c:v>0.40350000000000019</c:v>
              </c:pt>
              <c:pt idx="3128">
                <c:v>0.40400000000000014</c:v>
              </c:pt>
              <c:pt idx="3129">
                <c:v>0.40450000000000008</c:v>
              </c:pt>
              <c:pt idx="3130">
                <c:v>0.40500000000000003</c:v>
              </c:pt>
              <c:pt idx="3131">
                <c:v>0.40550000000000019</c:v>
              </c:pt>
              <c:pt idx="3132">
                <c:v>0.40600000000000014</c:v>
              </c:pt>
              <c:pt idx="3133">
                <c:v>0.40650000000000008</c:v>
              </c:pt>
              <c:pt idx="3134">
                <c:v>0.40700000000000003</c:v>
              </c:pt>
              <c:pt idx="3135">
                <c:v>0.4075000000000002</c:v>
              </c:pt>
              <c:pt idx="3136">
                <c:v>0.40800000000000014</c:v>
              </c:pt>
              <c:pt idx="3137">
                <c:v>0.40850000000000009</c:v>
              </c:pt>
              <c:pt idx="3138">
                <c:v>0.40900000000000003</c:v>
              </c:pt>
              <c:pt idx="3139">
                <c:v>0.4095000000000002</c:v>
              </c:pt>
              <c:pt idx="3140">
                <c:v>0.41000000000000014</c:v>
              </c:pt>
              <c:pt idx="3141">
                <c:v>0.41050000000000009</c:v>
              </c:pt>
              <c:pt idx="3142">
                <c:v>0.41100000000000003</c:v>
              </c:pt>
              <c:pt idx="3143">
                <c:v>0.4115000000000002</c:v>
              </c:pt>
              <c:pt idx="3144">
                <c:v>0.41200000000000014</c:v>
              </c:pt>
              <c:pt idx="3145">
                <c:v>0.41250000000000009</c:v>
              </c:pt>
              <c:pt idx="3146">
                <c:v>0.41300000000000003</c:v>
              </c:pt>
              <c:pt idx="3147">
                <c:v>0.4135000000000002</c:v>
              </c:pt>
              <c:pt idx="3148">
                <c:v>0.41400000000000015</c:v>
              </c:pt>
              <c:pt idx="3149">
                <c:v>0.41450000000000009</c:v>
              </c:pt>
              <c:pt idx="3150">
                <c:v>0.41500000000000004</c:v>
              </c:pt>
              <c:pt idx="3151">
                <c:v>0.4155000000000002</c:v>
              </c:pt>
              <c:pt idx="3152">
                <c:v>0.41600000000000015</c:v>
              </c:pt>
              <c:pt idx="3153">
                <c:v>0.41650000000000009</c:v>
              </c:pt>
              <c:pt idx="3154">
                <c:v>0.41700000000000004</c:v>
              </c:pt>
              <c:pt idx="3155">
                <c:v>0.4175000000000002</c:v>
              </c:pt>
              <c:pt idx="3156">
                <c:v>0.41800000000000015</c:v>
              </c:pt>
              <c:pt idx="3157">
                <c:v>0.41850000000000009</c:v>
              </c:pt>
              <c:pt idx="3158">
                <c:v>0.41900000000000004</c:v>
              </c:pt>
              <c:pt idx="3159">
                <c:v>0.41950000000000021</c:v>
              </c:pt>
              <c:pt idx="3160">
                <c:v>0.42000000000000015</c:v>
              </c:pt>
              <c:pt idx="3161">
                <c:v>0.4205000000000001</c:v>
              </c:pt>
              <c:pt idx="3162">
                <c:v>0.42100000000000004</c:v>
              </c:pt>
              <c:pt idx="3163">
                <c:v>0.42150000000000021</c:v>
              </c:pt>
              <c:pt idx="3164">
                <c:v>0.42200000000000015</c:v>
              </c:pt>
              <c:pt idx="3165">
                <c:v>0.4225000000000001</c:v>
              </c:pt>
              <c:pt idx="3166">
                <c:v>0.42300000000000004</c:v>
              </c:pt>
              <c:pt idx="3167">
                <c:v>0.42350000000000021</c:v>
              </c:pt>
              <c:pt idx="3168">
                <c:v>0.42400000000000015</c:v>
              </c:pt>
              <c:pt idx="3169">
                <c:v>0.4245000000000001</c:v>
              </c:pt>
              <c:pt idx="3170">
                <c:v>0.42500000000000004</c:v>
              </c:pt>
              <c:pt idx="3171">
                <c:v>0.42550000000000021</c:v>
              </c:pt>
              <c:pt idx="3172">
                <c:v>0.42600000000000016</c:v>
              </c:pt>
              <c:pt idx="3173">
                <c:v>0.4265000000000001</c:v>
              </c:pt>
              <c:pt idx="3174">
                <c:v>0.42700000000000005</c:v>
              </c:pt>
              <c:pt idx="3175">
                <c:v>0.42750000000000021</c:v>
              </c:pt>
              <c:pt idx="3176">
                <c:v>0.42800000000000016</c:v>
              </c:pt>
              <c:pt idx="3177">
                <c:v>0.4285000000000001</c:v>
              </c:pt>
              <c:pt idx="3178">
                <c:v>0.42900000000000005</c:v>
              </c:pt>
              <c:pt idx="3179">
                <c:v>0.42950000000000021</c:v>
              </c:pt>
              <c:pt idx="3180">
                <c:v>0.43000000000000016</c:v>
              </c:pt>
              <c:pt idx="3181">
                <c:v>0.4305000000000001</c:v>
              </c:pt>
              <c:pt idx="3182">
                <c:v>0.43100000000000005</c:v>
              </c:pt>
              <c:pt idx="3183">
                <c:v>0.43150000000000022</c:v>
              </c:pt>
              <c:pt idx="3184">
                <c:v>0.43200000000000016</c:v>
              </c:pt>
              <c:pt idx="3185">
                <c:v>0.43250000000000011</c:v>
              </c:pt>
              <c:pt idx="3186">
                <c:v>0.43300000000000005</c:v>
              </c:pt>
              <c:pt idx="3187">
                <c:v>0.43350000000000022</c:v>
              </c:pt>
              <c:pt idx="3188">
                <c:v>0.43400000000000016</c:v>
              </c:pt>
              <c:pt idx="3189">
                <c:v>0.43450000000000011</c:v>
              </c:pt>
              <c:pt idx="3190">
                <c:v>0.43500000000000005</c:v>
              </c:pt>
              <c:pt idx="3191">
                <c:v>0.43550000000000022</c:v>
              </c:pt>
              <c:pt idx="3192">
                <c:v>0.43600000000000017</c:v>
              </c:pt>
              <c:pt idx="3193">
                <c:v>0.43650000000000011</c:v>
              </c:pt>
              <c:pt idx="3194">
                <c:v>0.43700000000000006</c:v>
              </c:pt>
              <c:pt idx="3195">
                <c:v>0.43750000000000022</c:v>
              </c:pt>
              <c:pt idx="3196">
                <c:v>0.43800000000000017</c:v>
              </c:pt>
              <c:pt idx="3197">
                <c:v>0.43850000000000011</c:v>
              </c:pt>
              <c:pt idx="3198">
                <c:v>0.43900000000000006</c:v>
              </c:pt>
              <c:pt idx="3199">
                <c:v>0.43950000000000022</c:v>
              </c:pt>
              <c:pt idx="3200">
                <c:v>0.44000000000000017</c:v>
              </c:pt>
              <c:pt idx="3201">
                <c:v>0.44050000000000011</c:v>
              </c:pt>
              <c:pt idx="3202">
                <c:v>0.44100000000000006</c:v>
              </c:pt>
              <c:pt idx="3203">
                <c:v>0.4415</c:v>
              </c:pt>
              <c:pt idx="3204">
                <c:v>0.44200000000000017</c:v>
              </c:pt>
              <c:pt idx="3205">
                <c:v>0.44250000000000012</c:v>
              </c:pt>
              <c:pt idx="3206">
                <c:v>0.44300000000000006</c:v>
              </c:pt>
              <c:pt idx="3207">
                <c:v>0.44350000000000001</c:v>
              </c:pt>
              <c:pt idx="3208">
                <c:v>0.44400000000000017</c:v>
              </c:pt>
              <c:pt idx="3209">
                <c:v>0.44450000000000012</c:v>
              </c:pt>
              <c:pt idx="3210">
                <c:v>0.44500000000000006</c:v>
              </c:pt>
              <c:pt idx="3211">
                <c:v>0.44550000000000001</c:v>
              </c:pt>
              <c:pt idx="3212">
                <c:v>0.44600000000000017</c:v>
              </c:pt>
              <c:pt idx="3213">
                <c:v>0.44650000000000012</c:v>
              </c:pt>
              <c:pt idx="3214">
                <c:v>0.44700000000000006</c:v>
              </c:pt>
              <c:pt idx="3215">
                <c:v>0.44750000000000001</c:v>
              </c:pt>
              <c:pt idx="3216">
                <c:v>0.44800000000000018</c:v>
              </c:pt>
              <c:pt idx="3217">
                <c:v>0.44850000000000012</c:v>
              </c:pt>
              <c:pt idx="3218">
                <c:v>0.44900000000000007</c:v>
              </c:pt>
              <c:pt idx="3219">
                <c:v>0.44950000000000001</c:v>
              </c:pt>
              <c:pt idx="3220">
                <c:v>0.45000000000000018</c:v>
              </c:pt>
              <c:pt idx="3221">
                <c:v>0.45050000000000012</c:v>
              </c:pt>
              <c:pt idx="3222">
                <c:v>0.45100000000000007</c:v>
              </c:pt>
              <c:pt idx="3223">
                <c:v>0.45150000000000001</c:v>
              </c:pt>
              <c:pt idx="3224">
                <c:v>0.45200000000000018</c:v>
              </c:pt>
              <c:pt idx="3225">
                <c:v>0.45250000000000012</c:v>
              </c:pt>
              <c:pt idx="3226">
                <c:v>0.45300000000000007</c:v>
              </c:pt>
              <c:pt idx="3227">
                <c:v>0.45350000000000001</c:v>
              </c:pt>
              <c:pt idx="3228">
                <c:v>0.45400000000000018</c:v>
              </c:pt>
              <c:pt idx="3229">
                <c:v>0.45450000000000013</c:v>
              </c:pt>
              <c:pt idx="3230">
                <c:v>0.45500000000000007</c:v>
              </c:pt>
              <c:pt idx="3231">
                <c:v>0.45550000000000002</c:v>
              </c:pt>
              <c:pt idx="3232">
                <c:v>0.45600000000000018</c:v>
              </c:pt>
              <c:pt idx="3233">
                <c:v>0.45650000000000013</c:v>
              </c:pt>
              <c:pt idx="3234">
                <c:v>0.45700000000000007</c:v>
              </c:pt>
              <c:pt idx="3235">
                <c:v>0.45750000000000002</c:v>
              </c:pt>
              <c:pt idx="3236">
                <c:v>0.45800000000000018</c:v>
              </c:pt>
              <c:pt idx="3237">
                <c:v>0.45850000000000013</c:v>
              </c:pt>
              <c:pt idx="3238">
                <c:v>0.45900000000000007</c:v>
              </c:pt>
              <c:pt idx="3239">
                <c:v>0.45950000000000002</c:v>
              </c:pt>
              <c:pt idx="3240">
                <c:v>0.46000000000000019</c:v>
              </c:pt>
              <c:pt idx="3241">
                <c:v>0.46050000000000013</c:v>
              </c:pt>
              <c:pt idx="3242">
                <c:v>0.46100000000000008</c:v>
              </c:pt>
              <c:pt idx="3243">
                <c:v>0.46150000000000002</c:v>
              </c:pt>
              <c:pt idx="3244">
                <c:v>0.46200000000000019</c:v>
              </c:pt>
              <c:pt idx="3245">
                <c:v>0.46250000000000013</c:v>
              </c:pt>
              <c:pt idx="3246">
                <c:v>0.46300000000000008</c:v>
              </c:pt>
              <c:pt idx="3247">
                <c:v>0.46350000000000002</c:v>
              </c:pt>
              <c:pt idx="3248">
                <c:v>0.46400000000000019</c:v>
              </c:pt>
              <c:pt idx="3249">
                <c:v>0.46450000000000014</c:v>
              </c:pt>
              <c:pt idx="3250">
                <c:v>0.46500000000000008</c:v>
              </c:pt>
              <c:pt idx="3251">
                <c:v>0.46550000000000002</c:v>
              </c:pt>
              <c:pt idx="3252">
                <c:v>0.46600000000000019</c:v>
              </c:pt>
              <c:pt idx="3253">
                <c:v>0.46650000000000014</c:v>
              </c:pt>
              <c:pt idx="3254">
                <c:v>0.46700000000000008</c:v>
              </c:pt>
              <c:pt idx="3255">
                <c:v>0.46750000000000003</c:v>
              </c:pt>
              <c:pt idx="3256">
                <c:v>0.46800000000000019</c:v>
              </c:pt>
              <c:pt idx="3257">
                <c:v>0.46850000000000014</c:v>
              </c:pt>
              <c:pt idx="3258">
                <c:v>0.46900000000000008</c:v>
              </c:pt>
              <c:pt idx="3259">
                <c:v>0.46950000000000003</c:v>
              </c:pt>
              <c:pt idx="3260">
                <c:v>0.4700000000000002</c:v>
              </c:pt>
              <c:pt idx="3261">
                <c:v>0.47050000000000014</c:v>
              </c:pt>
              <c:pt idx="3262">
                <c:v>0.47100000000000009</c:v>
              </c:pt>
              <c:pt idx="3263">
                <c:v>0.47150000000000003</c:v>
              </c:pt>
              <c:pt idx="3264">
                <c:v>0.4720000000000002</c:v>
              </c:pt>
              <c:pt idx="3265">
                <c:v>0.47250000000000014</c:v>
              </c:pt>
              <c:pt idx="3266">
                <c:v>0.47300000000000009</c:v>
              </c:pt>
              <c:pt idx="3267">
                <c:v>0.47350000000000003</c:v>
              </c:pt>
              <c:pt idx="3268">
                <c:v>0.4740000000000002</c:v>
              </c:pt>
              <c:pt idx="3269">
                <c:v>0.47450000000000014</c:v>
              </c:pt>
              <c:pt idx="3270">
                <c:v>0.47500000000000009</c:v>
              </c:pt>
              <c:pt idx="3271">
                <c:v>0.47550000000000003</c:v>
              </c:pt>
              <c:pt idx="3272">
                <c:v>0.4760000000000002</c:v>
              </c:pt>
              <c:pt idx="3273">
                <c:v>0.47650000000000015</c:v>
              </c:pt>
              <c:pt idx="3274">
                <c:v>0.47700000000000009</c:v>
              </c:pt>
              <c:pt idx="3275">
                <c:v>0.47750000000000004</c:v>
              </c:pt>
              <c:pt idx="3276">
                <c:v>0.4780000000000002</c:v>
              </c:pt>
              <c:pt idx="3277">
                <c:v>0.47850000000000015</c:v>
              </c:pt>
              <c:pt idx="3278">
                <c:v>0.47900000000000009</c:v>
              </c:pt>
              <c:pt idx="3279">
                <c:v>0.47950000000000004</c:v>
              </c:pt>
              <c:pt idx="3280">
                <c:v>0.4800000000000002</c:v>
              </c:pt>
              <c:pt idx="3281">
                <c:v>0.48050000000000015</c:v>
              </c:pt>
              <c:pt idx="3282">
                <c:v>0.48100000000000009</c:v>
              </c:pt>
              <c:pt idx="3283">
                <c:v>0.48150000000000004</c:v>
              </c:pt>
              <c:pt idx="3284">
                <c:v>0.48200000000000021</c:v>
              </c:pt>
              <c:pt idx="3285">
                <c:v>0.48250000000000015</c:v>
              </c:pt>
              <c:pt idx="3286">
                <c:v>0.4830000000000001</c:v>
              </c:pt>
              <c:pt idx="3287">
                <c:v>0.48350000000000004</c:v>
              </c:pt>
              <c:pt idx="3288">
                <c:v>0.48400000000000021</c:v>
              </c:pt>
              <c:pt idx="3289">
                <c:v>0.48450000000000015</c:v>
              </c:pt>
              <c:pt idx="3290">
                <c:v>0.4850000000000001</c:v>
              </c:pt>
              <c:pt idx="3291">
                <c:v>0.48550000000000004</c:v>
              </c:pt>
              <c:pt idx="3292">
                <c:v>0.48600000000000021</c:v>
              </c:pt>
              <c:pt idx="3293">
                <c:v>0.48650000000000015</c:v>
              </c:pt>
              <c:pt idx="3294">
                <c:v>0.4870000000000001</c:v>
              </c:pt>
              <c:pt idx="3295">
                <c:v>0.48750000000000004</c:v>
              </c:pt>
              <c:pt idx="3296">
                <c:v>0.48800000000000021</c:v>
              </c:pt>
              <c:pt idx="3297">
                <c:v>0.48850000000000016</c:v>
              </c:pt>
              <c:pt idx="3298">
                <c:v>0.4890000000000001</c:v>
              </c:pt>
              <c:pt idx="3299">
                <c:v>0.48950000000000005</c:v>
              </c:pt>
              <c:pt idx="3300">
                <c:v>0.49000000000000021</c:v>
              </c:pt>
              <c:pt idx="3301">
                <c:v>0.49050000000000016</c:v>
              </c:pt>
              <c:pt idx="3302">
                <c:v>0.4910000000000001</c:v>
              </c:pt>
              <c:pt idx="3303">
                <c:v>0.49150000000000005</c:v>
              </c:pt>
              <c:pt idx="3304">
                <c:v>0.49200000000000021</c:v>
              </c:pt>
              <c:pt idx="3305">
                <c:v>0.49250000000000016</c:v>
              </c:pt>
              <c:pt idx="3306">
                <c:v>0.4930000000000001</c:v>
              </c:pt>
              <c:pt idx="3307">
                <c:v>0.49350000000000005</c:v>
              </c:pt>
              <c:pt idx="3308">
                <c:v>0.49400000000000022</c:v>
              </c:pt>
              <c:pt idx="3309">
                <c:v>0.49450000000000016</c:v>
              </c:pt>
              <c:pt idx="3310">
                <c:v>0.49500000000000011</c:v>
              </c:pt>
              <c:pt idx="3311">
                <c:v>0.49550000000000005</c:v>
              </c:pt>
              <c:pt idx="3312">
                <c:v>0.49600000000000022</c:v>
              </c:pt>
              <c:pt idx="3313">
                <c:v>0.49650000000000016</c:v>
              </c:pt>
              <c:pt idx="3314">
                <c:v>0.49700000000000011</c:v>
              </c:pt>
              <c:pt idx="3315">
                <c:v>0.49750000000000005</c:v>
              </c:pt>
              <c:pt idx="3316">
                <c:v>0.49800000000000022</c:v>
              </c:pt>
              <c:pt idx="3317">
                <c:v>0.49850000000000017</c:v>
              </c:pt>
              <c:pt idx="3318">
                <c:v>0.49900000000000011</c:v>
              </c:pt>
              <c:pt idx="3319">
                <c:v>0.49950000000000006</c:v>
              </c:pt>
              <c:pt idx="3320">
                <c:v>0.50000000000000022</c:v>
              </c:pt>
              <c:pt idx="3321">
                <c:v>0.50050000000000017</c:v>
              </c:pt>
              <c:pt idx="3322">
                <c:v>0.50100000000000011</c:v>
              </c:pt>
              <c:pt idx="3323">
                <c:v>0.50150000000000006</c:v>
              </c:pt>
              <c:pt idx="3324">
                <c:v>0.50200000000000022</c:v>
              </c:pt>
              <c:pt idx="3325">
                <c:v>0.50250000000000017</c:v>
              </c:pt>
              <c:pt idx="3326">
                <c:v>0.50300000000000011</c:v>
              </c:pt>
              <c:pt idx="3327">
                <c:v>0.50350000000000006</c:v>
              </c:pt>
              <c:pt idx="3328">
                <c:v>0.50400000000000023</c:v>
              </c:pt>
              <c:pt idx="3329">
                <c:v>0.50450000000000017</c:v>
              </c:pt>
              <c:pt idx="3330">
                <c:v>0.50500000000000012</c:v>
              </c:pt>
              <c:pt idx="3331">
                <c:v>0.50550000000000006</c:v>
              </c:pt>
              <c:pt idx="3332">
                <c:v>0.50600000000000001</c:v>
              </c:pt>
              <c:pt idx="3333">
                <c:v>0.50650000000000017</c:v>
              </c:pt>
              <c:pt idx="3334">
                <c:v>0.50700000000000012</c:v>
              </c:pt>
              <c:pt idx="3335">
                <c:v>0.50750000000000006</c:v>
              </c:pt>
              <c:pt idx="3336">
                <c:v>0.50800000000000001</c:v>
              </c:pt>
              <c:pt idx="3337">
                <c:v>0.50850000000000017</c:v>
              </c:pt>
              <c:pt idx="3338">
                <c:v>0.50900000000000012</c:v>
              </c:pt>
              <c:pt idx="3339">
                <c:v>0.50950000000000006</c:v>
              </c:pt>
              <c:pt idx="3340">
                <c:v>0.51</c:v>
              </c:pt>
              <c:pt idx="3341">
                <c:v>0.51050000000000018</c:v>
              </c:pt>
              <c:pt idx="3342">
                <c:v>0.51100000000000012</c:v>
              </c:pt>
              <c:pt idx="3343">
                <c:v>0.51150000000000007</c:v>
              </c:pt>
              <c:pt idx="3344">
                <c:v>0.51200000000000001</c:v>
              </c:pt>
              <c:pt idx="3345">
                <c:v>0.51250000000000018</c:v>
              </c:pt>
              <c:pt idx="3346">
                <c:v>0.51300000000000012</c:v>
              </c:pt>
              <c:pt idx="3347">
                <c:v>0.51350000000000007</c:v>
              </c:pt>
              <c:pt idx="3348">
                <c:v>0.51400000000000001</c:v>
              </c:pt>
              <c:pt idx="3349">
                <c:v>0.51450000000000018</c:v>
              </c:pt>
              <c:pt idx="3350">
                <c:v>0.51500000000000012</c:v>
              </c:pt>
              <c:pt idx="3351">
                <c:v>0.51550000000000007</c:v>
              </c:pt>
              <c:pt idx="3352">
                <c:v>0.51600000000000001</c:v>
              </c:pt>
              <c:pt idx="3353">
                <c:v>0.51650000000000018</c:v>
              </c:pt>
              <c:pt idx="3354">
                <c:v>0.51700000000000013</c:v>
              </c:pt>
              <c:pt idx="3355">
                <c:v>0.51750000000000007</c:v>
              </c:pt>
              <c:pt idx="3356">
                <c:v>0.51800000000000002</c:v>
              </c:pt>
              <c:pt idx="3357">
                <c:v>0.51850000000000018</c:v>
              </c:pt>
              <c:pt idx="3358">
                <c:v>0.51900000000000013</c:v>
              </c:pt>
              <c:pt idx="3359">
                <c:v>0.51950000000000007</c:v>
              </c:pt>
              <c:pt idx="3360">
                <c:v>0.52</c:v>
              </c:pt>
              <c:pt idx="3361">
                <c:v>0.52050000000000018</c:v>
              </c:pt>
              <c:pt idx="3362">
                <c:v>0.52100000000000013</c:v>
              </c:pt>
              <c:pt idx="3363">
                <c:v>0.52150000000000007</c:v>
              </c:pt>
              <c:pt idx="3364">
                <c:v>0.52200000000000002</c:v>
              </c:pt>
              <c:pt idx="3365">
                <c:v>0.52250000000000019</c:v>
              </c:pt>
              <c:pt idx="3366">
                <c:v>0.52300000000000013</c:v>
              </c:pt>
              <c:pt idx="3367">
                <c:v>0.52350000000000008</c:v>
              </c:pt>
              <c:pt idx="3368">
                <c:v>0.52400000000000002</c:v>
              </c:pt>
              <c:pt idx="3369">
                <c:v>0.52450000000000019</c:v>
              </c:pt>
              <c:pt idx="3370">
                <c:v>0.52500000000000013</c:v>
              </c:pt>
              <c:pt idx="3371">
                <c:v>0.52550000000000008</c:v>
              </c:pt>
              <c:pt idx="3372">
                <c:v>0.52600000000000002</c:v>
              </c:pt>
              <c:pt idx="3373">
                <c:v>0.52650000000000019</c:v>
              </c:pt>
              <c:pt idx="3374">
                <c:v>0.52700000000000014</c:v>
              </c:pt>
              <c:pt idx="3375">
                <c:v>0.52750000000000008</c:v>
              </c:pt>
              <c:pt idx="3376">
                <c:v>0.52800000000000002</c:v>
              </c:pt>
              <c:pt idx="3377">
                <c:v>0.52850000000000019</c:v>
              </c:pt>
              <c:pt idx="3378">
                <c:v>0.52900000000000014</c:v>
              </c:pt>
              <c:pt idx="3379">
                <c:v>0.52950000000000008</c:v>
              </c:pt>
              <c:pt idx="3380">
                <c:v>0.53</c:v>
              </c:pt>
              <c:pt idx="3381">
                <c:v>0.53050000000000019</c:v>
              </c:pt>
              <c:pt idx="3382">
                <c:v>0.53100000000000014</c:v>
              </c:pt>
              <c:pt idx="3383">
                <c:v>0.53150000000000008</c:v>
              </c:pt>
              <c:pt idx="3384">
                <c:v>0.53200000000000003</c:v>
              </c:pt>
              <c:pt idx="3385">
                <c:v>0.5325000000000002</c:v>
              </c:pt>
              <c:pt idx="3386">
                <c:v>0.53300000000000014</c:v>
              </c:pt>
              <c:pt idx="3387">
                <c:v>0.53350000000000009</c:v>
              </c:pt>
              <c:pt idx="3388">
                <c:v>0.53400000000000003</c:v>
              </c:pt>
              <c:pt idx="3389">
                <c:v>0.5345000000000002</c:v>
              </c:pt>
              <c:pt idx="3390">
                <c:v>0.53500000000000014</c:v>
              </c:pt>
              <c:pt idx="3391">
                <c:v>0.53550000000000009</c:v>
              </c:pt>
              <c:pt idx="3392">
                <c:v>0.53600000000000003</c:v>
              </c:pt>
              <c:pt idx="3393">
                <c:v>0.5365000000000002</c:v>
              </c:pt>
              <c:pt idx="3394">
                <c:v>0.53700000000000014</c:v>
              </c:pt>
              <c:pt idx="3395">
                <c:v>0.53750000000000009</c:v>
              </c:pt>
              <c:pt idx="3396">
                <c:v>0.53800000000000003</c:v>
              </c:pt>
              <c:pt idx="3397">
                <c:v>0.5385000000000002</c:v>
              </c:pt>
              <c:pt idx="3398">
                <c:v>0.53900000000000015</c:v>
              </c:pt>
              <c:pt idx="3399">
                <c:v>0.53950000000000009</c:v>
              </c:pt>
              <c:pt idx="3400">
                <c:v>0.54</c:v>
              </c:pt>
              <c:pt idx="3401">
                <c:v>0.5405000000000002</c:v>
              </c:pt>
              <c:pt idx="3402">
                <c:v>0.54100000000000015</c:v>
              </c:pt>
              <c:pt idx="3403">
                <c:v>0.54150000000000009</c:v>
              </c:pt>
              <c:pt idx="3404">
                <c:v>0.54200000000000004</c:v>
              </c:pt>
              <c:pt idx="3405">
                <c:v>0.5425000000000002</c:v>
              </c:pt>
              <c:pt idx="3406">
                <c:v>0.54300000000000015</c:v>
              </c:pt>
              <c:pt idx="3407">
                <c:v>0.54350000000000009</c:v>
              </c:pt>
              <c:pt idx="3408">
                <c:v>0.54400000000000004</c:v>
              </c:pt>
              <c:pt idx="3409">
                <c:v>0.54450000000000021</c:v>
              </c:pt>
              <c:pt idx="3410">
                <c:v>0.54500000000000015</c:v>
              </c:pt>
              <c:pt idx="3411">
                <c:v>0.5455000000000001</c:v>
              </c:pt>
              <c:pt idx="3412">
                <c:v>0.54600000000000004</c:v>
              </c:pt>
              <c:pt idx="3413">
                <c:v>0.54650000000000021</c:v>
              </c:pt>
              <c:pt idx="3414">
                <c:v>0.54700000000000015</c:v>
              </c:pt>
              <c:pt idx="3415">
                <c:v>0.5475000000000001</c:v>
              </c:pt>
              <c:pt idx="3416">
                <c:v>0.54800000000000004</c:v>
              </c:pt>
              <c:pt idx="3417">
                <c:v>0.54850000000000021</c:v>
              </c:pt>
              <c:pt idx="3418">
                <c:v>0.54900000000000015</c:v>
              </c:pt>
              <c:pt idx="3419">
                <c:v>0.5495000000000001</c:v>
              </c:pt>
              <c:pt idx="3420">
                <c:v>0.55000000000000004</c:v>
              </c:pt>
              <c:pt idx="3421">
                <c:v>0.55050000000000021</c:v>
              </c:pt>
              <c:pt idx="3422">
                <c:v>0.55100000000000016</c:v>
              </c:pt>
              <c:pt idx="3423">
                <c:v>0.5515000000000001</c:v>
              </c:pt>
              <c:pt idx="3424">
                <c:v>0.55200000000000005</c:v>
              </c:pt>
              <c:pt idx="3425">
                <c:v>0.55250000000000021</c:v>
              </c:pt>
              <c:pt idx="3426">
                <c:v>0.55300000000000016</c:v>
              </c:pt>
              <c:pt idx="3427">
                <c:v>0.5535000000000001</c:v>
              </c:pt>
              <c:pt idx="3428">
                <c:v>0.55400000000000005</c:v>
              </c:pt>
              <c:pt idx="3429">
                <c:v>0.55450000000000021</c:v>
              </c:pt>
              <c:pt idx="3430">
                <c:v>0.55500000000000016</c:v>
              </c:pt>
              <c:pt idx="3431">
                <c:v>0.5555000000000001</c:v>
              </c:pt>
              <c:pt idx="3432">
                <c:v>0.55600000000000005</c:v>
              </c:pt>
              <c:pt idx="3433">
                <c:v>0.55650000000000022</c:v>
              </c:pt>
              <c:pt idx="3434">
                <c:v>0.55700000000000016</c:v>
              </c:pt>
              <c:pt idx="3435">
                <c:v>0.55750000000000011</c:v>
              </c:pt>
              <c:pt idx="3436">
                <c:v>0.55800000000000005</c:v>
              </c:pt>
              <c:pt idx="3437">
                <c:v>0.55850000000000022</c:v>
              </c:pt>
              <c:pt idx="3438">
                <c:v>0.55900000000000016</c:v>
              </c:pt>
              <c:pt idx="3439">
                <c:v>0.55950000000000011</c:v>
              </c:pt>
              <c:pt idx="3440">
                <c:v>0.56000000000000005</c:v>
              </c:pt>
              <c:pt idx="3441">
                <c:v>0.56050000000000022</c:v>
              </c:pt>
              <c:pt idx="3442">
                <c:v>0.56100000000000017</c:v>
              </c:pt>
              <c:pt idx="3443">
                <c:v>0.56150000000000011</c:v>
              </c:pt>
              <c:pt idx="3444">
                <c:v>0.56200000000000006</c:v>
              </c:pt>
              <c:pt idx="3445">
                <c:v>0.56250000000000022</c:v>
              </c:pt>
              <c:pt idx="3446">
                <c:v>0.56300000000000017</c:v>
              </c:pt>
              <c:pt idx="3447">
                <c:v>0.56350000000000011</c:v>
              </c:pt>
              <c:pt idx="3448">
                <c:v>0.56400000000000006</c:v>
              </c:pt>
              <c:pt idx="3449">
                <c:v>0.56450000000000022</c:v>
              </c:pt>
              <c:pt idx="3450">
                <c:v>0.56500000000000017</c:v>
              </c:pt>
              <c:pt idx="3451">
                <c:v>0.56550000000000011</c:v>
              </c:pt>
              <c:pt idx="3452">
                <c:v>0.56600000000000006</c:v>
              </c:pt>
              <c:pt idx="3453">
                <c:v>0.56650000000000023</c:v>
              </c:pt>
              <c:pt idx="3454">
                <c:v>0.56700000000000017</c:v>
              </c:pt>
              <c:pt idx="3455">
                <c:v>0.56750000000000012</c:v>
              </c:pt>
              <c:pt idx="3456">
                <c:v>0.56800000000000006</c:v>
              </c:pt>
              <c:pt idx="3457">
                <c:v>0.56850000000000001</c:v>
              </c:pt>
              <c:pt idx="3458">
                <c:v>0.56900000000000017</c:v>
              </c:pt>
              <c:pt idx="3459">
                <c:v>0.56950000000000012</c:v>
              </c:pt>
              <c:pt idx="3460">
                <c:v>0.57000000000000006</c:v>
              </c:pt>
              <c:pt idx="3461">
                <c:v>0.57050000000000001</c:v>
              </c:pt>
              <c:pt idx="3462">
                <c:v>0.57100000000000017</c:v>
              </c:pt>
              <c:pt idx="3463">
                <c:v>0.57150000000000012</c:v>
              </c:pt>
              <c:pt idx="3464">
                <c:v>0.57200000000000006</c:v>
              </c:pt>
              <c:pt idx="3465">
                <c:v>0.57250000000000001</c:v>
              </c:pt>
              <c:pt idx="3466">
                <c:v>0.57300000000000018</c:v>
              </c:pt>
              <c:pt idx="3467">
                <c:v>0.57350000000000012</c:v>
              </c:pt>
              <c:pt idx="3468">
                <c:v>0.57400000000000007</c:v>
              </c:pt>
              <c:pt idx="3469">
                <c:v>0.57450000000000001</c:v>
              </c:pt>
              <c:pt idx="3470">
                <c:v>0.57500000000000018</c:v>
              </c:pt>
              <c:pt idx="3471">
                <c:v>0.57550000000000012</c:v>
              </c:pt>
              <c:pt idx="3472">
                <c:v>0.57600000000000007</c:v>
              </c:pt>
              <c:pt idx="3473">
                <c:v>0.57650000000000001</c:v>
              </c:pt>
              <c:pt idx="3474">
                <c:v>0.57700000000000018</c:v>
              </c:pt>
              <c:pt idx="3475">
                <c:v>0.57750000000000012</c:v>
              </c:pt>
              <c:pt idx="3476">
                <c:v>0.57800000000000007</c:v>
              </c:pt>
              <c:pt idx="3477">
                <c:v>0.57850000000000001</c:v>
              </c:pt>
              <c:pt idx="3478">
                <c:v>0.57900000000000018</c:v>
              </c:pt>
              <c:pt idx="3479">
                <c:v>0.57950000000000013</c:v>
              </c:pt>
              <c:pt idx="3480">
                <c:v>0.58000000000000007</c:v>
              </c:pt>
              <c:pt idx="3481">
                <c:v>0.58050000000000002</c:v>
              </c:pt>
              <c:pt idx="3482">
                <c:v>0.58100000000000018</c:v>
              </c:pt>
              <c:pt idx="3483">
                <c:v>0.58150000000000013</c:v>
              </c:pt>
              <c:pt idx="3484">
                <c:v>0.58200000000000007</c:v>
              </c:pt>
              <c:pt idx="3485">
                <c:v>0.58250000000000002</c:v>
              </c:pt>
              <c:pt idx="3486">
                <c:v>0.58300000000000018</c:v>
              </c:pt>
              <c:pt idx="3487">
                <c:v>0.58350000000000013</c:v>
              </c:pt>
              <c:pt idx="3488">
                <c:v>0.58400000000000007</c:v>
              </c:pt>
              <c:pt idx="3489">
                <c:v>0.58450000000000002</c:v>
              </c:pt>
              <c:pt idx="3490">
                <c:v>0.58500000000000019</c:v>
              </c:pt>
              <c:pt idx="3491">
                <c:v>0.58550000000000013</c:v>
              </c:pt>
              <c:pt idx="3492">
                <c:v>0.58600000000000008</c:v>
              </c:pt>
              <c:pt idx="3493">
                <c:v>0.58650000000000002</c:v>
              </c:pt>
              <c:pt idx="3494">
                <c:v>0.58700000000000019</c:v>
              </c:pt>
              <c:pt idx="3495">
                <c:v>0.58750000000000013</c:v>
              </c:pt>
              <c:pt idx="3496">
                <c:v>0.58800000000000008</c:v>
              </c:pt>
              <c:pt idx="3497">
                <c:v>0.58850000000000002</c:v>
              </c:pt>
              <c:pt idx="3498">
                <c:v>0.58900000000000019</c:v>
              </c:pt>
              <c:pt idx="3499">
                <c:v>0.58950000000000014</c:v>
              </c:pt>
              <c:pt idx="3500">
                <c:v>0.59000000000000008</c:v>
              </c:pt>
              <c:pt idx="3501">
                <c:v>0.59050000000000002</c:v>
              </c:pt>
              <c:pt idx="3502">
                <c:v>0.59100000000000019</c:v>
              </c:pt>
              <c:pt idx="3503">
                <c:v>0.59150000000000014</c:v>
              </c:pt>
              <c:pt idx="3504">
                <c:v>0.59200000000000008</c:v>
              </c:pt>
              <c:pt idx="3505">
                <c:v>0.59250000000000003</c:v>
              </c:pt>
              <c:pt idx="3506">
                <c:v>0.59300000000000019</c:v>
              </c:pt>
              <c:pt idx="3507">
                <c:v>0.59350000000000014</c:v>
              </c:pt>
              <c:pt idx="3508">
                <c:v>0.59400000000000008</c:v>
              </c:pt>
              <c:pt idx="3509">
                <c:v>0.59450000000000003</c:v>
              </c:pt>
              <c:pt idx="3510">
                <c:v>0.5950000000000002</c:v>
              </c:pt>
              <c:pt idx="3511">
                <c:v>0.59550000000000014</c:v>
              </c:pt>
              <c:pt idx="3512">
                <c:v>0.59600000000000009</c:v>
              </c:pt>
              <c:pt idx="3513">
                <c:v>0.59650000000000003</c:v>
              </c:pt>
              <c:pt idx="3514">
                <c:v>0.5970000000000002</c:v>
              </c:pt>
              <c:pt idx="3515">
                <c:v>0.59750000000000014</c:v>
              </c:pt>
              <c:pt idx="3516">
                <c:v>0.59800000000000009</c:v>
              </c:pt>
              <c:pt idx="3517">
                <c:v>0.59850000000000003</c:v>
              </c:pt>
              <c:pt idx="3518">
                <c:v>0.5990000000000002</c:v>
              </c:pt>
              <c:pt idx="3519">
                <c:v>0.59950000000000014</c:v>
              </c:pt>
              <c:pt idx="3520">
                <c:v>0.60000000000000009</c:v>
              </c:pt>
              <c:pt idx="3521">
                <c:v>0.60050000000000003</c:v>
              </c:pt>
              <c:pt idx="3522">
                <c:v>0.6010000000000002</c:v>
              </c:pt>
              <c:pt idx="3523">
                <c:v>0.60150000000000015</c:v>
              </c:pt>
              <c:pt idx="3524">
                <c:v>0.60200000000000009</c:v>
              </c:pt>
              <c:pt idx="3525">
                <c:v>0.60250000000000004</c:v>
              </c:pt>
              <c:pt idx="3526">
                <c:v>0.6030000000000002</c:v>
              </c:pt>
              <c:pt idx="3527">
                <c:v>0.60350000000000015</c:v>
              </c:pt>
              <c:pt idx="3528">
                <c:v>0.60400000000000009</c:v>
              </c:pt>
              <c:pt idx="3529">
                <c:v>0.60450000000000004</c:v>
              </c:pt>
              <c:pt idx="3530">
                <c:v>0.6050000000000002</c:v>
              </c:pt>
              <c:pt idx="3531">
                <c:v>0.60550000000000015</c:v>
              </c:pt>
              <c:pt idx="3532">
                <c:v>0.60600000000000009</c:v>
              </c:pt>
              <c:pt idx="3533">
                <c:v>0.60650000000000004</c:v>
              </c:pt>
              <c:pt idx="3534">
                <c:v>0.60700000000000021</c:v>
              </c:pt>
              <c:pt idx="3535">
                <c:v>0.60750000000000015</c:v>
              </c:pt>
              <c:pt idx="3536">
                <c:v>0.6080000000000001</c:v>
              </c:pt>
              <c:pt idx="3537">
                <c:v>0.60850000000000004</c:v>
              </c:pt>
              <c:pt idx="3538">
                <c:v>0.60900000000000021</c:v>
              </c:pt>
              <c:pt idx="3539">
                <c:v>0.60950000000000015</c:v>
              </c:pt>
              <c:pt idx="3540">
                <c:v>0.6100000000000001</c:v>
              </c:pt>
              <c:pt idx="3541">
                <c:v>0.61050000000000004</c:v>
              </c:pt>
              <c:pt idx="3542">
                <c:v>0.61100000000000021</c:v>
              </c:pt>
              <c:pt idx="3543">
                <c:v>0.61150000000000015</c:v>
              </c:pt>
              <c:pt idx="3544">
                <c:v>0.6120000000000001</c:v>
              </c:pt>
              <c:pt idx="3545">
                <c:v>0.61250000000000004</c:v>
              </c:pt>
              <c:pt idx="3546">
                <c:v>0.61300000000000021</c:v>
              </c:pt>
              <c:pt idx="3547">
                <c:v>0.61350000000000016</c:v>
              </c:pt>
              <c:pt idx="3548">
                <c:v>0.6140000000000001</c:v>
              </c:pt>
              <c:pt idx="3549">
                <c:v>0.61450000000000005</c:v>
              </c:pt>
              <c:pt idx="3550">
                <c:v>0.61500000000000021</c:v>
              </c:pt>
              <c:pt idx="3551">
                <c:v>0.61550000000000016</c:v>
              </c:pt>
              <c:pt idx="3552">
                <c:v>0.6160000000000001</c:v>
              </c:pt>
              <c:pt idx="3553">
                <c:v>0.61650000000000005</c:v>
              </c:pt>
              <c:pt idx="3554">
                <c:v>0.61700000000000021</c:v>
              </c:pt>
              <c:pt idx="3555">
                <c:v>0.61750000000000016</c:v>
              </c:pt>
              <c:pt idx="3556">
                <c:v>0.6180000000000001</c:v>
              </c:pt>
              <c:pt idx="3557">
                <c:v>0.61850000000000005</c:v>
              </c:pt>
              <c:pt idx="3558">
                <c:v>0.61900000000000022</c:v>
              </c:pt>
              <c:pt idx="3559">
                <c:v>0.61950000000000016</c:v>
              </c:pt>
              <c:pt idx="3560">
                <c:v>0.62000000000000011</c:v>
              </c:pt>
              <c:pt idx="3561">
                <c:v>0.62050000000000005</c:v>
              </c:pt>
              <c:pt idx="3562">
                <c:v>0.62100000000000022</c:v>
              </c:pt>
              <c:pt idx="3563">
                <c:v>0.62150000000000016</c:v>
              </c:pt>
              <c:pt idx="3564">
                <c:v>0.62200000000000011</c:v>
              </c:pt>
              <c:pt idx="3565">
                <c:v>0.62250000000000005</c:v>
              </c:pt>
              <c:pt idx="3566">
                <c:v>0.62300000000000022</c:v>
              </c:pt>
              <c:pt idx="3567">
                <c:v>0.62350000000000017</c:v>
              </c:pt>
              <c:pt idx="3568">
                <c:v>0.62400000000000011</c:v>
              </c:pt>
              <c:pt idx="3569">
                <c:v>0.62450000000000006</c:v>
              </c:pt>
              <c:pt idx="3570">
                <c:v>0.62500000000000022</c:v>
              </c:pt>
              <c:pt idx="3571">
                <c:v>0.62550000000000017</c:v>
              </c:pt>
              <c:pt idx="3572">
                <c:v>0.62600000000000011</c:v>
              </c:pt>
              <c:pt idx="3573">
                <c:v>0.62650000000000006</c:v>
              </c:pt>
              <c:pt idx="3574">
                <c:v>0.62700000000000022</c:v>
              </c:pt>
              <c:pt idx="3575">
                <c:v>0.62750000000000017</c:v>
              </c:pt>
              <c:pt idx="3576">
                <c:v>0.62800000000000011</c:v>
              </c:pt>
              <c:pt idx="3577">
                <c:v>0.62850000000000006</c:v>
              </c:pt>
              <c:pt idx="3578">
                <c:v>0.62900000000000023</c:v>
              </c:pt>
              <c:pt idx="3579">
                <c:v>0.62950000000000017</c:v>
              </c:pt>
              <c:pt idx="3580">
                <c:v>0.63000000000000012</c:v>
              </c:pt>
              <c:pt idx="3581">
                <c:v>0.63050000000000006</c:v>
              </c:pt>
              <c:pt idx="3582">
                <c:v>0.63100000000000023</c:v>
              </c:pt>
              <c:pt idx="3583">
                <c:v>0.63150000000000017</c:v>
              </c:pt>
              <c:pt idx="3584">
                <c:v>0.63200000000000012</c:v>
              </c:pt>
              <c:pt idx="3585">
                <c:v>0.63250000000000006</c:v>
              </c:pt>
              <c:pt idx="3586">
                <c:v>0.63300000000000001</c:v>
              </c:pt>
              <c:pt idx="3587">
                <c:v>0.63350000000000017</c:v>
              </c:pt>
              <c:pt idx="3588">
                <c:v>0.63400000000000012</c:v>
              </c:pt>
              <c:pt idx="3589">
                <c:v>0.63450000000000006</c:v>
              </c:pt>
              <c:pt idx="3590">
                <c:v>0.63500000000000001</c:v>
              </c:pt>
              <c:pt idx="3591">
                <c:v>0.63550000000000018</c:v>
              </c:pt>
              <c:pt idx="3592">
                <c:v>0.63600000000000012</c:v>
              </c:pt>
              <c:pt idx="3593">
                <c:v>0.63650000000000007</c:v>
              </c:pt>
              <c:pt idx="3594">
                <c:v>0.63700000000000001</c:v>
              </c:pt>
              <c:pt idx="3595">
                <c:v>0.63750000000000018</c:v>
              </c:pt>
              <c:pt idx="3596">
                <c:v>0.63800000000000012</c:v>
              </c:pt>
              <c:pt idx="3597">
                <c:v>0.63850000000000007</c:v>
              </c:pt>
              <c:pt idx="3598">
                <c:v>0.63900000000000001</c:v>
              </c:pt>
              <c:pt idx="3599">
                <c:v>0.63950000000000018</c:v>
              </c:pt>
              <c:pt idx="3600">
                <c:v>0.64000000000000012</c:v>
              </c:pt>
              <c:pt idx="3601">
                <c:v>0.64050000000000007</c:v>
              </c:pt>
              <c:pt idx="3602">
                <c:v>0.64100000000000001</c:v>
              </c:pt>
              <c:pt idx="3603">
                <c:v>0.64150000000000018</c:v>
              </c:pt>
              <c:pt idx="3604">
                <c:v>0.64200000000000013</c:v>
              </c:pt>
              <c:pt idx="3605">
                <c:v>0.64250000000000007</c:v>
              </c:pt>
              <c:pt idx="3606">
                <c:v>0.64300000000000002</c:v>
              </c:pt>
              <c:pt idx="3607">
                <c:v>0.64350000000000018</c:v>
              </c:pt>
              <c:pt idx="3608">
                <c:v>0.64400000000000013</c:v>
              </c:pt>
              <c:pt idx="3609">
                <c:v>0.64450000000000007</c:v>
              </c:pt>
              <c:pt idx="3610">
                <c:v>0.64500000000000002</c:v>
              </c:pt>
              <c:pt idx="3611">
                <c:v>0.64550000000000018</c:v>
              </c:pt>
              <c:pt idx="3612">
                <c:v>0.64600000000000013</c:v>
              </c:pt>
              <c:pt idx="3613">
                <c:v>0.64650000000000007</c:v>
              </c:pt>
              <c:pt idx="3614">
                <c:v>0.64700000000000002</c:v>
              </c:pt>
              <c:pt idx="3615">
                <c:v>0.64750000000000019</c:v>
              </c:pt>
              <c:pt idx="3616">
                <c:v>0.64800000000000013</c:v>
              </c:pt>
              <c:pt idx="3617">
                <c:v>0.64850000000000008</c:v>
              </c:pt>
              <c:pt idx="3618">
                <c:v>0.64900000000000002</c:v>
              </c:pt>
              <c:pt idx="3619">
                <c:v>0.64950000000000019</c:v>
              </c:pt>
              <c:pt idx="3620">
                <c:v>0.65000000000000013</c:v>
              </c:pt>
              <c:pt idx="3621">
                <c:v>0.65050000000000008</c:v>
              </c:pt>
              <c:pt idx="3622">
                <c:v>0.65100000000000002</c:v>
              </c:pt>
              <c:pt idx="3623">
                <c:v>0.65150000000000019</c:v>
              </c:pt>
              <c:pt idx="3624">
                <c:v>0.65200000000000014</c:v>
              </c:pt>
              <c:pt idx="3625">
                <c:v>0.65250000000000008</c:v>
              </c:pt>
              <c:pt idx="3626">
                <c:v>0.65300000000000002</c:v>
              </c:pt>
              <c:pt idx="3627">
                <c:v>0.65350000000000019</c:v>
              </c:pt>
              <c:pt idx="3628">
                <c:v>0.65400000000000014</c:v>
              </c:pt>
              <c:pt idx="3629">
                <c:v>0.65450000000000008</c:v>
              </c:pt>
              <c:pt idx="3630">
                <c:v>0.65500000000000003</c:v>
              </c:pt>
              <c:pt idx="3631">
                <c:v>0.65550000000000019</c:v>
              </c:pt>
              <c:pt idx="3632">
                <c:v>0.65600000000000014</c:v>
              </c:pt>
              <c:pt idx="3633">
                <c:v>0.65650000000000008</c:v>
              </c:pt>
              <c:pt idx="3634">
                <c:v>0.65700000000000003</c:v>
              </c:pt>
              <c:pt idx="3635">
                <c:v>0.6575000000000002</c:v>
              </c:pt>
              <c:pt idx="3636">
                <c:v>0.65800000000000014</c:v>
              </c:pt>
              <c:pt idx="3637">
                <c:v>0.65850000000000009</c:v>
              </c:pt>
              <c:pt idx="3638">
                <c:v>0.65900000000000003</c:v>
              </c:pt>
              <c:pt idx="3639">
                <c:v>0.6595000000000002</c:v>
              </c:pt>
              <c:pt idx="3640">
                <c:v>0.66000000000000014</c:v>
              </c:pt>
              <c:pt idx="3641">
                <c:v>0.66050000000000009</c:v>
              </c:pt>
              <c:pt idx="3642">
                <c:v>0.66100000000000003</c:v>
              </c:pt>
              <c:pt idx="3643">
                <c:v>0.6615000000000002</c:v>
              </c:pt>
              <c:pt idx="3644">
                <c:v>0.66200000000000014</c:v>
              </c:pt>
              <c:pt idx="3645">
                <c:v>0.66250000000000009</c:v>
              </c:pt>
              <c:pt idx="3646">
                <c:v>0.66300000000000003</c:v>
              </c:pt>
              <c:pt idx="3647">
                <c:v>0.6635000000000002</c:v>
              </c:pt>
              <c:pt idx="3648">
                <c:v>0.66400000000000015</c:v>
              </c:pt>
              <c:pt idx="3649">
                <c:v>0.66450000000000009</c:v>
              </c:pt>
              <c:pt idx="3650">
                <c:v>0.66500000000000004</c:v>
              </c:pt>
              <c:pt idx="3651">
                <c:v>0.6655000000000002</c:v>
              </c:pt>
              <c:pt idx="3652">
                <c:v>0.66600000000000015</c:v>
              </c:pt>
              <c:pt idx="3653">
                <c:v>0.66650000000000009</c:v>
              </c:pt>
              <c:pt idx="3654">
                <c:v>0.66700000000000004</c:v>
              </c:pt>
              <c:pt idx="3655">
                <c:v>0.6675000000000002</c:v>
              </c:pt>
              <c:pt idx="3656">
                <c:v>0.66800000000000015</c:v>
              </c:pt>
              <c:pt idx="3657">
                <c:v>0.66850000000000009</c:v>
              </c:pt>
              <c:pt idx="3658">
                <c:v>0.66900000000000004</c:v>
              </c:pt>
              <c:pt idx="3659">
                <c:v>0.66950000000000021</c:v>
              </c:pt>
              <c:pt idx="3660">
                <c:v>0.67000000000000015</c:v>
              </c:pt>
              <c:pt idx="3661">
                <c:v>0.6705000000000001</c:v>
              </c:pt>
              <c:pt idx="3662">
                <c:v>0.67100000000000004</c:v>
              </c:pt>
              <c:pt idx="3663">
                <c:v>0.67150000000000021</c:v>
              </c:pt>
              <c:pt idx="3664">
                <c:v>0.67200000000000015</c:v>
              </c:pt>
              <c:pt idx="3665">
                <c:v>0.6725000000000001</c:v>
              </c:pt>
              <c:pt idx="3666">
                <c:v>0.67300000000000004</c:v>
              </c:pt>
              <c:pt idx="3667">
                <c:v>0.67350000000000021</c:v>
              </c:pt>
              <c:pt idx="3668">
                <c:v>0.67400000000000015</c:v>
              </c:pt>
              <c:pt idx="3669">
                <c:v>0.6745000000000001</c:v>
              </c:pt>
              <c:pt idx="3670">
                <c:v>0.67500000000000004</c:v>
              </c:pt>
              <c:pt idx="3671">
                <c:v>0.67550000000000021</c:v>
              </c:pt>
              <c:pt idx="3672">
                <c:v>0.67600000000000016</c:v>
              </c:pt>
              <c:pt idx="3673">
                <c:v>0.6765000000000001</c:v>
              </c:pt>
              <c:pt idx="3674">
                <c:v>0.67700000000000005</c:v>
              </c:pt>
              <c:pt idx="3675">
                <c:v>0.67750000000000021</c:v>
              </c:pt>
              <c:pt idx="3676">
                <c:v>0.67800000000000016</c:v>
              </c:pt>
              <c:pt idx="3677">
                <c:v>0.6785000000000001</c:v>
              </c:pt>
              <c:pt idx="3678">
                <c:v>0.67900000000000005</c:v>
              </c:pt>
              <c:pt idx="3679">
                <c:v>0.67950000000000021</c:v>
              </c:pt>
              <c:pt idx="3680">
                <c:v>0.68000000000000016</c:v>
              </c:pt>
              <c:pt idx="3681">
                <c:v>0.6805000000000001</c:v>
              </c:pt>
              <c:pt idx="3682">
                <c:v>0.68100000000000005</c:v>
              </c:pt>
              <c:pt idx="3683">
                <c:v>0.68150000000000022</c:v>
              </c:pt>
              <c:pt idx="3684">
                <c:v>0.68200000000000016</c:v>
              </c:pt>
              <c:pt idx="3685">
                <c:v>0.68250000000000011</c:v>
              </c:pt>
              <c:pt idx="3686">
                <c:v>0.68300000000000005</c:v>
              </c:pt>
              <c:pt idx="3687">
                <c:v>0.68350000000000022</c:v>
              </c:pt>
              <c:pt idx="3688">
                <c:v>0.68400000000000016</c:v>
              </c:pt>
              <c:pt idx="3689">
                <c:v>0.68450000000000011</c:v>
              </c:pt>
              <c:pt idx="3690">
                <c:v>0.68500000000000005</c:v>
              </c:pt>
              <c:pt idx="3691">
                <c:v>0.68550000000000022</c:v>
              </c:pt>
              <c:pt idx="3692">
                <c:v>0.68600000000000017</c:v>
              </c:pt>
              <c:pt idx="3693">
                <c:v>0.68650000000000011</c:v>
              </c:pt>
              <c:pt idx="3694">
                <c:v>0.68700000000000006</c:v>
              </c:pt>
              <c:pt idx="3695">
                <c:v>0.68750000000000022</c:v>
              </c:pt>
              <c:pt idx="3696">
                <c:v>0.68800000000000017</c:v>
              </c:pt>
              <c:pt idx="3697">
                <c:v>0.68850000000000011</c:v>
              </c:pt>
              <c:pt idx="3698">
                <c:v>0.68900000000000006</c:v>
              </c:pt>
              <c:pt idx="3699">
                <c:v>0.68950000000000022</c:v>
              </c:pt>
              <c:pt idx="3700">
                <c:v>0.69000000000000017</c:v>
              </c:pt>
              <c:pt idx="3701">
                <c:v>0.69050000000000011</c:v>
              </c:pt>
              <c:pt idx="3702">
                <c:v>0.69100000000000006</c:v>
              </c:pt>
              <c:pt idx="3703">
                <c:v>0.69150000000000023</c:v>
              </c:pt>
              <c:pt idx="3704">
                <c:v>0.69200000000000017</c:v>
              </c:pt>
              <c:pt idx="3705">
                <c:v>0.69250000000000012</c:v>
              </c:pt>
              <c:pt idx="3706">
                <c:v>0.69300000000000006</c:v>
              </c:pt>
              <c:pt idx="3707">
                <c:v>0.69350000000000023</c:v>
              </c:pt>
              <c:pt idx="3708">
                <c:v>0.69400000000000017</c:v>
              </c:pt>
              <c:pt idx="3709">
                <c:v>0.69450000000000012</c:v>
              </c:pt>
              <c:pt idx="3710">
                <c:v>0.69500000000000006</c:v>
              </c:pt>
              <c:pt idx="3711">
                <c:v>0.69550000000000023</c:v>
              </c:pt>
              <c:pt idx="3712">
                <c:v>0.69600000000000017</c:v>
              </c:pt>
              <c:pt idx="3713">
                <c:v>0.69650000000000012</c:v>
              </c:pt>
              <c:pt idx="3714">
                <c:v>0.69700000000000006</c:v>
              </c:pt>
              <c:pt idx="3715">
                <c:v>0.69750000000000001</c:v>
              </c:pt>
              <c:pt idx="3716">
                <c:v>0.69800000000000018</c:v>
              </c:pt>
              <c:pt idx="3717">
                <c:v>0.69850000000000012</c:v>
              </c:pt>
              <c:pt idx="3718">
                <c:v>0.69900000000000007</c:v>
              </c:pt>
              <c:pt idx="3719">
                <c:v>0.69950000000000001</c:v>
              </c:pt>
              <c:pt idx="3720">
                <c:v>0.70000000000000018</c:v>
              </c:pt>
              <c:pt idx="3721">
                <c:v>0.70050000000000012</c:v>
              </c:pt>
              <c:pt idx="3722">
                <c:v>0.70100000000000007</c:v>
              </c:pt>
              <c:pt idx="3723">
                <c:v>0.70150000000000001</c:v>
              </c:pt>
              <c:pt idx="3724">
                <c:v>0.70200000000000018</c:v>
              </c:pt>
              <c:pt idx="3725">
                <c:v>0.70250000000000012</c:v>
              </c:pt>
              <c:pt idx="3726">
                <c:v>0.70300000000000007</c:v>
              </c:pt>
              <c:pt idx="3727">
                <c:v>0.70350000000000001</c:v>
              </c:pt>
              <c:pt idx="3728">
                <c:v>0.70400000000000018</c:v>
              </c:pt>
              <c:pt idx="3729">
                <c:v>0.70450000000000013</c:v>
              </c:pt>
              <c:pt idx="3730">
                <c:v>0.70500000000000007</c:v>
              </c:pt>
              <c:pt idx="3731">
                <c:v>0.70550000000000002</c:v>
              </c:pt>
              <c:pt idx="3732">
                <c:v>0.70600000000000018</c:v>
              </c:pt>
              <c:pt idx="3733">
                <c:v>0.70650000000000013</c:v>
              </c:pt>
              <c:pt idx="3734">
                <c:v>0.70700000000000007</c:v>
              </c:pt>
              <c:pt idx="3735">
                <c:v>0.70750000000000002</c:v>
              </c:pt>
              <c:pt idx="3736">
                <c:v>0.70800000000000018</c:v>
              </c:pt>
              <c:pt idx="3737">
                <c:v>0.70850000000000013</c:v>
              </c:pt>
              <c:pt idx="3738">
                <c:v>0.70900000000000007</c:v>
              </c:pt>
              <c:pt idx="3739">
                <c:v>0.70950000000000002</c:v>
              </c:pt>
              <c:pt idx="3740">
                <c:v>0.71000000000000019</c:v>
              </c:pt>
              <c:pt idx="3741">
                <c:v>0.71050000000000013</c:v>
              </c:pt>
              <c:pt idx="3742">
                <c:v>0.71100000000000008</c:v>
              </c:pt>
              <c:pt idx="3743">
                <c:v>0.71150000000000002</c:v>
              </c:pt>
              <c:pt idx="3744">
                <c:v>0.71200000000000019</c:v>
              </c:pt>
              <c:pt idx="3745">
                <c:v>0.71250000000000013</c:v>
              </c:pt>
              <c:pt idx="3746">
                <c:v>0.71300000000000008</c:v>
              </c:pt>
              <c:pt idx="3747">
                <c:v>0.71350000000000002</c:v>
              </c:pt>
              <c:pt idx="3748">
                <c:v>0.71400000000000019</c:v>
              </c:pt>
              <c:pt idx="3749">
                <c:v>0.71450000000000014</c:v>
              </c:pt>
              <c:pt idx="3750">
                <c:v>0.71500000000000008</c:v>
              </c:pt>
              <c:pt idx="3751">
                <c:v>0.71550000000000002</c:v>
              </c:pt>
              <c:pt idx="3752">
                <c:v>0.71600000000000019</c:v>
              </c:pt>
              <c:pt idx="3753">
                <c:v>0.71650000000000014</c:v>
              </c:pt>
              <c:pt idx="3754">
                <c:v>0.71700000000000008</c:v>
              </c:pt>
              <c:pt idx="3755">
                <c:v>0.71750000000000003</c:v>
              </c:pt>
              <c:pt idx="3756">
                <c:v>0.71800000000000019</c:v>
              </c:pt>
              <c:pt idx="3757">
                <c:v>0.71850000000000014</c:v>
              </c:pt>
              <c:pt idx="3758">
                <c:v>0.71900000000000008</c:v>
              </c:pt>
              <c:pt idx="3759">
                <c:v>0.71950000000000003</c:v>
              </c:pt>
              <c:pt idx="3760">
                <c:v>0.7200000000000002</c:v>
              </c:pt>
              <c:pt idx="3761">
                <c:v>0.72050000000000014</c:v>
              </c:pt>
              <c:pt idx="3762">
                <c:v>0.72100000000000009</c:v>
              </c:pt>
              <c:pt idx="3763">
                <c:v>0.72150000000000003</c:v>
              </c:pt>
              <c:pt idx="3764">
                <c:v>0.7220000000000002</c:v>
              </c:pt>
              <c:pt idx="3765">
                <c:v>0.72250000000000014</c:v>
              </c:pt>
              <c:pt idx="3766">
                <c:v>0.72300000000000009</c:v>
              </c:pt>
              <c:pt idx="3767">
                <c:v>0.72350000000000003</c:v>
              </c:pt>
              <c:pt idx="3768">
                <c:v>0.7240000000000002</c:v>
              </c:pt>
              <c:pt idx="3769">
                <c:v>0.72450000000000014</c:v>
              </c:pt>
              <c:pt idx="3770">
                <c:v>0.72500000000000009</c:v>
              </c:pt>
              <c:pt idx="3771">
                <c:v>0.72550000000000003</c:v>
              </c:pt>
              <c:pt idx="3772">
                <c:v>0.7260000000000002</c:v>
              </c:pt>
              <c:pt idx="3773">
                <c:v>0.72650000000000015</c:v>
              </c:pt>
              <c:pt idx="3774">
                <c:v>0.72700000000000009</c:v>
              </c:pt>
              <c:pt idx="3775">
                <c:v>0.72750000000000004</c:v>
              </c:pt>
              <c:pt idx="3776">
                <c:v>0.7280000000000002</c:v>
              </c:pt>
              <c:pt idx="3777">
                <c:v>0.72850000000000015</c:v>
              </c:pt>
              <c:pt idx="3778">
                <c:v>0.72900000000000009</c:v>
              </c:pt>
              <c:pt idx="3779">
                <c:v>0.72950000000000004</c:v>
              </c:pt>
              <c:pt idx="3780">
                <c:v>0.7300000000000002</c:v>
              </c:pt>
              <c:pt idx="3781">
                <c:v>0.73050000000000015</c:v>
              </c:pt>
              <c:pt idx="3782">
                <c:v>0.73100000000000009</c:v>
              </c:pt>
              <c:pt idx="3783">
                <c:v>0.73150000000000004</c:v>
              </c:pt>
              <c:pt idx="3784">
                <c:v>0.73200000000000021</c:v>
              </c:pt>
              <c:pt idx="3785">
                <c:v>0.73250000000000015</c:v>
              </c:pt>
              <c:pt idx="3786">
                <c:v>0.7330000000000001</c:v>
              </c:pt>
              <c:pt idx="3787">
                <c:v>0.73350000000000004</c:v>
              </c:pt>
              <c:pt idx="3788">
                <c:v>0.73400000000000021</c:v>
              </c:pt>
              <c:pt idx="3789">
                <c:v>0.73450000000000015</c:v>
              </c:pt>
              <c:pt idx="3790">
                <c:v>0.7350000000000001</c:v>
              </c:pt>
              <c:pt idx="3791">
                <c:v>0.73550000000000004</c:v>
              </c:pt>
              <c:pt idx="3792">
                <c:v>0.73600000000000021</c:v>
              </c:pt>
              <c:pt idx="3793">
                <c:v>0.73650000000000015</c:v>
              </c:pt>
              <c:pt idx="3794">
                <c:v>0.7370000000000001</c:v>
              </c:pt>
              <c:pt idx="3795">
                <c:v>0.73750000000000004</c:v>
              </c:pt>
              <c:pt idx="3796">
                <c:v>0.73800000000000021</c:v>
              </c:pt>
              <c:pt idx="3797">
                <c:v>0.73850000000000016</c:v>
              </c:pt>
              <c:pt idx="3798">
                <c:v>0.7390000000000001</c:v>
              </c:pt>
              <c:pt idx="3799">
                <c:v>0.73950000000000005</c:v>
              </c:pt>
              <c:pt idx="3800">
                <c:v>0.74000000000000021</c:v>
              </c:pt>
              <c:pt idx="3801">
                <c:v>0.74050000000000016</c:v>
              </c:pt>
              <c:pt idx="3802">
                <c:v>0.7410000000000001</c:v>
              </c:pt>
              <c:pt idx="3803">
                <c:v>0.74150000000000005</c:v>
              </c:pt>
              <c:pt idx="3804">
                <c:v>0.74200000000000021</c:v>
              </c:pt>
              <c:pt idx="3805">
                <c:v>0.74250000000000016</c:v>
              </c:pt>
              <c:pt idx="3806">
                <c:v>0.7430000000000001</c:v>
              </c:pt>
              <c:pt idx="3807">
                <c:v>0.74350000000000005</c:v>
              </c:pt>
              <c:pt idx="3808">
                <c:v>0.74400000000000022</c:v>
              </c:pt>
              <c:pt idx="3809">
                <c:v>0.74450000000000016</c:v>
              </c:pt>
              <c:pt idx="3810">
                <c:v>0.74500000000000011</c:v>
              </c:pt>
              <c:pt idx="3811">
                <c:v>0.74550000000000005</c:v>
              </c:pt>
              <c:pt idx="3812">
                <c:v>0.74600000000000022</c:v>
              </c:pt>
              <c:pt idx="3813">
                <c:v>0.74650000000000016</c:v>
              </c:pt>
              <c:pt idx="3814">
                <c:v>0.74700000000000011</c:v>
              </c:pt>
              <c:pt idx="3815">
                <c:v>0.74750000000000005</c:v>
              </c:pt>
              <c:pt idx="3816">
                <c:v>0.74800000000000022</c:v>
              </c:pt>
              <c:pt idx="3817">
                <c:v>0.74850000000000017</c:v>
              </c:pt>
              <c:pt idx="3818">
                <c:v>0.74900000000000011</c:v>
              </c:pt>
              <c:pt idx="3819">
                <c:v>0.74950000000000006</c:v>
              </c:pt>
              <c:pt idx="3820">
                <c:v>0.75000000000000022</c:v>
              </c:pt>
              <c:pt idx="3821">
                <c:v>0.75050000000000017</c:v>
              </c:pt>
              <c:pt idx="3822">
                <c:v>0.75100000000000011</c:v>
              </c:pt>
              <c:pt idx="3823">
                <c:v>0.75150000000000006</c:v>
              </c:pt>
              <c:pt idx="3824">
                <c:v>0.75200000000000022</c:v>
              </c:pt>
              <c:pt idx="3825">
                <c:v>0.75250000000000017</c:v>
              </c:pt>
              <c:pt idx="3826">
                <c:v>0.75300000000000011</c:v>
              </c:pt>
              <c:pt idx="3827">
                <c:v>0.75350000000000006</c:v>
              </c:pt>
              <c:pt idx="3828">
                <c:v>0.75400000000000023</c:v>
              </c:pt>
              <c:pt idx="3829">
                <c:v>0.75450000000000017</c:v>
              </c:pt>
              <c:pt idx="3830">
                <c:v>0.75500000000000012</c:v>
              </c:pt>
              <c:pt idx="3831">
                <c:v>0.75550000000000006</c:v>
              </c:pt>
              <c:pt idx="3832">
                <c:v>0.75600000000000023</c:v>
              </c:pt>
              <c:pt idx="3833">
                <c:v>0.75650000000000017</c:v>
              </c:pt>
              <c:pt idx="3834">
                <c:v>0.75700000000000012</c:v>
              </c:pt>
              <c:pt idx="3835">
                <c:v>0.75750000000000006</c:v>
              </c:pt>
              <c:pt idx="3836">
                <c:v>0.75800000000000023</c:v>
              </c:pt>
              <c:pt idx="3837">
                <c:v>0.75850000000000017</c:v>
              </c:pt>
              <c:pt idx="3838">
                <c:v>0.75900000000000012</c:v>
              </c:pt>
              <c:pt idx="3839">
                <c:v>0.75950000000000006</c:v>
              </c:pt>
              <c:pt idx="3840">
                <c:v>0.76</c:v>
              </c:pt>
              <c:pt idx="3841">
                <c:v>0.76050000000000018</c:v>
              </c:pt>
              <c:pt idx="3842">
                <c:v>0.76100000000000012</c:v>
              </c:pt>
              <c:pt idx="3843">
                <c:v>0.76150000000000007</c:v>
              </c:pt>
              <c:pt idx="3844">
                <c:v>0.76200000000000001</c:v>
              </c:pt>
              <c:pt idx="3845">
                <c:v>0.76250000000000018</c:v>
              </c:pt>
              <c:pt idx="3846">
                <c:v>0.76300000000000012</c:v>
              </c:pt>
              <c:pt idx="3847">
                <c:v>0.76350000000000007</c:v>
              </c:pt>
              <c:pt idx="3848">
                <c:v>0.76400000000000001</c:v>
              </c:pt>
              <c:pt idx="3849">
                <c:v>0.76450000000000018</c:v>
              </c:pt>
              <c:pt idx="3850">
                <c:v>0.76500000000000012</c:v>
              </c:pt>
              <c:pt idx="3851">
                <c:v>0.76550000000000007</c:v>
              </c:pt>
              <c:pt idx="3852">
                <c:v>0.76600000000000001</c:v>
              </c:pt>
              <c:pt idx="3853">
                <c:v>0.76650000000000018</c:v>
              </c:pt>
              <c:pt idx="3854">
                <c:v>0.76700000000000013</c:v>
              </c:pt>
              <c:pt idx="3855">
                <c:v>0.76750000000000007</c:v>
              </c:pt>
              <c:pt idx="3856">
                <c:v>0.76800000000000002</c:v>
              </c:pt>
              <c:pt idx="3857">
                <c:v>0.76850000000000018</c:v>
              </c:pt>
              <c:pt idx="3858">
                <c:v>0.76900000000000013</c:v>
              </c:pt>
              <c:pt idx="3859">
                <c:v>0.76950000000000007</c:v>
              </c:pt>
              <c:pt idx="3860">
                <c:v>0.77</c:v>
              </c:pt>
              <c:pt idx="3861">
                <c:v>0.77050000000000018</c:v>
              </c:pt>
              <c:pt idx="3862">
                <c:v>0.77100000000000013</c:v>
              </c:pt>
              <c:pt idx="3863">
                <c:v>0.77150000000000007</c:v>
              </c:pt>
              <c:pt idx="3864">
                <c:v>0.77200000000000002</c:v>
              </c:pt>
              <c:pt idx="3865">
                <c:v>0.77250000000000019</c:v>
              </c:pt>
              <c:pt idx="3866">
                <c:v>0.77300000000000013</c:v>
              </c:pt>
              <c:pt idx="3867">
                <c:v>0.77350000000000008</c:v>
              </c:pt>
              <c:pt idx="3868">
                <c:v>0.77400000000000002</c:v>
              </c:pt>
              <c:pt idx="3869">
                <c:v>0.77450000000000019</c:v>
              </c:pt>
              <c:pt idx="3870">
                <c:v>0.77500000000000013</c:v>
              </c:pt>
              <c:pt idx="3871">
                <c:v>0.77550000000000008</c:v>
              </c:pt>
              <c:pt idx="3872">
                <c:v>0.77600000000000002</c:v>
              </c:pt>
              <c:pt idx="3873">
                <c:v>0.77650000000000019</c:v>
              </c:pt>
              <c:pt idx="3874">
                <c:v>0.77700000000000014</c:v>
              </c:pt>
              <c:pt idx="3875">
                <c:v>0.77750000000000008</c:v>
              </c:pt>
              <c:pt idx="3876">
                <c:v>0.77800000000000002</c:v>
              </c:pt>
              <c:pt idx="3877">
                <c:v>0.77850000000000019</c:v>
              </c:pt>
              <c:pt idx="3878">
                <c:v>0.77900000000000014</c:v>
              </c:pt>
              <c:pt idx="3879">
                <c:v>0.77950000000000008</c:v>
              </c:pt>
              <c:pt idx="3880">
                <c:v>0.78</c:v>
              </c:pt>
              <c:pt idx="3881">
                <c:v>0.78050000000000019</c:v>
              </c:pt>
              <c:pt idx="3882">
                <c:v>0.78100000000000014</c:v>
              </c:pt>
              <c:pt idx="3883">
                <c:v>0.78150000000000008</c:v>
              </c:pt>
              <c:pt idx="3884">
                <c:v>0.78200000000000003</c:v>
              </c:pt>
              <c:pt idx="3885">
                <c:v>0.7825000000000002</c:v>
              </c:pt>
              <c:pt idx="3886">
                <c:v>0.78300000000000014</c:v>
              </c:pt>
              <c:pt idx="3887">
                <c:v>0.78350000000000009</c:v>
              </c:pt>
              <c:pt idx="3888">
                <c:v>0.78400000000000003</c:v>
              </c:pt>
              <c:pt idx="3889">
                <c:v>0.7845000000000002</c:v>
              </c:pt>
              <c:pt idx="3890">
                <c:v>0.78500000000000014</c:v>
              </c:pt>
              <c:pt idx="3891">
                <c:v>0.78550000000000009</c:v>
              </c:pt>
              <c:pt idx="3892">
                <c:v>0.78600000000000003</c:v>
              </c:pt>
              <c:pt idx="3893">
                <c:v>0.7865000000000002</c:v>
              </c:pt>
              <c:pt idx="3894">
                <c:v>0.78700000000000014</c:v>
              </c:pt>
              <c:pt idx="3895">
                <c:v>0.78750000000000009</c:v>
              </c:pt>
              <c:pt idx="3896">
                <c:v>0.78800000000000003</c:v>
              </c:pt>
              <c:pt idx="3897">
                <c:v>0.7885000000000002</c:v>
              </c:pt>
              <c:pt idx="3898">
                <c:v>0.78900000000000015</c:v>
              </c:pt>
              <c:pt idx="3899">
                <c:v>0.78950000000000009</c:v>
              </c:pt>
              <c:pt idx="3900">
                <c:v>0.79</c:v>
              </c:pt>
              <c:pt idx="3901">
                <c:v>0.7905000000000002</c:v>
              </c:pt>
              <c:pt idx="3902">
                <c:v>0.79100000000000015</c:v>
              </c:pt>
              <c:pt idx="3903">
                <c:v>0.79150000000000009</c:v>
              </c:pt>
              <c:pt idx="3904">
                <c:v>0.79200000000000004</c:v>
              </c:pt>
              <c:pt idx="3905">
                <c:v>0.7925000000000002</c:v>
              </c:pt>
              <c:pt idx="3906">
                <c:v>0.79300000000000015</c:v>
              </c:pt>
              <c:pt idx="3907">
                <c:v>0.79350000000000009</c:v>
              </c:pt>
              <c:pt idx="3908">
                <c:v>0.79400000000000004</c:v>
              </c:pt>
              <c:pt idx="3909">
                <c:v>0.79450000000000021</c:v>
              </c:pt>
              <c:pt idx="3910">
                <c:v>0.79500000000000015</c:v>
              </c:pt>
              <c:pt idx="3911">
                <c:v>0.7955000000000001</c:v>
              </c:pt>
              <c:pt idx="3912">
                <c:v>0.79600000000000004</c:v>
              </c:pt>
              <c:pt idx="3913">
                <c:v>0.79650000000000021</c:v>
              </c:pt>
              <c:pt idx="3914">
                <c:v>0.79700000000000015</c:v>
              </c:pt>
              <c:pt idx="3915">
                <c:v>0.7975000000000001</c:v>
              </c:pt>
              <c:pt idx="3916">
                <c:v>0.79800000000000004</c:v>
              </c:pt>
              <c:pt idx="3917">
                <c:v>0.79850000000000021</c:v>
              </c:pt>
              <c:pt idx="3918">
                <c:v>0.79900000000000015</c:v>
              </c:pt>
              <c:pt idx="3919">
                <c:v>0.7995000000000001</c:v>
              </c:pt>
              <c:pt idx="3920">
                <c:v>0.8</c:v>
              </c:pt>
              <c:pt idx="3921">
                <c:v>0.80050000000000021</c:v>
              </c:pt>
              <c:pt idx="3922">
                <c:v>0.80100000000000016</c:v>
              </c:pt>
              <c:pt idx="3923">
                <c:v>0.8015000000000001</c:v>
              </c:pt>
              <c:pt idx="3924">
                <c:v>0.80200000000000005</c:v>
              </c:pt>
              <c:pt idx="3925">
                <c:v>0.80250000000000021</c:v>
              </c:pt>
              <c:pt idx="3926">
                <c:v>0.80300000000000016</c:v>
              </c:pt>
              <c:pt idx="3927">
                <c:v>0.8035000000000001</c:v>
              </c:pt>
              <c:pt idx="3928">
                <c:v>0.80400000000000005</c:v>
              </c:pt>
              <c:pt idx="3929">
                <c:v>0.80450000000000021</c:v>
              </c:pt>
              <c:pt idx="3930">
                <c:v>0.80500000000000016</c:v>
              </c:pt>
              <c:pt idx="3931">
                <c:v>0.8055000000000001</c:v>
              </c:pt>
              <c:pt idx="3932">
                <c:v>0.80600000000000005</c:v>
              </c:pt>
              <c:pt idx="3933">
                <c:v>0.80650000000000022</c:v>
              </c:pt>
              <c:pt idx="3934">
                <c:v>0.80700000000000016</c:v>
              </c:pt>
              <c:pt idx="3935">
                <c:v>0.80750000000000011</c:v>
              </c:pt>
              <c:pt idx="3936">
                <c:v>0.80800000000000005</c:v>
              </c:pt>
              <c:pt idx="3937">
                <c:v>0.80850000000000022</c:v>
              </c:pt>
              <c:pt idx="3938">
                <c:v>0.80900000000000016</c:v>
              </c:pt>
              <c:pt idx="3939">
                <c:v>0.80950000000000011</c:v>
              </c:pt>
              <c:pt idx="3940">
                <c:v>0.81</c:v>
              </c:pt>
              <c:pt idx="3941">
                <c:v>0.81050000000000022</c:v>
              </c:pt>
              <c:pt idx="3942">
                <c:v>0.81100000000000017</c:v>
              </c:pt>
              <c:pt idx="3943">
                <c:v>0.81150000000000011</c:v>
              </c:pt>
              <c:pt idx="3944">
                <c:v>0.81200000000000006</c:v>
              </c:pt>
              <c:pt idx="3945">
                <c:v>0.81250000000000022</c:v>
              </c:pt>
              <c:pt idx="3946">
                <c:v>0.81300000000000017</c:v>
              </c:pt>
              <c:pt idx="3947">
                <c:v>0.81350000000000011</c:v>
              </c:pt>
              <c:pt idx="3948">
                <c:v>0.81400000000000006</c:v>
              </c:pt>
              <c:pt idx="3949">
                <c:v>0.81450000000000022</c:v>
              </c:pt>
              <c:pt idx="3950">
                <c:v>0.81500000000000017</c:v>
              </c:pt>
              <c:pt idx="3951">
                <c:v>0.81550000000000011</c:v>
              </c:pt>
              <c:pt idx="3952">
                <c:v>0.81600000000000006</c:v>
              </c:pt>
              <c:pt idx="3953">
                <c:v>0.81650000000000023</c:v>
              </c:pt>
              <c:pt idx="3954">
                <c:v>0.81700000000000017</c:v>
              </c:pt>
              <c:pt idx="3955">
                <c:v>0.81750000000000012</c:v>
              </c:pt>
              <c:pt idx="3956">
                <c:v>0.81800000000000006</c:v>
              </c:pt>
              <c:pt idx="3957">
                <c:v>0.81850000000000023</c:v>
              </c:pt>
              <c:pt idx="3958">
                <c:v>0.81900000000000017</c:v>
              </c:pt>
              <c:pt idx="3959">
                <c:v>0.81950000000000012</c:v>
              </c:pt>
              <c:pt idx="3960">
                <c:v>0.82000000000000006</c:v>
              </c:pt>
              <c:pt idx="3961">
                <c:v>0.82050000000000023</c:v>
              </c:pt>
              <c:pt idx="3962">
                <c:v>0.82100000000000017</c:v>
              </c:pt>
              <c:pt idx="3963">
                <c:v>0.82150000000000012</c:v>
              </c:pt>
              <c:pt idx="3964">
                <c:v>0.82200000000000006</c:v>
              </c:pt>
              <c:pt idx="3965">
                <c:v>0.82250000000000023</c:v>
              </c:pt>
              <c:pt idx="3966">
                <c:v>0.82300000000000018</c:v>
              </c:pt>
              <c:pt idx="3967">
                <c:v>0.82350000000000012</c:v>
              </c:pt>
              <c:pt idx="3968">
                <c:v>0.82400000000000007</c:v>
              </c:pt>
              <c:pt idx="3969">
                <c:v>0.82450000000000001</c:v>
              </c:pt>
              <c:pt idx="3970">
                <c:v>0.82500000000000018</c:v>
              </c:pt>
              <c:pt idx="3971">
                <c:v>0.82550000000000012</c:v>
              </c:pt>
              <c:pt idx="3972">
                <c:v>0.82600000000000007</c:v>
              </c:pt>
              <c:pt idx="3973">
                <c:v>0.82650000000000001</c:v>
              </c:pt>
              <c:pt idx="3974">
                <c:v>0.82700000000000018</c:v>
              </c:pt>
              <c:pt idx="3975">
                <c:v>0.82750000000000012</c:v>
              </c:pt>
              <c:pt idx="3976">
                <c:v>0.82800000000000007</c:v>
              </c:pt>
              <c:pt idx="3977">
                <c:v>0.82850000000000001</c:v>
              </c:pt>
              <c:pt idx="3978">
                <c:v>0.82900000000000018</c:v>
              </c:pt>
              <c:pt idx="3979">
                <c:v>0.82950000000000013</c:v>
              </c:pt>
              <c:pt idx="3980">
                <c:v>0.83000000000000007</c:v>
              </c:pt>
              <c:pt idx="3981">
                <c:v>0.83050000000000002</c:v>
              </c:pt>
              <c:pt idx="3982">
                <c:v>0.83100000000000018</c:v>
              </c:pt>
              <c:pt idx="3983">
                <c:v>0.83150000000000013</c:v>
              </c:pt>
              <c:pt idx="3984">
                <c:v>0.83200000000000007</c:v>
              </c:pt>
              <c:pt idx="3985">
                <c:v>0.83250000000000002</c:v>
              </c:pt>
              <c:pt idx="3986">
                <c:v>0.83300000000000018</c:v>
              </c:pt>
              <c:pt idx="3987">
                <c:v>0.83350000000000013</c:v>
              </c:pt>
              <c:pt idx="3988">
                <c:v>0.83400000000000007</c:v>
              </c:pt>
              <c:pt idx="3989">
                <c:v>0.83450000000000002</c:v>
              </c:pt>
              <c:pt idx="3990">
                <c:v>0.83500000000000019</c:v>
              </c:pt>
              <c:pt idx="3991">
                <c:v>0.83550000000000013</c:v>
              </c:pt>
              <c:pt idx="3992">
                <c:v>0.83600000000000008</c:v>
              </c:pt>
              <c:pt idx="3993">
                <c:v>0.83650000000000002</c:v>
              </c:pt>
              <c:pt idx="3994">
                <c:v>0.83700000000000019</c:v>
              </c:pt>
              <c:pt idx="3995">
                <c:v>0.83750000000000013</c:v>
              </c:pt>
              <c:pt idx="3996">
                <c:v>0.83800000000000008</c:v>
              </c:pt>
              <c:pt idx="3997">
                <c:v>0.83850000000000002</c:v>
              </c:pt>
              <c:pt idx="3998">
                <c:v>0.83900000000000019</c:v>
              </c:pt>
              <c:pt idx="3999">
                <c:v>0.83950000000000014</c:v>
              </c:pt>
              <c:pt idx="4000">
                <c:v>0.84000000000000008</c:v>
              </c:pt>
              <c:pt idx="4001">
                <c:v>0.84050000000000025</c:v>
              </c:pt>
              <c:pt idx="4002">
                <c:v>0.84099999999999997</c:v>
              </c:pt>
              <c:pt idx="4003">
                <c:v>0.84150000000000014</c:v>
              </c:pt>
              <c:pt idx="4004">
                <c:v>0.8420000000000003</c:v>
              </c:pt>
              <c:pt idx="4005">
                <c:v>0.84250000000000003</c:v>
              </c:pt>
              <c:pt idx="4006">
                <c:v>0.84300000000000019</c:v>
              </c:pt>
              <c:pt idx="4007">
                <c:v>0.84349999999999992</c:v>
              </c:pt>
              <c:pt idx="4008">
                <c:v>0.84400000000000008</c:v>
              </c:pt>
              <c:pt idx="4009">
                <c:v>0.84450000000000025</c:v>
              </c:pt>
              <c:pt idx="4010">
                <c:v>0.84499999999999997</c:v>
              </c:pt>
              <c:pt idx="4011">
                <c:v>0.84550000000000014</c:v>
              </c:pt>
              <c:pt idx="4012">
                <c:v>0.84600000000000031</c:v>
              </c:pt>
              <c:pt idx="4013">
                <c:v>0.84650000000000003</c:v>
              </c:pt>
              <c:pt idx="4014">
                <c:v>0.8470000000000002</c:v>
              </c:pt>
              <c:pt idx="4015">
                <c:v>0.84749999999999992</c:v>
              </c:pt>
              <c:pt idx="4016">
                <c:v>0.84800000000000009</c:v>
              </c:pt>
              <c:pt idx="4017">
                <c:v>0.84850000000000025</c:v>
              </c:pt>
              <c:pt idx="4018">
                <c:v>0.84899999999999998</c:v>
              </c:pt>
              <c:pt idx="4019">
                <c:v>0.84950000000000014</c:v>
              </c:pt>
              <c:pt idx="4020">
                <c:v>0.85000000000000031</c:v>
              </c:pt>
              <c:pt idx="4021">
                <c:v>0.85050000000000003</c:v>
              </c:pt>
              <c:pt idx="4022">
                <c:v>0.8510000000000002</c:v>
              </c:pt>
              <c:pt idx="4023">
                <c:v>0.85149999999999992</c:v>
              </c:pt>
              <c:pt idx="4024">
                <c:v>0.85200000000000009</c:v>
              </c:pt>
              <c:pt idx="4025">
                <c:v>0.85250000000000026</c:v>
              </c:pt>
              <c:pt idx="4026">
                <c:v>0.85299999999999998</c:v>
              </c:pt>
              <c:pt idx="4027">
                <c:v>0.85350000000000015</c:v>
              </c:pt>
              <c:pt idx="4028">
                <c:v>0.85400000000000031</c:v>
              </c:pt>
              <c:pt idx="4029">
                <c:v>0.85450000000000004</c:v>
              </c:pt>
              <c:pt idx="4030">
                <c:v>0.8550000000000002</c:v>
              </c:pt>
              <c:pt idx="4031">
                <c:v>0.85549999999999993</c:v>
              </c:pt>
              <c:pt idx="4032">
                <c:v>0.85600000000000009</c:v>
              </c:pt>
              <c:pt idx="4033">
                <c:v>0.85650000000000026</c:v>
              </c:pt>
              <c:pt idx="4034">
                <c:v>0.85699999999999998</c:v>
              </c:pt>
              <c:pt idx="4035">
                <c:v>0.85750000000000015</c:v>
              </c:pt>
              <c:pt idx="4036">
                <c:v>0.85800000000000032</c:v>
              </c:pt>
              <c:pt idx="4037">
                <c:v>0.85850000000000004</c:v>
              </c:pt>
              <c:pt idx="4038">
                <c:v>0.85900000000000021</c:v>
              </c:pt>
              <c:pt idx="4039">
                <c:v>0.85949999999999993</c:v>
              </c:pt>
              <c:pt idx="4040">
                <c:v>0.8600000000000001</c:v>
              </c:pt>
              <c:pt idx="4041">
                <c:v>0.86050000000000026</c:v>
              </c:pt>
              <c:pt idx="4042">
                <c:v>0.86099999999999999</c:v>
              </c:pt>
              <c:pt idx="4043">
                <c:v>0.86150000000000015</c:v>
              </c:pt>
              <c:pt idx="4044">
                <c:v>0.86200000000000032</c:v>
              </c:pt>
              <c:pt idx="4045">
                <c:v>0.86250000000000004</c:v>
              </c:pt>
              <c:pt idx="4046">
                <c:v>0.86300000000000021</c:v>
              </c:pt>
              <c:pt idx="4047">
                <c:v>0.86349999999999993</c:v>
              </c:pt>
              <c:pt idx="4048">
                <c:v>0.8640000000000001</c:v>
              </c:pt>
              <c:pt idx="4049">
                <c:v>0.86450000000000027</c:v>
              </c:pt>
              <c:pt idx="4050">
                <c:v>0.86499999999999999</c:v>
              </c:pt>
              <c:pt idx="4051">
                <c:v>0.86550000000000016</c:v>
              </c:pt>
              <c:pt idx="4052">
                <c:v>0.86600000000000033</c:v>
              </c:pt>
              <c:pt idx="4053">
                <c:v>0.86650000000000005</c:v>
              </c:pt>
              <c:pt idx="4054">
                <c:v>0.86700000000000021</c:v>
              </c:pt>
              <c:pt idx="4055">
                <c:v>0.86749999999999994</c:v>
              </c:pt>
              <c:pt idx="4056">
                <c:v>0.8680000000000001</c:v>
              </c:pt>
              <c:pt idx="4057">
                <c:v>0.86850000000000027</c:v>
              </c:pt>
              <c:pt idx="4058">
                <c:v>0.86899999999999999</c:v>
              </c:pt>
              <c:pt idx="4059">
                <c:v>0.86950000000000016</c:v>
              </c:pt>
              <c:pt idx="4060">
                <c:v>0.87000000000000033</c:v>
              </c:pt>
              <c:pt idx="4061">
                <c:v>0.87050000000000005</c:v>
              </c:pt>
              <c:pt idx="4062">
                <c:v>0.87100000000000022</c:v>
              </c:pt>
              <c:pt idx="4063">
                <c:v>0.87149999999999994</c:v>
              </c:pt>
              <c:pt idx="4064">
                <c:v>0.87200000000000011</c:v>
              </c:pt>
              <c:pt idx="4065">
                <c:v>0.87250000000000028</c:v>
              </c:pt>
              <c:pt idx="4066">
                <c:v>0.873</c:v>
              </c:pt>
              <c:pt idx="4067">
                <c:v>0.87350000000000017</c:v>
              </c:pt>
              <c:pt idx="4068">
                <c:v>0.87400000000000033</c:v>
              </c:pt>
              <c:pt idx="4069">
                <c:v>0.87450000000000006</c:v>
              </c:pt>
              <c:pt idx="4070">
                <c:v>0.87500000000000022</c:v>
              </c:pt>
              <c:pt idx="4071">
                <c:v>0.87549999999999994</c:v>
              </c:pt>
              <c:pt idx="4072">
                <c:v>0.87600000000000011</c:v>
              </c:pt>
              <c:pt idx="4073">
                <c:v>0.87650000000000028</c:v>
              </c:pt>
              <c:pt idx="4074">
                <c:v>0.877</c:v>
              </c:pt>
              <c:pt idx="4075">
                <c:v>0.87750000000000017</c:v>
              </c:pt>
              <c:pt idx="4076">
                <c:v>0.87800000000000034</c:v>
              </c:pt>
              <c:pt idx="4077">
                <c:v>0.87850000000000006</c:v>
              </c:pt>
              <c:pt idx="4078">
                <c:v>0.87900000000000023</c:v>
              </c:pt>
              <c:pt idx="4079">
                <c:v>0.87949999999999995</c:v>
              </c:pt>
              <c:pt idx="4080">
                <c:v>0.88000000000000012</c:v>
              </c:pt>
              <c:pt idx="4081">
                <c:v>0.88050000000000028</c:v>
              </c:pt>
              <c:pt idx="4082">
                <c:v>0.88100000000000001</c:v>
              </c:pt>
              <c:pt idx="4083">
                <c:v>0.88150000000000017</c:v>
              </c:pt>
              <c:pt idx="4084">
                <c:v>0.88200000000000034</c:v>
              </c:pt>
              <c:pt idx="4085">
                <c:v>0.88250000000000006</c:v>
              </c:pt>
              <c:pt idx="4086">
                <c:v>0.88300000000000023</c:v>
              </c:pt>
              <c:pt idx="4087">
                <c:v>0.88349999999999995</c:v>
              </c:pt>
              <c:pt idx="4088">
                <c:v>0.88400000000000012</c:v>
              </c:pt>
              <c:pt idx="4089">
                <c:v>0.88450000000000029</c:v>
              </c:pt>
              <c:pt idx="4090">
                <c:v>0.88500000000000001</c:v>
              </c:pt>
              <c:pt idx="4091">
                <c:v>0.88550000000000018</c:v>
              </c:pt>
              <c:pt idx="4092">
                <c:v>0.88600000000000034</c:v>
              </c:pt>
              <c:pt idx="4093">
                <c:v>0.88650000000000007</c:v>
              </c:pt>
              <c:pt idx="4094">
                <c:v>0.88700000000000023</c:v>
              </c:pt>
              <c:pt idx="4095">
                <c:v>0.88749999999999996</c:v>
              </c:pt>
              <c:pt idx="4096">
                <c:v>0.88800000000000012</c:v>
              </c:pt>
              <c:pt idx="4097">
                <c:v>0.88850000000000029</c:v>
              </c:pt>
              <c:pt idx="4098">
                <c:v>0.88900000000000001</c:v>
              </c:pt>
              <c:pt idx="4099">
                <c:v>0.88950000000000018</c:v>
              </c:pt>
              <c:pt idx="4100">
                <c:v>0.8899999999999999</c:v>
              </c:pt>
              <c:pt idx="4101">
                <c:v>0.89050000000000007</c:v>
              </c:pt>
              <c:pt idx="4102">
                <c:v>0.89100000000000024</c:v>
              </c:pt>
              <c:pt idx="4103">
                <c:v>0.89149999999999996</c:v>
              </c:pt>
              <c:pt idx="4104">
                <c:v>0.89200000000000013</c:v>
              </c:pt>
              <c:pt idx="4105">
                <c:v>0.89250000000000029</c:v>
              </c:pt>
              <c:pt idx="4106">
                <c:v>0.89300000000000002</c:v>
              </c:pt>
              <c:pt idx="4107">
                <c:v>0.89350000000000018</c:v>
              </c:pt>
              <c:pt idx="4108">
                <c:v>0.89399999999999991</c:v>
              </c:pt>
              <c:pt idx="4109">
                <c:v>0.89450000000000007</c:v>
              </c:pt>
              <c:pt idx="4110">
                <c:v>0.89500000000000024</c:v>
              </c:pt>
              <c:pt idx="4111">
                <c:v>0.89549999999999996</c:v>
              </c:pt>
              <c:pt idx="4112">
                <c:v>0.89600000000000013</c:v>
              </c:pt>
              <c:pt idx="4113">
                <c:v>0.8965000000000003</c:v>
              </c:pt>
              <c:pt idx="4114">
                <c:v>0.89700000000000002</c:v>
              </c:pt>
              <c:pt idx="4115">
                <c:v>0.89750000000000019</c:v>
              </c:pt>
              <c:pt idx="4116">
                <c:v>0.89799999999999991</c:v>
              </c:pt>
              <c:pt idx="4117">
                <c:v>0.89850000000000008</c:v>
              </c:pt>
              <c:pt idx="4118">
                <c:v>0.89900000000000024</c:v>
              </c:pt>
              <c:pt idx="4119">
                <c:v>0.89949999999999997</c:v>
              </c:pt>
              <c:pt idx="4120">
                <c:v>0.90000000000000013</c:v>
              </c:pt>
              <c:pt idx="4121">
                <c:v>0.9005000000000003</c:v>
              </c:pt>
              <c:pt idx="4122">
                <c:v>0.90100000000000002</c:v>
              </c:pt>
              <c:pt idx="4123">
                <c:v>0.90150000000000019</c:v>
              </c:pt>
              <c:pt idx="4124">
                <c:v>0.90199999999999991</c:v>
              </c:pt>
              <c:pt idx="4125">
                <c:v>0.90250000000000008</c:v>
              </c:pt>
              <c:pt idx="4126">
                <c:v>0.90300000000000025</c:v>
              </c:pt>
              <c:pt idx="4127">
                <c:v>0.90349999999999997</c:v>
              </c:pt>
              <c:pt idx="4128">
                <c:v>0.90400000000000014</c:v>
              </c:pt>
              <c:pt idx="4129">
                <c:v>0.9045000000000003</c:v>
              </c:pt>
              <c:pt idx="4130">
                <c:v>0.90500000000000003</c:v>
              </c:pt>
              <c:pt idx="4131">
                <c:v>0.90550000000000019</c:v>
              </c:pt>
              <c:pt idx="4132">
                <c:v>0.90599999999999992</c:v>
              </c:pt>
              <c:pt idx="4133">
                <c:v>0.90650000000000008</c:v>
              </c:pt>
              <c:pt idx="4134">
                <c:v>0.90700000000000025</c:v>
              </c:pt>
              <c:pt idx="4135">
                <c:v>0.90749999999999997</c:v>
              </c:pt>
              <c:pt idx="4136">
                <c:v>0.90800000000000014</c:v>
              </c:pt>
              <c:pt idx="4137">
                <c:v>0.90850000000000031</c:v>
              </c:pt>
              <c:pt idx="4138">
                <c:v>0.90900000000000003</c:v>
              </c:pt>
              <c:pt idx="4139">
                <c:v>0.9095000000000002</c:v>
              </c:pt>
              <c:pt idx="4140">
                <c:v>0.90999999999999992</c:v>
              </c:pt>
              <c:pt idx="4141">
                <c:v>0.91050000000000009</c:v>
              </c:pt>
              <c:pt idx="4142">
                <c:v>0.91100000000000025</c:v>
              </c:pt>
              <c:pt idx="4143">
                <c:v>0.91149999999999998</c:v>
              </c:pt>
              <c:pt idx="4144">
                <c:v>0.91200000000000014</c:v>
              </c:pt>
              <c:pt idx="4145">
                <c:v>0.91250000000000031</c:v>
              </c:pt>
              <c:pt idx="4146">
                <c:v>0.91300000000000003</c:v>
              </c:pt>
              <c:pt idx="4147">
                <c:v>0.9135000000000002</c:v>
              </c:pt>
              <c:pt idx="4148">
                <c:v>0.91399999999999992</c:v>
              </c:pt>
              <c:pt idx="4149">
                <c:v>0.91450000000000009</c:v>
              </c:pt>
              <c:pt idx="4150">
                <c:v>0.91500000000000026</c:v>
              </c:pt>
              <c:pt idx="4151">
                <c:v>0.91549999999999998</c:v>
              </c:pt>
              <c:pt idx="4152">
                <c:v>0.91600000000000015</c:v>
              </c:pt>
              <c:pt idx="4153">
                <c:v>0.91650000000000031</c:v>
              </c:pt>
              <c:pt idx="4154">
                <c:v>0.91700000000000004</c:v>
              </c:pt>
              <c:pt idx="4155">
                <c:v>0.9175000000000002</c:v>
              </c:pt>
              <c:pt idx="4156">
                <c:v>0.91799999999999993</c:v>
              </c:pt>
              <c:pt idx="4157">
                <c:v>0.91850000000000009</c:v>
              </c:pt>
              <c:pt idx="4158">
                <c:v>0.91900000000000026</c:v>
              </c:pt>
              <c:pt idx="4159">
                <c:v>0.91949999999999998</c:v>
              </c:pt>
              <c:pt idx="4160">
                <c:v>0.92000000000000015</c:v>
              </c:pt>
              <c:pt idx="4161">
                <c:v>0.92050000000000032</c:v>
              </c:pt>
              <c:pt idx="4162">
                <c:v>0.92100000000000004</c:v>
              </c:pt>
              <c:pt idx="4163">
                <c:v>0.92150000000000021</c:v>
              </c:pt>
              <c:pt idx="4164">
                <c:v>0.92199999999999993</c:v>
              </c:pt>
              <c:pt idx="4165">
                <c:v>0.9225000000000001</c:v>
              </c:pt>
              <c:pt idx="4166">
                <c:v>0.92300000000000026</c:v>
              </c:pt>
              <c:pt idx="4167">
                <c:v>0.92349999999999999</c:v>
              </c:pt>
              <c:pt idx="4168">
                <c:v>0.92400000000000015</c:v>
              </c:pt>
              <c:pt idx="4169">
                <c:v>0.92450000000000032</c:v>
              </c:pt>
              <c:pt idx="4170">
                <c:v>0.92500000000000004</c:v>
              </c:pt>
              <c:pt idx="4171">
                <c:v>0.92550000000000021</c:v>
              </c:pt>
              <c:pt idx="4172">
                <c:v>0.92599999999999993</c:v>
              </c:pt>
              <c:pt idx="4173">
                <c:v>0.9265000000000001</c:v>
              </c:pt>
              <c:pt idx="4174">
                <c:v>0.92700000000000027</c:v>
              </c:pt>
              <c:pt idx="4175">
                <c:v>0.92749999999999999</c:v>
              </c:pt>
              <c:pt idx="4176">
                <c:v>0.92800000000000016</c:v>
              </c:pt>
              <c:pt idx="4177">
                <c:v>0.92850000000000033</c:v>
              </c:pt>
              <c:pt idx="4178">
                <c:v>0.92900000000000005</c:v>
              </c:pt>
              <c:pt idx="4179">
                <c:v>0.92950000000000021</c:v>
              </c:pt>
              <c:pt idx="4180">
                <c:v>0.92999999999999994</c:v>
              </c:pt>
              <c:pt idx="4181">
                <c:v>0.9305000000000001</c:v>
              </c:pt>
              <c:pt idx="4182">
                <c:v>0.93100000000000027</c:v>
              </c:pt>
              <c:pt idx="4183">
                <c:v>0.93149999999999999</c:v>
              </c:pt>
              <c:pt idx="4184">
                <c:v>0.93200000000000016</c:v>
              </c:pt>
              <c:pt idx="4185">
                <c:v>0.93250000000000033</c:v>
              </c:pt>
              <c:pt idx="4186">
                <c:v>0.93300000000000005</c:v>
              </c:pt>
              <c:pt idx="4187">
                <c:v>0.93350000000000022</c:v>
              </c:pt>
              <c:pt idx="4188">
                <c:v>0.93399999999999994</c:v>
              </c:pt>
              <c:pt idx="4189">
                <c:v>0.93450000000000011</c:v>
              </c:pt>
              <c:pt idx="4190">
                <c:v>0.93500000000000028</c:v>
              </c:pt>
              <c:pt idx="4191">
                <c:v>0.9355</c:v>
              </c:pt>
              <c:pt idx="4192">
                <c:v>0.93600000000000017</c:v>
              </c:pt>
              <c:pt idx="4193">
                <c:v>0.93650000000000033</c:v>
              </c:pt>
              <c:pt idx="4194">
                <c:v>0.93700000000000006</c:v>
              </c:pt>
              <c:pt idx="4195">
                <c:v>0.93750000000000022</c:v>
              </c:pt>
              <c:pt idx="4196">
                <c:v>0.93799999999999994</c:v>
              </c:pt>
              <c:pt idx="4197">
                <c:v>0.93850000000000011</c:v>
              </c:pt>
              <c:pt idx="4198">
                <c:v>0.93900000000000028</c:v>
              </c:pt>
              <c:pt idx="4199">
                <c:v>0.9395</c:v>
              </c:pt>
              <c:pt idx="4200">
                <c:v>0.94000000000000017</c:v>
              </c:pt>
              <c:pt idx="4201">
                <c:v>0.94050000000000034</c:v>
              </c:pt>
              <c:pt idx="4202">
                <c:v>0.94100000000000006</c:v>
              </c:pt>
              <c:pt idx="4203">
                <c:v>0.94150000000000023</c:v>
              </c:pt>
              <c:pt idx="4204">
                <c:v>0.94199999999999995</c:v>
              </c:pt>
              <c:pt idx="4205">
                <c:v>0.94250000000000012</c:v>
              </c:pt>
              <c:pt idx="4206">
                <c:v>0.94300000000000028</c:v>
              </c:pt>
              <c:pt idx="4207">
                <c:v>0.94350000000000001</c:v>
              </c:pt>
              <c:pt idx="4208">
                <c:v>0.94400000000000017</c:v>
              </c:pt>
              <c:pt idx="4209">
                <c:v>0.94450000000000034</c:v>
              </c:pt>
              <c:pt idx="4210">
                <c:v>0.94500000000000006</c:v>
              </c:pt>
              <c:pt idx="4211">
                <c:v>0.94550000000000023</c:v>
              </c:pt>
              <c:pt idx="4212">
                <c:v>0.94599999999999995</c:v>
              </c:pt>
              <c:pt idx="4213">
                <c:v>0.94650000000000012</c:v>
              </c:pt>
              <c:pt idx="4214">
                <c:v>0.94700000000000029</c:v>
              </c:pt>
              <c:pt idx="4215">
                <c:v>0.94750000000000001</c:v>
              </c:pt>
              <c:pt idx="4216">
                <c:v>0.94800000000000018</c:v>
              </c:pt>
              <c:pt idx="4217">
                <c:v>0.94850000000000034</c:v>
              </c:pt>
              <c:pt idx="4218">
                <c:v>0.94900000000000007</c:v>
              </c:pt>
              <c:pt idx="4219">
                <c:v>0.94950000000000023</c:v>
              </c:pt>
              <c:pt idx="4220">
                <c:v>0.95</c:v>
              </c:pt>
              <c:pt idx="4221">
                <c:v>0.95050000000000012</c:v>
              </c:pt>
              <c:pt idx="4222">
                <c:v>0.95100000000000029</c:v>
              </c:pt>
              <c:pt idx="4223">
                <c:v>0.95150000000000001</c:v>
              </c:pt>
              <c:pt idx="4224">
                <c:v>0.95200000000000018</c:v>
              </c:pt>
              <c:pt idx="4225">
                <c:v>0.9524999999999999</c:v>
              </c:pt>
              <c:pt idx="4226">
                <c:v>0.95300000000000007</c:v>
              </c:pt>
              <c:pt idx="4227">
                <c:v>0.95350000000000024</c:v>
              </c:pt>
              <c:pt idx="4228">
                <c:v>0.95399999999999996</c:v>
              </c:pt>
              <c:pt idx="4229">
                <c:v>0.95450000000000013</c:v>
              </c:pt>
              <c:pt idx="4230">
                <c:v>0.95500000000000029</c:v>
              </c:pt>
              <c:pt idx="4231">
                <c:v>0.95550000000000002</c:v>
              </c:pt>
              <c:pt idx="4232">
                <c:v>0.95600000000000018</c:v>
              </c:pt>
              <c:pt idx="4233">
                <c:v>0.95649999999999991</c:v>
              </c:pt>
              <c:pt idx="4234">
                <c:v>0.95700000000000007</c:v>
              </c:pt>
              <c:pt idx="4235">
                <c:v>0.95750000000000024</c:v>
              </c:pt>
              <c:pt idx="4236">
                <c:v>0.95799999999999996</c:v>
              </c:pt>
              <c:pt idx="4237">
                <c:v>0.95850000000000013</c:v>
              </c:pt>
              <c:pt idx="4238">
                <c:v>0.9590000000000003</c:v>
              </c:pt>
              <c:pt idx="4239">
                <c:v>0.95950000000000002</c:v>
              </c:pt>
              <c:pt idx="4240">
                <c:v>0.96000000000000019</c:v>
              </c:pt>
              <c:pt idx="4241">
                <c:v>0.96049999999999991</c:v>
              </c:pt>
              <c:pt idx="4242">
                <c:v>0.96100000000000008</c:v>
              </c:pt>
              <c:pt idx="4243">
                <c:v>0.96150000000000024</c:v>
              </c:pt>
              <c:pt idx="4244">
                <c:v>0.96199999999999997</c:v>
              </c:pt>
              <c:pt idx="4245">
                <c:v>0.96250000000000013</c:v>
              </c:pt>
              <c:pt idx="4246">
                <c:v>0.9630000000000003</c:v>
              </c:pt>
              <c:pt idx="4247">
                <c:v>0.96350000000000002</c:v>
              </c:pt>
              <c:pt idx="4248">
                <c:v>0.96400000000000019</c:v>
              </c:pt>
              <c:pt idx="4249">
                <c:v>0.96449999999999991</c:v>
              </c:pt>
              <c:pt idx="4250">
                <c:v>0.96500000000000008</c:v>
              </c:pt>
              <c:pt idx="4251">
                <c:v>0.96550000000000025</c:v>
              </c:pt>
              <c:pt idx="4252">
                <c:v>0.96599999999999997</c:v>
              </c:pt>
              <c:pt idx="4253">
                <c:v>0.96650000000000014</c:v>
              </c:pt>
              <c:pt idx="4254">
                <c:v>0.9670000000000003</c:v>
              </c:pt>
              <c:pt idx="4255">
                <c:v>0.96750000000000003</c:v>
              </c:pt>
              <c:pt idx="4256">
                <c:v>0.96800000000000019</c:v>
              </c:pt>
              <c:pt idx="4257">
                <c:v>0.96849999999999992</c:v>
              </c:pt>
              <c:pt idx="4258">
                <c:v>0.96900000000000008</c:v>
              </c:pt>
              <c:pt idx="4259">
                <c:v>0.96950000000000025</c:v>
              </c:pt>
              <c:pt idx="4260">
                <c:v>0.97</c:v>
              </c:pt>
              <c:pt idx="4261">
                <c:v>0.97050000000000014</c:v>
              </c:pt>
              <c:pt idx="4262">
                <c:v>0.97100000000000031</c:v>
              </c:pt>
              <c:pt idx="4263">
                <c:v>0.97150000000000003</c:v>
              </c:pt>
              <c:pt idx="4264">
                <c:v>0.9720000000000002</c:v>
              </c:pt>
              <c:pt idx="4265">
                <c:v>0.97249999999999992</c:v>
              </c:pt>
              <c:pt idx="4266">
                <c:v>0.97300000000000009</c:v>
              </c:pt>
              <c:pt idx="4267">
                <c:v>0.97350000000000025</c:v>
              </c:pt>
              <c:pt idx="4268">
                <c:v>0.97399999999999998</c:v>
              </c:pt>
              <c:pt idx="4269">
                <c:v>0.97450000000000014</c:v>
              </c:pt>
              <c:pt idx="4270">
                <c:v>0.97500000000000031</c:v>
              </c:pt>
              <c:pt idx="4271">
                <c:v>0.97550000000000003</c:v>
              </c:pt>
              <c:pt idx="4272">
                <c:v>0.9760000000000002</c:v>
              </c:pt>
              <c:pt idx="4273">
                <c:v>0.97649999999999992</c:v>
              </c:pt>
              <c:pt idx="4274">
                <c:v>0.97700000000000009</c:v>
              </c:pt>
              <c:pt idx="4275">
                <c:v>0.97750000000000026</c:v>
              </c:pt>
              <c:pt idx="4276">
                <c:v>0.97799999999999998</c:v>
              </c:pt>
              <c:pt idx="4277">
                <c:v>0.97850000000000015</c:v>
              </c:pt>
              <c:pt idx="4278">
                <c:v>0.97900000000000031</c:v>
              </c:pt>
              <c:pt idx="4279">
                <c:v>0.97950000000000004</c:v>
              </c:pt>
              <c:pt idx="4280">
                <c:v>0.9800000000000002</c:v>
              </c:pt>
              <c:pt idx="4281">
                <c:v>0.98049999999999993</c:v>
              </c:pt>
              <c:pt idx="4282">
                <c:v>0.98100000000000009</c:v>
              </c:pt>
              <c:pt idx="4283">
                <c:v>0.98150000000000026</c:v>
              </c:pt>
              <c:pt idx="4284">
                <c:v>0.98199999999999998</c:v>
              </c:pt>
              <c:pt idx="4285">
                <c:v>0.98250000000000015</c:v>
              </c:pt>
              <c:pt idx="4286">
                <c:v>0.98300000000000032</c:v>
              </c:pt>
              <c:pt idx="4287">
                <c:v>0.98350000000000004</c:v>
              </c:pt>
              <c:pt idx="4288">
                <c:v>0.98400000000000021</c:v>
              </c:pt>
              <c:pt idx="4289">
                <c:v>0.98449999999999993</c:v>
              </c:pt>
              <c:pt idx="4290">
                <c:v>0.9850000000000001</c:v>
              </c:pt>
              <c:pt idx="4291">
                <c:v>0.98550000000000026</c:v>
              </c:pt>
              <c:pt idx="4292">
                <c:v>0.98599999999999999</c:v>
              </c:pt>
              <c:pt idx="4293">
                <c:v>0.98650000000000015</c:v>
              </c:pt>
              <c:pt idx="4294">
                <c:v>0.98700000000000032</c:v>
              </c:pt>
              <c:pt idx="4295">
                <c:v>0.98750000000000004</c:v>
              </c:pt>
              <c:pt idx="4296">
                <c:v>0.98800000000000021</c:v>
              </c:pt>
              <c:pt idx="4297">
                <c:v>0.98849999999999993</c:v>
              </c:pt>
              <c:pt idx="4298">
                <c:v>0.9890000000000001</c:v>
              </c:pt>
              <c:pt idx="4299">
                <c:v>0.98950000000000027</c:v>
              </c:pt>
              <c:pt idx="4300">
                <c:v>0.99</c:v>
              </c:pt>
              <c:pt idx="4301">
                <c:v>0.99050000000000016</c:v>
              </c:pt>
              <c:pt idx="4302">
                <c:v>0.99100000000000033</c:v>
              </c:pt>
              <c:pt idx="4303">
                <c:v>0.99150000000000005</c:v>
              </c:pt>
              <c:pt idx="4304">
                <c:v>0.99200000000000021</c:v>
              </c:pt>
              <c:pt idx="4305">
                <c:v>0.99249999999999994</c:v>
              </c:pt>
              <c:pt idx="4306">
                <c:v>0.9930000000000001</c:v>
              </c:pt>
              <c:pt idx="4307">
                <c:v>0.99350000000000027</c:v>
              </c:pt>
              <c:pt idx="4308">
                <c:v>0.99399999999999999</c:v>
              </c:pt>
              <c:pt idx="4309">
                <c:v>0.99450000000000016</c:v>
              </c:pt>
              <c:pt idx="4310">
                <c:v>0.99500000000000033</c:v>
              </c:pt>
              <c:pt idx="4311">
                <c:v>0.99550000000000005</c:v>
              </c:pt>
              <c:pt idx="4312">
                <c:v>0.99600000000000022</c:v>
              </c:pt>
              <c:pt idx="4313">
                <c:v>0.99649999999999994</c:v>
              </c:pt>
              <c:pt idx="4314">
                <c:v>0.99700000000000011</c:v>
              </c:pt>
              <c:pt idx="4315">
                <c:v>0.99750000000000028</c:v>
              </c:pt>
              <c:pt idx="4316">
                <c:v>0.998</c:v>
              </c:pt>
              <c:pt idx="4317">
                <c:v>0.99850000000000017</c:v>
              </c:pt>
              <c:pt idx="4318">
                <c:v>0.99900000000000033</c:v>
              </c:pt>
              <c:pt idx="4319">
                <c:v>0.99950000000000006</c:v>
              </c:pt>
              <c:pt idx="4320">
                <c:v>1.0000000000000002</c:v>
              </c:pt>
              <c:pt idx="4321">
                <c:v>1.0004999999999999</c:v>
              </c:pt>
              <c:pt idx="4322">
                <c:v>1.0010000000000001</c:v>
              </c:pt>
              <c:pt idx="4323">
                <c:v>1.0015000000000003</c:v>
              </c:pt>
              <c:pt idx="4324">
                <c:v>1.002</c:v>
              </c:pt>
              <c:pt idx="4325">
                <c:v>1.0025000000000002</c:v>
              </c:pt>
              <c:pt idx="4326">
                <c:v>1.0030000000000003</c:v>
              </c:pt>
              <c:pt idx="4327">
                <c:v>1.0035000000000001</c:v>
              </c:pt>
              <c:pt idx="4328">
                <c:v>1.0040000000000002</c:v>
              </c:pt>
              <c:pt idx="4329">
                <c:v>1.0044999999999999</c:v>
              </c:pt>
              <c:pt idx="4330">
                <c:v>1.0050000000000001</c:v>
              </c:pt>
              <c:pt idx="4331">
                <c:v>1.0055000000000003</c:v>
              </c:pt>
              <c:pt idx="4332">
                <c:v>1.006</c:v>
              </c:pt>
              <c:pt idx="4333">
                <c:v>1.0065000000000002</c:v>
              </c:pt>
              <c:pt idx="4334">
                <c:v>1.0070000000000003</c:v>
              </c:pt>
              <c:pt idx="4335">
                <c:v>1.0075000000000001</c:v>
              </c:pt>
              <c:pt idx="4336">
                <c:v>1.0080000000000002</c:v>
              </c:pt>
              <c:pt idx="4337">
                <c:v>1.0085</c:v>
              </c:pt>
              <c:pt idx="4338">
                <c:v>1.0090000000000001</c:v>
              </c:pt>
              <c:pt idx="4339">
                <c:v>1.0095000000000003</c:v>
              </c:pt>
              <c:pt idx="4340">
                <c:v>1.01</c:v>
              </c:pt>
              <c:pt idx="4341">
                <c:v>1.0105000000000002</c:v>
              </c:pt>
              <c:pt idx="4342">
                <c:v>1.0110000000000003</c:v>
              </c:pt>
              <c:pt idx="4343">
                <c:v>1.0115000000000001</c:v>
              </c:pt>
              <c:pt idx="4344">
                <c:v>1.0120000000000002</c:v>
              </c:pt>
              <c:pt idx="4345">
                <c:v>1.0125</c:v>
              </c:pt>
              <c:pt idx="4346">
                <c:v>1.0130000000000001</c:v>
              </c:pt>
              <c:pt idx="4347">
                <c:v>1.0135000000000003</c:v>
              </c:pt>
              <c:pt idx="4348">
                <c:v>1.014</c:v>
              </c:pt>
              <c:pt idx="4349">
                <c:v>1.0145000000000002</c:v>
              </c:pt>
              <c:pt idx="4350">
                <c:v>1.0150000000000003</c:v>
              </c:pt>
              <c:pt idx="4351">
                <c:v>1.0155000000000001</c:v>
              </c:pt>
              <c:pt idx="4352">
                <c:v>1.0160000000000002</c:v>
              </c:pt>
              <c:pt idx="4353">
                <c:v>1.0165</c:v>
              </c:pt>
              <c:pt idx="4354">
                <c:v>1.0170000000000001</c:v>
              </c:pt>
              <c:pt idx="4355">
                <c:v>1.0175000000000003</c:v>
              </c:pt>
              <c:pt idx="4356">
                <c:v>1.018</c:v>
              </c:pt>
              <c:pt idx="4357">
                <c:v>1.0185000000000002</c:v>
              </c:pt>
              <c:pt idx="4358">
                <c:v>1.0189999999999999</c:v>
              </c:pt>
              <c:pt idx="4359">
                <c:v>1.0195000000000001</c:v>
              </c:pt>
              <c:pt idx="4360">
                <c:v>1.0200000000000002</c:v>
              </c:pt>
              <c:pt idx="4361">
                <c:v>1.0205</c:v>
              </c:pt>
              <c:pt idx="4362">
                <c:v>1.0210000000000001</c:v>
              </c:pt>
              <c:pt idx="4363">
                <c:v>1.0215000000000003</c:v>
              </c:pt>
              <c:pt idx="4364">
                <c:v>1.022</c:v>
              </c:pt>
              <c:pt idx="4365">
                <c:v>1.0225000000000002</c:v>
              </c:pt>
              <c:pt idx="4366">
                <c:v>1.0229999999999999</c:v>
              </c:pt>
              <c:pt idx="4367">
                <c:v>1.0235000000000001</c:v>
              </c:pt>
              <c:pt idx="4368">
                <c:v>1.0240000000000002</c:v>
              </c:pt>
              <c:pt idx="4369">
                <c:v>1.0245</c:v>
              </c:pt>
              <c:pt idx="4370">
                <c:v>1.0250000000000001</c:v>
              </c:pt>
              <c:pt idx="4371">
                <c:v>1.0255000000000003</c:v>
              </c:pt>
              <c:pt idx="4372">
                <c:v>1.026</c:v>
              </c:pt>
              <c:pt idx="4373">
                <c:v>1.0265000000000002</c:v>
              </c:pt>
              <c:pt idx="4374">
                <c:v>1.0269999999999999</c:v>
              </c:pt>
              <c:pt idx="4375">
                <c:v>1.0275000000000001</c:v>
              </c:pt>
              <c:pt idx="4376">
                <c:v>1.0280000000000002</c:v>
              </c:pt>
              <c:pt idx="4377">
                <c:v>1.0285</c:v>
              </c:pt>
              <c:pt idx="4378">
                <c:v>1.0290000000000001</c:v>
              </c:pt>
              <c:pt idx="4379">
                <c:v>1.0295000000000003</c:v>
              </c:pt>
              <c:pt idx="4380">
                <c:v>1.03</c:v>
              </c:pt>
              <c:pt idx="4381">
                <c:v>1.0305000000000002</c:v>
              </c:pt>
              <c:pt idx="4382">
                <c:v>1.0309999999999999</c:v>
              </c:pt>
              <c:pt idx="4383">
                <c:v>1.0315000000000001</c:v>
              </c:pt>
              <c:pt idx="4384">
                <c:v>1.0320000000000003</c:v>
              </c:pt>
              <c:pt idx="4385">
                <c:v>1.0325</c:v>
              </c:pt>
              <c:pt idx="4386">
                <c:v>1.0330000000000001</c:v>
              </c:pt>
              <c:pt idx="4387">
                <c:v>1.0335000000000003</c:v>
              </c:pt>
              <c:pt idx="4388">
                <c:v>1.034</c:v>
              </c:pt>
              <c:pt idx="4389">
                <c:v>1.0345000000000002</c:v>
              </c:pt>
              <c:pt idx="4390">
                <c:v>1.0349999999999999</c:v>
              </c:pt>
              <c:pt idx="4391">
                <c:v>1.0355000000000001</c:v>
              </c:pt>
              <c:pt idx="4392">
                <c:v>1.0360000000000003</c:v>
              </c:pt>
              <c:pt idx="4393">
                <c:v>1.0365</c:v>
              </c:pt>
              <c:pt idx="4394">
                <c:v>1.0370000000000001</c:v>
              </c:pt>
              <c:pt idx="4395">
                <c:v>1.0375000000000003</c:v>
              </c:pt>
              <c:pt idx="4396">
                <c:v>1.038</c:v>
              </c:pt>
              <c:pt idx="4397">
                <c:v>1.0385000000000002</c:v>
              </c:pt>
              <c:pt idx="4398">
                <c:v>1.0389999999999999</c:v>
              </c:pt>
              <c:pt idx="4399">
                <c:v>1.0395000000000001</c:v>
              </c:pt>
              <c:pt idx="4400">
                <c:v>1.0400000000000003</c:v>
              </c:pt>
              <c:pt idx="4401">
                <c:v>1.0405</c:v>
              </c:pt>
              <c:pt idx="4402">
                <c:v>1.0410000000000001</c:v>
              </c:pt>
              <c:pt idx="4403">
                <c:v>1.0415000000000003</c:v>
              </c:pt>
              <c:pt idx="4404">
                <c:v>1.042</c:v>
              </c:pt>
              <c:pt idx="4405">
                <c:v>1.0425000000000002</c:v>
              </c:pt>
              <c:pt idx="4406">
                <c:v>1.0429999999999999</c:v>
              </c:pt>
              <c:pt idx="4407">
                <c:v>1.0435000000000001</c:v>
              </c:pt>
              <c:pt idx="4408">
                <c:v>1.0440000000000003</c:v>
              </c:pt>
              <c:pt idx="4409">
                <c:v>1.0445</c:v>
              </c:pt>
              <c:pt idx="4410">
                <c:v>1.0450000000000002</c:v>
              </c:pt>
              <c:pt idx="4411">
                <c:v>1.0455000000000003</c:v>
              </c:pt>
              <c:pt idx="4412">
                <c:v>1.046</c:v>
              </c:pt>
              <c:pt idx="4413">
                <c:v>1.0465000000000002</c:v>
              </c:pt>
              <c:pt idx="4414">
                <c:v>1.0469999999999999</c:v>
              </c:pt>
              <c:pt idx="4415">
                <c:v>1.0475000000000001</c:v>
              </c:pt>
              <c:pt idx="4416">
                <c:v>1.0480000000000003</c:v>
              </c:pt>
              <c:pt idx="4417">
                <c:v>1.0485</c:v>
              </c:pt>
              <c:pt idx="4418">
                <c:v>1.0490000000000002</c:v>
              </c:pt>
              <c:pt idx="4419">
                <c:v>1.0495000000000003</c:v>
              </c:pt>
              <c:pt idx="4420">
                <c:v>1.05</c:v>
              </c:pt>
              <c:pt idx="4421">
                <c:v>1.0505000000000002</c:v>
              </c:pt>
              <c:pt idx="4422">
                <c:v>1.0509999999999999</c:v>
              </c:pt>
              <c:pt idx="4423">
                <c:v>1.0515000000000001</c:v>
              </c:pt>
              <c:pt idx="4424">
                <c:v>1.0520000000000003</c:v>
              </c:pt>
              <c:pt idx="4425">
                <c:v>1.0525</c:v>
              </c:pt>
              <c:pt idx="4426">
                <c:v>1.0530000000000002</c:v>
              </c:pt>
              <c:pt idx="4427">
                <c:v>1.0535000000000003</c:v>
              </c:pt>
              <c:pt idx="4428">
                <c:v>1.054</c:v>
              </c:pt>
              <c:pt idx="4429">
                <c:v>1.0545000000000002</c:v>
              </c:pt>
              <c:pt idx="4430">
                <c:v>1.0549999999999999</c:v>
              </c:pt>
              <c:pt idx="4431">
                <c:v>1.0555000000000001</c:v>
              </c:pt>
              <c:pt idx="4432">
                <c:v>1.0560000000000003</c:v>
              </c:pt>
              <c:pt idx="4433">
                <c:v>1.0565</c:v>
              </c:pt>
              <c:pt idx="4434">
                <c:v>1.0570000000000002</c:v>
              </c:pt>
              <c:pt idx="4435">
                <c:v>1.0575000000000003</c:v>
              </c:pt>
              <c:pt idx="4436">
                <c:v>1.0580000000000001</c:v>
              </c:pt>
              <c:pt idx="4437">
                <c:v>1.0585000000000002</c:v>
              </c:pt>
              <c:pt idx="4438">
                <c:v>1.0589999999999999</c:v>
              </c:pt>
              <c:pt idx="4439">
                <c:v>1.0595000000000001</c:v>
              </c:pt>
              <c:pt idx="4440">
                <c:v>1.0600000000000003</c:v>
              </c:pt>
              <c:pt idx="4441">
                <c:v>1.0605</c:v>
              </c:pt>
              <c:pt idx="4442">
                <c:v>1.0610000000000002</c:v>
              </c:pt>
              <c:pt idx="4443">
                <c:v>1.0615000000000003</c:v>
              </c:pt>
              <c:pt idx="4444">
                <c:v>1.0620000000000001</c:v>
              </c:pt>
              <c:pt idx="4445">
                <c:v>1.0625000000000002</c:v>
              </c:pt>
              <c:pt idx="4446">
                <c:v>1.0629999999999999</c:v>
              </c:pt>
              <c:pt idx="4447">
                <c:v>1.0635000000000001</c:v>
              </c:pt>
              <c:pt idx="4448">
                <c:v>1.0640000000000003</c:v>
              </c:pt>
              <c:pt idx="4449">
                <c:v>1.0645</c:v>
              </c:pt>
              <c:pt idx="4450">
                <c:v>1.0650000000000002</c:v>
              </c:pt>
              <c:pt idx="4451">
                <c:v>1.0655000000000003</c:v>
              </c:pt>
              <c:pt idx="4452">
                <c:v>1.0660000000000001</c:v>
              </c:pt>
              <c:pt idx="4453">
                <c:v>1.0665000000000002</c:v>
              </c:pt>
              <c:pt idx="4454">
                <c:v>1.0669999999999999</c:v>
              </c:pt>
              <c:pt idx="4455">
                <c:v>1.0675000000000001</c:v>
              </c:pt>
              <c:pt idx="4456">
                <c:v>1.0680000000000003</c:v>
              </c:pt>
              <c:pt idx="4457">
                <c:v>1.0685</c:v>
              </c:pt>
              <c:pt idx="4458">
                <c:v>1.0690000000000002</c:v>
              </c:pt>
              <c:pt idx="4459">
                <c:v>1.0695000000000003</c:v>
              </c:pt>
              <c:pt idx="4460">
                <c:v>1.07</c:v>
              </c:pt>
              <c:pt idx="4461">
                <c:v>1.0705000000000002</c:v>
              </c:pt>
              <c:pt idx="4462">
                <c:v>1.071</c:v>
              </c:pt>
              <c:pt idx="4463">
                <c:v>1.0715000000000001</c:v>
              </c:pt>
              <c:pt idx="4464">
                <c:v>1.0720000000000003</c:v>
              </c:pt>
              <c:pt idx="4465">
                <c:v>1.0725</c:v>
              </c:pt>
              <c:pt idx="4466">
                <c:v>1.0730000000000002</c:v>
              </c:pt>
              <c:pt idx="4467">
                <c:v>1.0735000000000003</c:v>
              </c:pt>
              <c:pt idx="4468">
                <c:v>1.0740000000000001</c:v>
              </c:pt>
              <c:pt idx="4469">
                <c:v>1.0745000000000002</c:v>
              </c:pt>
              <c:pt idx="4470">
                <c:v>1.075</c:v>
              </c:pt>
              <c:pt idx="4471">
                <c:v>1.0755000000000001</c:v>
              </c:pt>
              <c:pt idx="4472">
                <c:v>1.0760000000000003</c:v>
              </c:pt>
              <c:pt idx="4473">
                <c:v>1.0765</c:v>
              </c:pt>
              <c:pt idx="4474">
                <c:v>1.0770000000000002</c:v>
              </c:pt>
              <c:pt idx="4475">
                <c:v>1.0775000000000003</c:v>
              </c:pt>
              <c:pt idx="4476">
                <c:v>1.0780000000000001</c:v>
              </c:pt>
              <c:pt idx="4477">
                <c:v>1.0785000000000002</c:v>
              </c:pt>
              <c:pt idx="4478">
                <c:v>1.079</c:v>
              </c:pt>
              <c:pt idx="4479">
                <c:v>1.0795000000000001</c:v>
              </c:pt>
              <c:pt idx="4480">
                <c:v>1.0800000000000003</c:v>
              </c:pt>
              <c:pt idx="4481">
                <c:v>1.0805</c:v>
              </c:pt>
              <c:pt idx="4482">
                <c:v>1.0810000000000002</c:v>
              </c:pt>
              <c:pt idx="4483">
                <c:v>1.0814999999999999</c:v>
              </c:pt>
              <c:pt idx="4484">
                <c:v>1.0820000000000001</c:v>
              </c:pt>
              <c:pt idx="4485">
                <c:v>1.0825000000000002</c:v>
              </c:pt>
              <c:pt idx="4486">
                <c:v>1.083</c:v>
              </c:pt>
              <c:pt idx="4487">
                <c:v>1.0835000000000001</c:v>
              </c:pt>
              <c:pt idx="4488">
                <c:v>1.0840000000000003</c:v>
              </c:pt>
              <c:pt idx="4489">
                <c:v>1.0845</c:v>
              </c:pt>
              <c:pt idx="4490">
                <c:v>1.0850000000000002</c:v>
              </c:pt>
              <c:pt idx="4491">
                <c:v>1.0854999999999999</c:v>
              </c:pt>
              <c:pt idx="4492">
                <c:v>1.0860000000000001</c:v>
              </c:pt>
              <c:pt idx="4493">
                <c:v>1.0865000000000002</c:v>
              </c:pt>
              <c:pt idx="4494">
                <c:v>1.087</c:v>
              </c:pt>
              <c:pt idx="4495">
                <c:v>1.0875000000000001</c:v>
              </c:pt>
              <c:pt idx="4496">
                <c:v>1.0880000000000003</c:v>
              </c:pt>
              <c:pt idx="4497">
                <c:v>1.0885</c:v>
              </c:pt>
              <c:pt idx="4498">
                <c:v>1.0890000000000002</c:v>
              </c:pt>
              <c:pt idx="4499">
                <c:v>1.0894999999999999</c:v>
              </c:pt>
              <c:pt idx="4500">
                <c:v>1.0900000000000001</c:v>
              </c:pt>
              <c:pt idx="4501">
                <c:v>1.0905000000000002</c:v>
              </c:pt>
              <c:pt idx="4502">
                <c:v>1.091</c:v>
              </c:pt>
              <c:pt idx="4503">
                <c:v>1.0915000000000001</c:v>
              </c:pt>
              <c:pt idx="4504">
                <c:v>1.0920000000000003</c:v>
              </c:pt>
              <c:pt idx="4505">
                <c:v>1.0925</c:v>
              </c:pt>
              <c:pt idx="4506">
                <c:v>1.0930000000000002</c:v>
              </c:pt>
              <c:pt idx="4507">
                <c:v>1.0934999999999999</c:v>
              </c:pt>
              <c:pt idx="4508">
                <c:v>1.0940000000000001</c:v>
              </c:pt>
              <c:pt idx="4509">
                <c:v>1.0945000000000003</c:v>
              </c:pt>
              <c:pt idx="4510">
                <c:v>1.095</c:v>
              </c:pt>
              <c:pt idx="4511">
                <c:v>1.0955000000000001</c:v>
              </c:pt>
              <c:pt idx="4512">
                <c:v>1.0960000000000003</c:v>
              </c:pt>
              <c:pt idx="4513">
                <c:v>1.0965</c:v>
              </c:pt>
              <c:pt idx="4514">
                <c:v>1.0970000000000002</c:v>
              </c:pt>
              <c:pt idx="4515">
                <c:v>1.0974999999999999</c:v>
              </c:pt>
              <c:pt idx="4516">
                <c:v>1.0980000000000001</c:v>
              </c:pt>
              <c:pt idx="4517">
                <c:v>1.0985000000000003</c:v>
              </c:pt>
              <c:pt idx="4518">
                <c:v>1.099</c:v>
              </c:pt>
              <c:pt idx="4519">
                <c:v>1.0995000000000001</c:v>
              </c:pt>
              <c:pt idx="4520">
                <c:v>1.1000000000000003</c:v>
              </c:pt>
              <c:pt idx="4521">
                <c:v>1.1005</c:v>
              </c:pt>
              <c:pt idx="4522">
                <c:v>1.1010000000000002</c:v>
              </c:pt>
              <c:pt idx="4523">
                <c:v>1.1014999999999999</c:v>
              </c:pt>
              <c:pt idx="4524">
                <c:v>1.1020000000000001</c:v>
              </c:pt>
              <c:pt idx="4525">
                <c:v>1.1025000000000003</c:v>
              </c:pt>
              <c:pt idx="4526">
                <c:v>1.103</c:v>
              </c:pt>
              <c:pt idx="4527">
                <c:v>1.1035000000000001</c:v>
              </c:pt>
              <c:pt idx="4528">
                <c:v>1.1040000000000003</c:v>
              </c:pt>
              <c:pt idx="4529">
                <c:v>1.1045</c:v>
              </c:pt>
              <c:pt idx="4530">
                <c:v>1.1050000000000002</c:v>
              </c:pt>
              <c:pt idx="4531">
                <c:v>1.1054999999999999</c:v>
              </c:pt>
              <c:pt idx="4532">
                <c:v>1.1060000000000001</c:v>
              </c:pt>
              <c:pt idx="4533">
                <c:v>1.1065000000000003</c:v>
              </c:pt>
              <c:pt idx="4534">
                <c:v>1.107</c:v>
              </c:pt>
              <c:pt idx="4535">
                <c:v>1.1075000000000002</c:v>
              </c:pt>
              <c:pt idx="4536">
                <c:v>1.1080000000000003</c:v>
              </c:pt>
              <c:pt idx="4537">
                <c:v>1.1085</c:v>
              </c:pt>
              <c:pt idx="4538">
                <c:v>1.1090000000000002</c:v>
              </c:pt>
              <c:pt idx="4539">
                <c:v>1.1094999999999999</c:v>
              </c:pt>
              <c:pt idx="4540">
                <c:v>1.1100000000000001</c:v>
              </c:pt>
              <c:pt idx="4541">
                <c:v>1.1105000000000003</c:v>
              </c:pt>
              <c:pt idx="4542">
                <c:v>1.111</c:v>
              </c:pt>
              <c:pt idx="4543">
                <c:v>1.1115000000000002</c:v>
              </c:pt>
              <c:pt idx="4544">
                <c:v>1.1120000000000003</c:v>
              </c:pt>
              <c:pt idx="4545">
                <c:v>1.1125</c:v>
              </c:pt>
              <c:pt idx="4546">
                <c:v>1.1130000000000002</c:v>
              </c:pt>
              <c:pt idx="4547">
                <c:v>1.1134999999999999</c:v>
              </c:pt>
              <c:pt idx="4548">
                <c:v>1.1140000000000001</c:v>
              </c:pt>
              <c:pt idx="4549">
                <c:v>1.1145000000000003</c:v>
              </c:pt>
              <c:pt idx="4550">
                <c:v>1.115</c:v>
              </c:pt>
              <c:pt idx="4551">
                <c:v>1.1155000000000002</c:v>
              </c:pt>
              <c:pt idx="4552">
                <c:v>1.1160000000000003</c:v>
              </c:pt>
              <c:pt idx="4553">
                <c:v>1.1165</c:v>
              </c:pt>
              <c:pt idx="4554">
                <c:v>1.1170000000000002</c:v>
              </c:pt>
              <c:pt idx="4555">
                <c:v>1.1174999999999999</c:v>
              </c:pt>
              <c:pt idx="4556">
                <c:v>1.1180000000000001</c:v>
              </c:pt>
              <c:pt idx="4557">
                <c:v>1.1185000000000003</c:v>
              </c:pt>
              <c:pt idx="4558">
                <c:v>1.119</c:v>
              </c:pt>
              <c:pt idx="4559">
                <c:v>1.1195000000000002</c:v>
              </c:pt>
              <c:pt idx="4560">
                <c:v>1.1200000000000003</c:v>
              </c:pt>
              <c:pt idx="4561">
                <c:v>1.1205000000000001</c:v>
              </c:pt>
              <c:pt idx="4562">
                <c:v>1.1210000000000002</c:v>
              </c:pt>
              <c:pt idx="4563">
                <c:v>1.1214999999999999</c:v>
              </c:pt>
              <c:pt idx="4564">
                <c:v>1.1220000000000001</c:v>
              </c:pt>
              <c:pt idx="4565">
                <c:v>1.1225000000000003</c:v>
              </c:pt>
              <c:pt idx="4566">
                <c:v>1.123</c:v>
              </c:pt>
              <c:pt idx="4567">
                <c:v>1.1235000000000002</c:v>
              </c:pt>
              <c:pt idx="4568">
                <c:v>1.1240000000000003</c:v>
              </c:pt>
              <c:pt idx="4569">
                <c:v>1.1245000000000001</c:v>
              </c:pt>
              <c:pt idx="4570">
                <c:v>1.1250000000000002</c:v>
              </c:pt>
              <c:pt idx="4571">
                <c:v>1.1254999999999999</c:v>
              </c:pt>
              <c:pt idx="4572">
                <c:v>1.1260000000000001</c:v>
              </c:pt>
              <c:pt idx="4573">
                <c:v>1.1265000000000003</c:v>
              </c:pt>
              <c:pt idx="4574">
                <c:v>1.127</c:v>
              </c:pt>
              <c:pt idx="4575">
                <c:v>1.1275000000000002</c:v>
              </c:pt>
              <c:pt idx="4576">
                <c:v>1.1280000000000003</c:v>
              </c:pt>
              <c:pt idx="4577">
                <c:v>1.1285000000000001</c:v>
              </c:pt>
              <c:pt idx="4578">
                <c:v>1.1290000000000002</c:v>
              </c:pt>
              <c:pt idx="4579">
                <c:v>1.1294999999999999</c:v>
              </c:pt>
              <c:pt idx="4580">
                <c:v>1.1300000000000001</c:v>
              </c:pt>
              <c:pt idx="4581">
                <c:v>1.1305000000000003</c:v>
              </c:pt>
              <c:pt idx="4582">
                <c:v>1.131</c:v>
              </c:pt>
              <c:pt idx="4583">
                <c:v>1.1315000000000002</c:v>
              </c:pt>
              <c:pt idx="4584">
                <c:v>1.1320000000000003</c:v>
              </c:pt>
              <c:pt idx="4585">
                <c:v>1.1325000000000001</c:v>
              </c:pt>
              <c:pt idx="4586">
                <c:v>1.1330000000000002</c:v>
              </c:pt>
              <c:pt idx="4587">
                <c:v>1.1335</c:v>
              </c:pt>
              <c:pt idx="4588">
                <c:v>1.1340000000000001</c:v>
              </c:pt>
              <c:pt idx="4589">
                <c:v>1.1345000000000003</c:v>
              </c:pt>
              <c:pt idx="4590">
                <c:v>1.135</c:v>
              </c:pt>
              <c:pt idx="4591">
                <c:v>1.1355000000000002</c:v>
              </c:pt>
              <c:pt idx="4592">
                <c:v>1.1360000000000003</c:v>
              </c:pt>
              <c:pt idx="4593">
                <c:v>1.1365000000000001</c:v>
              </c:pt>
              <c:pt idx="4594">
                <c:v>1.1370000000000002</c:v>
              </c:pt>
              <c:pt idx="4595">
                <c:v>1.1375</c:v>
              </c:pt>
              <c:pt idx="4596">
                <c:v>1.1380000000000001</c:v>
              </c:pt>
              <c:pt idx="4597">
                <c:v>1.1385000000000003</c:v>
              </c:pt>
              <c:pt idx="4598">
                <c:v>1.139</c:v>
              </c:pt>
              <c:pt idx="4599">
                <c:v>1.1395000000000002</c:v>
              </c:pt>
              <c:pt idx="4600">
                <c:v>1.1400000000000003</c:v>
              </c:pt>
              <c:pt idx="4601">
                <c:v>1.1405000000000001</c:v>
              </c:pt>
              <c:pt idx="4602">
                <c:v>1.1410000000000002</c:v>
              </c:pt>
              <c:pt idx="4603">
                <c:v>1.1415</c:v>
              </c:pt>
              <c:pt idx="4604">
                <c:v>1.1420000000000001</c:v>
              </c:pt>
              <c:pt idx="4605">
                <c:v>1.1425000000000003</c:v>
              </c:pt>
              <c:pt idx="4606">
                <c:v>1.143</c:v>
              </c:pt>
              <c:pt idx="4607">
                <c:v>1.1435000000000002</c:v>
              </c:pt>
              <c:pt idx="4608">
                <c:v>1.1440000000000003</c:v>
              </c:pt>
              <c:pt idx="4609">
                <c:v>1.1445000000000001</c:v>
              </c:pt>
              <c:pt idx="4610">
                <c:v>1.1450000000000002</c:v>
              </c:pt>
              <c:pt idx="4611">
                <c:v>1.1455</c:v>
              </c:pt>
              <c:pt idx="4612">
                <c:v>1.1460000000000001</c:v>
              </c:pt>
              <c:pt idx="4613">
                <c:v>1.1465000000000003</c:v>
              </c:pt>
              <c:pt idx="4614">
                <c:v>1.147</c:v>
              </c:pt>
              <c:pt idx="4615">
                <c:v>1.1475000000000002</c:v>
              </c:pt>
              <c:pt idx="4616">
                <c:v>1.1479999999999999</c:v>
              </c:pt>
              <c:pt idx="4617">
                <c:v>1.1485000000000001</c:v>
              </c:pt>
              <c:pt idx="4618">
                <c:v>1.1490000000000002</c:v>
              </c:pt>
              <c:pt idx="4619">
                <c:v>1.1495</c:v>
              </c:pt>
              <c:pt idx="4620">
                <c:v>1.1500000000000001</c:v>
              </c:pt>
              <c:pt idx="4621">
                <c:v>1.1505000000000003</c:v>
              </c:pt>
              <c:pt idx="4622">
                <c:v>1.151</c:v>
              </c:pt>
              <c:pt idx="4623">
                <c:v>1.1515000000000002</c:v>
              </c:pt>
              <c:pt idx="4624">
                <c:v>1.1519999999999999</c:v>
              </c:pt>
              <c:pt idx="4625">
                <c:v>1.1525000000000001</c:v>
              </c:pt>
              <c:pt idx="4626">
                <c:v>1.1530000000000002</c:v>
              </c:pt>
              <c:pt idx="4627">
                <c:v>1.1535</c:v>
              </c:pt>
              <c:pt idx="4628">
                <c:v>1.1540000000000001</c:v>
              </c:pt>
              <c:pt idx="4629">
                <c:v>1.1545000000000003</c:v>
              </c:pt>
              <c:pt idx="4630">
                <c:v>1.155</c:v>
              </c:pt>
              <c:pt idx="4631">
                <c:v>1.1555000000000002</c:v>
              </c:pt>
              <c:pt idx="4632">
                <c:v>1.1559999999999999</c:v>
              </c:pt>
              <c:pt idx="4633">
                <c:v>1.1565000000000001</c:v>
              </c:pt>
              <c:pt idx="4634">
                <c:v>1.1570000000000003</c:v>
              </c:pt>
              <c:pt idx="4635">
                <c:v>1.1575</c:v>
              </c:pt>
              <c:pt idx="4636">
                <c:v>1.1580000000000001</c:v>
              </c:pt>
              <c:pt idx="4637">
                <c:v>1.1585000000000003</c:v>
              </c:pt>
              <c:pt idx="4638">
                <c:v>1.159</c:v>
              </c:pt>
              <c:pt idx="4639">
                <c:v>1.1595000000000002</c:v>
              </c:pt>
              <c:pt idx="4640">
                <c:v>1.1599999999999999</c:v>
              </c:pt>
            </c:numLit>
          </c:xVal>
          <c:yVal>
            <c:numLit>
              <c:formatCode>0</c:formatCode>
              <c:ptCount val="4641"/>
              <c:pt idx="0">
                <c:v>-46.576367702231273</c:v>
              </c:pt>
              <c:pt idx="1">
                <c:v>-46.992508088445256</c:v>
              </c:pt>
              <c:pt idx="2">
                <c:v>-47.455024062765155</c:v>
              </c:pt>
              <c:pt idx="3">
                <c:v>-47.969538864456567</c:v>
              </c:pt>
              <c:pt idx="4">
                <c:v>-48.54306610002638</c:v>
              </c:pt>
              <c:pt idx="5">
                <c:v>-49.184490497240262</c:v>
              </c:pt>
              <c:pt idx="6">
                <c:v>-49.905278781783309</c:v>
              </c:pt>
              <c:pt idx="7">
                <c:v>-50.720566703908545</c:v>
              </c:pt>
              <c:pt idx="8">
                <c:v>-51.650889323893587</c:v>
              </c:pt>
              <c:pt idx="9">
                <c:v>-52.725073085702896</c:v>
              </c:pt>
              <c:pt idx="10">
                <c:v>-53.985372706124394</c:v>
              </c:pt>
              <c:pt idx="11">
                <c:v>-55</c:v>
              </c:pt>
              <c:pt idx="12">
                <c:v>-55</c:v>
              </c:pt>
              <c:pt idx="13">
                <c:v>-55</c:v>
              </c:pt>
              <c:pt idx="14">
                <c:v>-55</c:v>
              </c:pt>
              <c:pt idx="15">
                <c:v>-55</c:v>
              </c:pt>
              <c:pt idx="16">
                <c:v>-55</c:v>
              </c:pt>
              <c:pt idx="17">
                <c:v>-55</c:v>
              </c:pt>
              <c:pt idx="18">
                <c:v>-55</c:v>
              </c:pt>
              <c:pt idx="19">
                <c:v>-55</c:v>
              </c:pt>
              <c:pt idx="20">
                <c:v>-55</c:v>
              </c:pt>
              <c:pt idx="21">
                <c:v>-55</c:v>
              </c:pt>
              <c:pt idx="22">
                <c:v>-53.57946839637102</c:v>
              </c:pt>
              <c:pt idx="23">
                <c:v>-52.251486608204367</c:v>
              </c:pt>
              <c:pt idx="24">
                <c:v>-51.109606152884496</c:v>
              </c:pt>
              <c:pt idx="25">
                <c:v>-50.111570230908242</c:v>
              </c:pt>
              <c:pt idx="26">
                <c:v>-49.228550312551029</c:v>
              </c:pt>
              <c:pt idx="27">
                <c:v>-48.44000924833766</c:v>
              </c:pt>
              <c:pt idx="28">
                <c:v>-47.730809194999324</c:v>
              </c:pt>
              <c:pt idx="29">
                <c:v>-47.089481329622267</c:v>
              </c:pt>
              <c:pt idx="30">
                <c:v>-46.507138822613555</c:v>
              </c:pt>
              <c:pt idx="31">
                <c:v>-45.976765960643142</c:v>
              </c:pt>
              <c:pt idx="32">
                <c:v>-45.492737392235057</c:v>
              </c:pt>
              <c:pt idx="33">
                <c:v>-45.050483621870399</c:v>
              </c:pt>
              <c:pt idx="34">
                <c:v>-44.646252525918982</c:v>
              </c:pt>
              <c:pt idx="35">
                <c:v>-44.276935719635695</c:v>
              </c:pt>
              <c:pt idx="36">
                <c:v>-43.939939823454523</c:v>
              </c:pt>
              <c:pt idx="37">
                <c:v>-43.633089508616564</c:v>
              </c:pt>
              <c:pt idx="38">
                <c:v>-43.354553487797475</c:v>
              </c:pt>
              <c:pt idx="39">
                <c:v>-43.102787376654092</c:v>
              </c:pt>
              <c:pt idx="40">
                <c:v>-42.876489172679953</c:v>
              </c:pt>
              <c:pt idx="41">
                <c:v>-42.674564324552648</c:v>
              </c:pt>
              <c:pt idx="42">
                <c:v>-42.496098208535578</c:v>
              </c:pt>
              <c:pt idx="43">
                <c:v>-42.34033441930319</c:v>
              </c:pt>
              <c:pt idx="44">
                <c:v>-42.206657704146657</c:v>
              </c:pt>
              <c:pt idx="45">
                <c:v>-42.094580676065398</c:v>
              </c:pt>
              <c:pt idx="46">
                <c:v>-42.003733668777471</c:v>
              </c:pt>
              <c:pt idx="47">
                <c:v>-41.933857269604111</c:v>
              </c:pt>
              <c:pt idx="48">
                <c:v>-41.884797201509485</c:v>
              </c:pt>
              <c:pt idx="49">
                <c:v>-41.856501335474327</c:v>
              </c:pt>
              <c:pt idx="50">
                <c:v>-41.849018707964525</c:v>
              </c:pt>
              <c:pt idx="51">
                <c:v>-41.86250050272325</c:v>
              </c:pt>
              <c:pt idx="52">
                <c:v>-41.897203037657107</c:v>
              </c:pt>
              <c:pt idx="53">
                <c:v>-41.953492882055954</c:v>
              </c:pt>
              <c:pt idx="54">
                <c:v>-42.031854322965827</c:v>
              </c:pt>
              <c:pt idx="55">
                <c:v>-42.132899509435362</c:v>
              </c:pt>
              <c:pt idx="56">
                <c:v>-42.257381738677338</c:v>
              </c:pt>
              <c:pt idx="57">
                <c:v>-42.406212521115151</c:v>
              </c:pt>
              <c:pt idx="58">
                <c:v>-42.580483288804565</c:v>
              </c:pt>
              <c:pt idx="59">
                <c:v>-42.781492918277941</c:v>
              </c:pt>
              <c:pt idx="60">
                <c:v>-43.010782660435787</c:v>
              </c:pt>
              <c:pt idx="61">
                <c:v>-43.27018066092883</c:v>
              </c:pt>
              <c:pt idx="62">
                <c:v>-43.561859097840625</c:v>
              </c:pt>
              <c:pt idx="63">
                <c:v>-43.888408190287805</c:v>
              </c:pt>
              <c:pt idx="64">
                <c:v>-44.252933152009355</c:v>
              </c:pt>
              <c:pt idx="65">
                <c:v>-44.659182924288302</c:v>
              </c:pt>
              <c:pt idx="66">
                <c:v>-45.111723808158779</c:v>
              </c:pt>
              <c:pt idx="67">
                <c:v>-45.61617794767669</c:v>
              </c:pt>
              <c:pt idx="68">
                <c:v>-46.179557835003912</c:v>
              </c:pt>
              <c:pt idx="69">
                <c:v>-46.810747064003493</c:v>
              </c:pt>
              <c:pt idx="70">
                <c:v>-47.521211206466788</c:v>
              </c:pt>
              <c:pt idx="71">
                <c:v>-48.326084838316802</c:v>
              </c:pt>
              <c:pt idx="72">
                <c:v>-49.245901824607543</c:v>
              </c:pt>
              <c:pt idx="73">
                <c:v>-50.309487392716747</c:v>
              </c:pt>
              <c:pt idx="74">
                <c:v>-51.559095021000033</c:v>
              </c:pt>
              <c:pt idx="75">
                <c:v>-53.060269586265548</c:v>
              </c:pt>
              <c:pt idx="76">
                <c:v>-54.92285716993451</c:v>
              </c:pt>
              <c:pt idx="77">
                <c:v>-55</c:v>
              </c:pt>
              <c:pt idx="78">
                <c:v>-55</c:v>
              </c:pt>
              <c:pt idx="79">
                <c:v>-55</c:v>
              </c:pt>
              <c:pt idx="80">
                <c:v>-55</c:v>
              </c:pt>
              <c:pt idx="81">
                <c:v>-55</c:v>
              </c:pt>
              <c:pt idx="82">
                <c:v>-55</c:v>
              </c:pt>
              <c:pt idx="83">
                <c:v>-55</c:v>
              </c:pt>
              <c:pt idx="84">
                <c:v>-54.561584436875449</c:v>
              </c:pt>
              <c:pt idx="85">
                <c:v>-52.608641820806426</c:v>
              </c:pt>
              <c:pt idx="86">
                <c:v>-51.01708763944751</c:v>
              </c:pt>
              <c:pt idx="87">
                <c:v>-49.677070877015254</c:v>
              </c:pt>
              <c:pt idx="88">
                <c:v>-48.523041712707169</c:v>
              </c:pt>
              <c:pt idx="89">
                <c:v>-47.512741712909332</c:v>
              </c:pt>
              <c:pt idx="90">
                <c:v>-46.617340682090223</c:v>
              </c:pt>
              <c:pt idx="91">
                <c:v>-45.816299772498482</c:v>
              </c:pt>
              <c:pt idx="92">
                <c:v>-45.094479409316435</c:v>
              </c:pt>
              <c:pt idx="93">
                <c:v>-44.440409003986034</c:v>
              </c:pt>
              <c:pt idx="94">
                <c:v>-43.84519992632184</c:v>
              </c:pt>
              <c:pt idx="95">
                <c:v>-43.301834626580849</c:v>
              </c:pt>
              <c:pt idx="96">
                <c:v>-42.804685880150018</c:v>
              </c:pt>
              <c:pt idx="97">
                <c:v>-42.349182280720925</c:v>
              </c:pt>
              <c:pt idx="98">
                <c:v>-41.931569755261236</c:v>
              </c:pt>
              <c:pt idx="99">
                <c:v>-41.548737930025354</c:v>
              </c:pt>
              <c:pt idx="100">
                <c:v>-41.198091395828797</c:v>
              </c:pt>
              <c:pt idx="101">
                <c:v>-40.877452752626724</c:v>
              </c:pt>
              <c:pt idx="102">
                <c:v>-40.584988599056729</c:v>
              </c:pt>
              <c:pt idx="103">
                <c:v>-40.319152392869185</c:v>
              </c:pt>
              <c:pt idx="104">
                <c:v>-40.078639928629045</c:v>
              </c:pt>
              <c:pt idx="105">
                <c:v>-39.862354405873688</c:v>
              </c:pt>
              <c:pt idx="106">
                <c:v>-39.669378904285708</c:v>
              </c:pt>
              <c:pt idx="107">
                <c:v>-39.498954673251127</c:v>
              </c:pt>
              <c:pt idx="108">
                <c:v>-39.35046406475557</c:v>
              </c:pt>
              <c:pt idx="109">
                <c:v>-39.223417245124203</c:v>
              </c:pt>
              <c:pt idx="110">
                <c:v>-39.117442048635333</c:v>
              </c:pt>
              <c:pt idx="111">
                <c:v>-39.032276508963008</c:v>
              </c:pt>
              <c:pt idx="112">
                <c:v>-38.96776373972601</c:v>
              </c:pt>
              <c:pt idx="113">
                <c:v>-38.923848945321339</c:v>
              </c:pt>
              <c:pt idx="114">
                <c:v>-38.900578436800444</c:v>
              </c:pt>
              <c:pt idx="115">
                <c:v>-38.898100612015519</c:v>
              </c:pt>
              <c:pt idx="116">
                <c:v>-38.916668940803476</c:v>
              </c:pt>
              <c:pt idx="117">
                <c:v>-38.956647080445222</c:v>
              </c:pt>
              <c:pt idx="118">
                <c:v>-39.018516340217673</c:v>
              </c:pt>
              <c:pt idx="119">
                <c:v>-39.102885823755791</c:v>
              </c:pt>
              <c:pt idx="120">
                <c:v>-39.210505713264261</c:v>
              </c:pt>
              <c:pt idx="121">
                <c:v>-39.342284332545077</c:v>
              </c:pt>
              <c:pt idx="122">
                <c:v>-39.499309853330288</c:v>
              </c:pt>
              <c:pt idx="123">
                <c:v>-39.682877815961348</c:v>
              </c:pt>
              <c:pt idx="124">
                <c:v>-39.894526057040146</c:v>
              </c:pt>
              <c:pt idx="125">
                <c:v>-40.136079227487322</c:v>
              </c:pt>
              <c:pt idx="126">
                <c:v>-40.409705927820603</c:v>
              </c:pt>
              <c:pt idx="127">
                <c:v>-40.717992714259488</c:v>
              </c:pt>
              <c:pt idx="128">
                <c:v>-41.064041049729724</c:v>
              </c:pt>
              <c:pt idx="129">
                <c:v>-41.451596034102927</c:v>
              </c:pt>
              <c:pt idx="130">
                <c:v>-41.885220033624634</c:v>
              </c:pt>
              <c:pt idx="131">
                <c:v>-42.370531161298068</c:v>
              </c:pt>
              <c:pt idx="132">
                <c:v>-42.914537778977049</c:v>
              </c:pt>
              <c:pt idx="133">
                <c:v>-43.526119247850346</c:v>
              </c:pt>
              <c:pt idx="134">
                <c:v>-44.216736801447851</c:v>
              </c:pt>
              <c:pt idx="135">
                <c:v>-45.001520568490307</c:v>
              </c:pt>
              <c:pt idx="136">
                <c:v>-45.900999854411296</c:v>
              </c:pt>
              <c:pt idx="137">
                <c:v>-46.943995210931959</c:v>
              </c:pt>
              <c:pt idx="138">
                <c:v>-48.172755320962793</c:v>
              </c:pt>
              <c:pt idx="139">
                <c:v>-49.652820142167322</c:v>
              </c:pt>
              <c:pt idx="140">
                <c:v>-51.49403070906849</c:v>
              </c:pt>
              <c:pt idx="141">
                <c:v>-53.902347935444233</c:v>
              </c:pt>
              <c:pt idx="142">
                <c:v>-55</c:v>
              </c:pt>
              <c:pt idx="143">
                <c:v>-55</c:v>
              </c:pt>
              <c:pt idx="144">
                <c:v>-55</c:v>
              </c:pt>
              <c:pt idx="145">
                <c:v>-55</c:v>
              </c:pt>
              <c:pt idx="146">
                <c:v>-55</c:v>
              </c:pt>
              <c:pt idx="147">
                <c:v>-53.495484490578534</c:v>
              </c:pt>
              <c:pt idx="148">
                <c:v>-50.951468726271756</c:v>
              </c:pt>
              <c:pt idx="149">
                <c:v>-48.974493214502665</c:v>
              </c:pt>
              <c:pt idx="150">
                <c:v>-47.358580348390362</c:v>
              </c:pt>
              <c:pt idx="151">
                <c:v>-45.993872339162927</c:v>
              </c:pt>
              <c:pt idx="152">
                <c:v>-44.814812401273201</c:v>
              </c:pt>
              <c:pt idx="153">
                <c:v>-43.779134937684589</c:v>
              </c:pt>
              <c:pt idx="154">
                <c:v>-42.858002383525701</c:v>
              </c:pt>
              <c:pt idx="155">
                <c:v>-42.030868308235597</c:v>
              </c:pt>
              <c:pt idx="156">
                <c:v>-41.282585332819352</c:v>
              </c:pt>
              <c:pt idx="157">
                <c:v>-40.601674834924346</c:v>
              </c:pt>
              <c:pt idx="158">
                <c:v>-39.979239912319464</c:v>
              </c:pt>
              <c:pt idx="159">
                <c:v>-39.408254495939424</c:v>
              </c:pt>
              <c:pt idx="160">
                <c:v>-38.883082585123539</c:v>
              </c:pt>
              <c:pt idx="161">
                <c:v>-38.399143730903639</c:v>
              </c:pt>
              <c:pt idx="162">
                <c:v>-37.952674540616307</c:v>
              </c:pt>
              <c:pt idx="163">
                <c:v>-37.54055503306509</c:v>
              </c:pt>
              <c:pt idx="164">
                <c:v>-37.160179892422335</c:v>
              </c:pt>
              <c:pt idx="165">
                <c:v>-36.809361500886688</c:v>
              </c:pt>
              <c:pt idx="166">
                <c:v>-36.486255915718182</c:v>
              </c:pt>
              <c:pt idx="167">
                <c:v>-36.189305716546748</c:v>
              </c:pt>
              <c:pt idx="168">
                <c:v>-35.917195469296615</c:v>
              </c:pt>
              <c:pt idx="169">
                <c:v>-35.668816779876728</c:v>
              </c:pt>
              <c:pt idx="170">
                <c:v>-35.443240754149556</c:v>
              </c:pt>
              <c:pt idx="171">
                <c:v>-35.239696271509544</c:v>
              </c:pt>
              <c:pt idx="172">
                <c:v>-35.05755290097219</c:v>
              </c:pt>
              <c:pt idx="173">
                <c:v>-34.896307595231846</c:v>
              </c:pt>
              <c:pt idx="174">
                <c:v>-34.755574525659995</c:v>
              </c:pt>
              <c:pt idx="175">
                <c:v>-34.635077594144434</c:v>
              </c:pt>
              <c:pt idx="176">
                <c:v>-34.534645292981061</c:v>
              </c:pt>
              <c:pt idx="177">
                <c:v>-34.45420769393079</c:v>
              </c:pt>
              <c:pt idx="178">
                <c:v>-34.393795441125398</c:v>
              </c:pt>
              <c:pt idx="179">
                <c:v>-34.353540706973376</c:v>
              </c:pt>
              <c:pt idx="180">
                <c:v>-34.33368015174792</c:v>
              </c:pt>
              <c:pt idx="181">
                <c:v>-34.334560012004744</c:v>
              </c:pt>
              <c:pt idx="182">
                <c:v>-34.356643536549171</c:v>
              </c:pt>
              <c:pt idx="183">
                <c:v>-34.400521098564653</c:v>
              </c:pt>
              <c:pt idx="184">
                <c:v>-34.466923447828357</c:v>
              </c:pt>
              <c:pt idx="185">
                <c:v>-34.556738739856627</c:v>
              </c:pt>
              <c:pt idx="186">
                <c:v>-34.671034206337268</c:v>
              </c:pt>
              <c:pt idx="187">
                <c:v>-34.81108363774544</c:v>
              </c:pt>
              <c:pt idx="188">
                <c:v>-34.978402270611987</c:v>
              </c:pt>
              <c:pt idx="189">
                <c:v>-35.174791262710862</c:v>
              </c:pt>
              <c:pt idx="190">
                <c:v>-35.402394782793849</c:v>
              </c:pt>
              <c:pt idx="191">
                <c:v>-35.663773968279664</c:v>
              </c:pt>
              <c:pt idx="192">
                <c:v>-35.962003824753886</c:v>
              </c:pt>
              <c:pt idx="193">
                <c:v>-36.300801901375721</c:v>
              </c:pt>
              <c:pt idx="194">
                <c:v>-36.684701861891725</c:v>
              </c:pt>
              <c:pt idx="195">
                <c:v>-37.119291902737643</c:v>
              </c:pt>
              <c:pt idx="196">
                <c:v>-37.611549188677088</c:v>
              </c:pt>
              <c:pt idx="197">
                <c:v>-38.170320532322307</c:v>
              </c:pt>
              <c:pt idx="198">
                <c:v>-38.807033191299645</c:v>
              </c:pt>
              <c:pt idx="199">
                <c:v>-39.53678180997813</c:v>
              </c:pt>
              <c:pt idx="200">
                <c:v>-40.380058614149561</c:v>
              </c:pt>
              <c:pt idx="201">
                <c:v>-41.365645387547161</c:v>
              </c:pt>
              <c:pt idx="202">
                <c:v>-42.535750256955325</c:v>
              </c:pt>
              <c:pt idx="203">
                <c:v>-43.955870728643703</c:v>
              </c:pt>
              <c:pt idx="204">
                <c:v>-45.735803375364938</c:v>
              </c:pt>
              <c:pt idx="205">
                <c:v>-48.081462514942643</c:v>
              </c:pt>
              <c:pt idx="206">
                <c:v>-51.455243850079349</c:v>
              </c:pt>
              <c:pt idx="207">
                <c:v>-55</c:v>
              </c:pt>
              <c:pt idx="208">
                <c:v>-55</c:v>
              </c:pt>
              <c:pt idx="209">
                <c:v>-55</c:v>
              </c:pt>
              <c:pt idx="210">
                <c:v>-50.912325410131302</c:v>
              </c:pt>
              <c:pt idx="211">
                <c:v>-47.266752879022988</c:v>
              </c:pt>
              <c:pt idx="212">
                <c:v>-44.648903079544063</c:v>
              </c:pt>
              <c:pt idx="213">
                <c:v>-42.596245324517277</c:v>
              </c:pt>
              <c:pt idx="214">
                <c:v>-40.90272872583953</c:v>
              </c:pt>
              <c:pt idx="215">
                <c:v>-39.458418136248312</c:v>
              </c:pt>
              <c:pt idx="216">
                <c:v>-38.197675037188588</c:v>
              </c:pt>
              <c:pt idx="217">
                <c:v>-37.078147399687637</c:v>
              </c:pt>
              <c:pt idx="218">
                <c:v>-36.070906173448925</c:v>
              </c:pt>
              <c:pt idx="219">
                <c:v>-35.155308000869013</c:v>
              </c:pt>
              <c:pt idx="220">
                <c:v>-34.316102708755324</c:v>
              </c:pt>
              <c:pt idx="221">
                <c:v>-33.541702546055049</c:v>
              </c:pt>
              <c:pt idx="222">
                <c:v>-32.823094633195254</c:v>
              </c:pt>
              <c:pt idx="223">
                <c:v>-32.153129508486046</c:v>
              </c:pt>
              <c:pt idx="224">
                <c:v>-31.526039737701229</c:v>
              </c:pt>
              <c:pt idx="225">
                <c:v>-30.937104705189565</c:v>
              </c:pt>
              <c:pt idx="226">
                <c:v>-30.382411351178881</c:v>
              </c:pt>
              <c:pt idx="227">
                <c:v>-29.858679674546956</c:v>
              </c:pt>
              <c:pt idx="228">
                <c:v>-29.36313303773229</c:v>
              </c:pt>
              <c:pt idx="229">
                <c:v>-28.893400140428334</c:v>
              </c:pt>
              <c:pt idx="230">
                <c:v>-28.4474398121001</c:v>
              </c:pt>
              <c:pt idx="231">
                <c:v>-28.023482531008565</c:v>
              </c:pt>
              <c:pt idx="232">
                <c:v>-27.61998439471872</c:v>
              </c:pt>
              <c:pt idx="233">
                <c:v>-27.235590490085457</c:v>
              </c:pt>
              <c:pt idx="234">
                <c:v>-26.869105449489297</c:v>
              </c:pt>
              <c:pt idx="235">
                <c:v>-26.519469565358982</c:v>
              </c:pt>
              <c:pt idx="236">
                <c:v>-26.185739249806126</c:v>
              </c:pt>
              <c:pt idx="237">
                <c:v>-25.867070924450534</c:v>
              </c:pt>
              <c:pt idx="238">
                <c:v>-25.562707642790112</c:v>
              </c:pt>
              <c:pt idx="239">
                <c:v>-25.271967907722292</c:v>
              </c:pt>
              <c:pt idx="240">
                <c:v>-24.994236266326677</c:v>
              </c:pt>
              <c:pt idx="241">
                <c:v>-24.728955354100101</c:v>
              </c:pt>
              <c:pt idx="242">
                <c:v>-24.475619129380174</c:v>
              </c:pt>
              <c:pt idx="243">
                <c:v>-24.233767091340997</c:v>
              </c:pt>
              <c:pt idx="244">
                <c:v>-24.00297931572117</c:v>
              </c:pt>
              <c:pt idx="245">
                <c:v>-23.782872174280957</c:v>
              </c:pt>
              <c:pt idx="246">
                <c:v>-23.573094629025309</c:v>
              </c:pt>
              <c:pt idx="247">
                <c:v>-23.373325012075121</c:v>
              </c:pt>
              <c:pt idx="248">
                <c:v>-23.183268217884454</c:v>
              </c:pt>
              <c:pt idx="249">
                <c:v>-23.002653247204613</c:v>
              </c:pt>
              <c:pt idx="250">
                <c:v>-22.831231052445389</c:v>
              </c:pt>
              <c:pt idx="251">
                <c:v>-22.668772642409767</c:v>
              </c:pt>
              <c:pt idx="252">
                <c:v>-22.515067411175416</c:v>
              </c:pt>
              <c:pt idx="253">
                <c:v>-22.369921661474464</c:v>
              </c:pt>
              <c:pt idx="254">
                <c:v>-22.233157297521927</c:v>
              </c:pt>
              <c:pt idx="255">
                <c:v>-22.104610666060761</c:v>
              </c:pt>
              <c:pt idx="256">
                <c:v>-21.984131527562354</c:v>
              </c:pt>
              <c:pt idx="257">
                <c:v>-21.871582142181495</c:v>
              </c:pt>
              <c:pt idx="258">
                <c:v>-21.766836457294971</c:v>
              </c:pt>
              <c:pt idx="259">
                <c:v>-21.669779385338508</c:v>
              </c:pt>
              <c:pt idx="260">
                <c:v>-21.580306162254779</c:v>
              </c:pt>
              <c:pt idx="261">
                <c:v>-21.498321778226817</c:v>
              </c:pt>
              <c:pt idx="262">
                <c:v>-21.423740473535318</c:v>
              </c:pt>
              <c:pt idx="263">
                <c:v>-21.35648529338355</c:v>
              </c:pt>
              <c:pt idx="264">
                <c:v>-21.296487696398284</c:v>
              </c:pt>
              <c:pt idx="265">
                <c:v>-21.243687212271883</c:v>
              </c:pt>
              <c:pt idx="266">
                <c:v>-21.19803114467048</c:v>
              </c:pt>
              <c:pt idx="267">
                <c:v>-21.159474316116583</c:v>
              </c:pt>
              <c:pt idx="268">
                <c:v>-21.127978852073028</c:v>
              </c:pt>
              <c:pt idx="269">
                <c:v>-21.103514001920392</c:v>
              </c:pt>
              <c:pt idx="270">
                <c:v>-21.086055994941553</c:v>
              </c:pt>
              <c:pt idx="271">
                <c:v>-21.075587929815143</c:v>
              </c:pt>
              <c:pt idx="272">
                <c:v>-21.072099696478684</c:v>
              </c:pt>
              <c:pt idx="273">
                <c:v>-21.075587929562353</c:v>
              </c:pt>
              <c:pt idx="274">
                <c:v>-21.086055992919217</c:v>
              </c:pt>
              <c:pt idx="275">
                <c:v>-21.103513995094993</c:v>
              </c:pt>
              <c:pt idx="276">
                <c:v>-21.127978835894304</c:v>
              </c:pt>
              <c:pt idx="277">
                <c:v>-21.159474284517458</c:v>
              </c:pt>
              <c:pt idx="278">
                <c:v>-21.198031090067168</c:v>
              </c:pt>
              <c:pt idx="279">
                <c:v>-21.24368712556376</c:v>
              </c:pt>
              <c:pt idx="280">
                <c:v>-21.296487566967951</c:v>
              </c:pt>
              <c:pt idx="281">
                <c:v>-21.356485109096827</c:v>
              </c:pt>
              <c:pt idx="282">
                <c:v>-21.423740220741188</c:v>
              </c:pt>
              <c:pt idx="283">
                <c:v>-21.49832144175738</c:v>
              </c:pt>
              <c:pt idx="284">
                <c:v>-21.580305725425394</c:v>
              </c:pt>
              <c:pt idx="285">
                <c:v>-21.669778829947465</c:v>
              </c:pt>
              <c:pt idx="286">
                <c:v>-21.766835763623856</c:v>
              </c:pt>
              <c:pt idx="287">
                <c:v>-21.871581288994854</c:v>
              </c:pt>
              <c:pt idx="288">
                <c:v>-21.984130492107823</c:v>
              </c:pt>
              <c:pt idx="289">
                <c:v>-22.104609424069061</c:v>
              </c:pt>
              <c:pt idx="290">
                <c:v>-22.233155823206733</c:v>
              </c:pt>
              <c:pt idx="291">
                <c:v>-22.369919927532337</c:v>
              </c:pt>
              <c:pt idx="292">
                <c:v>-22.515065388785995</c:v>
              </c:pt>
              <c:pt idx="293">
                <c:v>-22.668770301235455</c:v>
              </c:pt>
              <c:pt idx="294">
                <c:v>-22.831228360631577</c:v>
              </c:pt>
              <c:pt idx="295">
                <c:v>-23.00265017137939</c:v>
              </c:pt>
              <c:pt idx="296">
                <c:v>-23.183264723158757</c:v>
              </c:pt>
              <c:pt idx="297">
                <c:v>-23.373321062042724</c:v>
              </c:pt>
              <c:pt idx="298">
                <c:v>-23.573090185762609</c:v>
              </c:pt>
              <c:pt idx="299">
                <c:v>-23.782867198346903</c:v>
              </c:pt>
              <c:pt idx="300">
                <c:v>-24.002973766157506</c:v>
              </c:pt>
              <c:pt idx="301">
                <c:v>-24.233760925671845</c:v>
              </c:pt>
              <c:pt idx="302">
                <c:v>-24.475612303612365</c:v>
              </c:pt>
              <c:pt idx="303">
                <c:v>-24.728947822722699</c:v>
              </c:pt>
              <c:pt idx="304">
                <c:v>-24.994227982311259</c:v>
              </c:pt>
              <c:pt idx="305">
                <c:v>-25.271958822522915</c:v>
              </c:pt>
              <c:pt idx="306">
                <c:v>-25.562697706343009</c:v>
              </c:pt>
              <c:pt idx="307">
                <c:v>-25.867060085174014</c:v>
              </c:pt>
              <c:pt idx="308">
                <c:v>-26.185727454600954</c:v>
              </c:pt>
              <c:pt idx="309">
                <c:v>-26.519456759607721</c:v>
              </c:pt>
              <c:pt idx="310">
                <c:v>-26.869091577056878</c:v>
              </c:pt>
              <c:pt idx="311">
                <c:v>-27.235575493318443</c:v>
              </c:pt>
              <c:pt idx="312">
                <c:v>-27.619968214445926</c:v>
              </c:pt>
              <c:pt idx="313">
                <c:v>-28.023465106540286</c:v>
              </c:pt>
              <c:pt idx="314">
                <c:v>-28.447421081228757</c:v>
              </c:pt>
              <c:pt idx="315">
                <c:v>-28.893380039427647</c:v>
              </c:pt>
              <c:pt idx="316">
                <c:v>-29.363111501358006</c:v>
              </c:pt>
              <c:pt idx="317">
                <c:v>-29.858656636035924</c:v>
              </c:pt>
              <c:pt idx="318">
                <c:v>-30.382386742249857</c:v>
              </c:pt>
              <c:pt idx="319">
                <c:v>-30.937078456042194</c:v>
              </c:pt>
              <c:pt idx="320">
                <c:v>-31.526011777017111</c:v>
              </c:pt>
              <c:pt idx="321">
                <c:v>-32.153099763426845</c:v>
              </c:pt>
              <c:pt idx="322">
                <c:v>-32.823063029405063</c:v>
              </c:pt>
              <c:pt idx="323">
                <c:v>-33.541669007658435</c:v>
              </c:pt>
              <c:pt idx="324">
                <c:v>-34.316067158357789</c:v>
              </c:pt>
              <c:pt idx="325">
                <c:v>-35.155270359556113</c:v>
              </c:pt>
              <c:pt idx="326">
                <c:v>-36.070866360788514</c:v>
              </c:pt>
              <c:pt idx="327">
                <c:v>-37.078105333727748</c:v>
              </c:pt>
              <c:pt idx="328">
                <c:v>-38.197630634457099</c:v>
              </c:pt>
              <c:pt idx="329">
                <c:v>-39.458371311753346</c:v>
              </c:pt>
              <c:pt idx="330">
                <c:v>-40.902679393070791</c:v>
              </c:pt>
              <c:pt idx="331">
                <c:v>-42.596193395445013</c:v>
              </c:pt>
              <c:pt idx="332">
                <c:v>-44.64884846461716</c:v>
              </c:pt>
              <c:pt idx="333">
                <c:v>-47.266695487169841</c:v>
              </c:pt>
              <c:pt idx="334">
                <c:v>-50.91226514876265</c:v>
              </c:pt>
              <c:pt idx="335">
                <c:v>-55</c:v>
              </c:pt>
              <c:pt idx="336">
                <c:v>-55</c:v>
              </c:pt>
              <c:pt idx="337">
                <c:v>-55</c:v>
              </c:pt>
              <c:pt idx="338">
                <c:v>-51.455171154335233</c:v>
              </c:pt>
              <c:pt idx="339">
                <c:v>-48.081386463925682</c:v>
              </c:pt>
              <c:pt idx="340">
                <c:v>-45.735723867360782</c:v>
              </c:pt>
              <c:pt idx="341">
                <c:v>-43.955787660420071</c:v>
              </c:pt>
              <c:pt idx="342">
                <c:v>-42.535663523756128</c:v>
              </c:pt>
              <c:pt idx="343">
                <c:v>-41.365554883096145</c:v>
              </c:pt>
              <c:pt idx="344">
                <c:v>-40.379964230648817</c:v>
              </c:pt>
              <c:pt idx="345">
                <c:v>-39.536683438109648</c:v>
              </c:pt>
              <c:pt idx="346">
                <c:v>-38.806930720222653</c:v>
              </c:pt>
              <c:pt idx="347">
                <c:v>-38.170213849674816</c:v>
              </c:pt>
              <c:pt idx="348">
                <c:v>-37.611438180575114</c:v>
              </c:pt>
              <c:pt idx="349">
                <c:v>-37.119176453776006</c:v>
              </c:pt>
              <c:pt idx="350">
                <c:v>-36.684581855142476</c:v>
              </c:pt>
              <c:pt idx="351">
                <c:v>-36.300677218388991</c:v>
              </c:pt>
              <c:pt idx="352">
                <c:v>-35.961874345557405</c:v>
              </c:pt>
              <c:pt idx="353">
                <c:v>-35.66363957137893</c:v>
              </c:pt>
              <c:pt idx="354">
                <c:v>-35.402255345171518</c:v>
              </c:pt>
              <c:pt idx="355">
                <c:v>-35.174646659826919</c:v>
              </c:pt>
              <c:pt idx="356">
                <c:v>-34.978252376403461</c:v>
              </c:pt>
              <c:pt idx="357">
                <c:v>-34.810928324626445</c:v>
              </c:pt>
              <c:pt idx="358">
                <c:v>-34.670873345198608</c:v>
              </c:pt>
              <c:pt idx="359">
                <c:v>-34.556572200065766</c:v>
              </c:pt>
              <c:pt idx="360">
                <c:v>-34.466751097229256</c:v>
              </c:pt>
              <c:pt idx="361">
                <c:v>-34.400342803477628</c:v>
              </c:pt>
              <c:pt idx="362">
                <c:v>-34.356459161770687</c:v>
              </c:pt>
              <c:pt idx="363">
                <c:v>-34.334369420807292</c:v>
              </c:pt>
              <c:pt idx="364">
                <c:v>-34.33348320587983</c:v>
              </c:pt>
              <c:pt idx="365">
                <c:v>-34.353337266658684</c:v>
              </c:pt>
              <c:pt idx="366">
                <c:v>-34.39358536506365</c:v>
              </c:pt>
              <c:pt idx="367">
                <c:v>-34.453990839296885</c:v>
              </c:pt>
              <c:pt idx="368">
                <c:v>-34.534421515425123</c:v>
              </c:pt>
              <c:pt idx="369">
                <c:v>-34.634846747791514</c:v>
              </c:pt>
              <c:pt idx="370">
                <c:v>-34.755336463110062</c:v>
              </c:pt>
              <c:pt idx="371">
                <c:v>-34.896062167559514</c:v>
              </c:pt>
              <c:pt idx="372">
                <c:v>-35.05729995772662</c:v>
              </c:pt>
              <c:pt idx="373">
                <c:v>-35.239435660714044</c:v>
              </c:pt>
              <c:pt idx="374">
                <c:v>-35.442972322301721</c:v>
              </c:pt>
              <c:pt idx="375">
                <c:v>-35.668540371948062</c:v>
              </c:pt>
              <c:pt idx="376">
                <c:v>-35.916910928732449</c:v>
              </c:pt>
              <c:pt idx="377">
                <c:v>-36.189012885265782</c:v>
              </c:pt>
              <c:pt idx="378">
                <c:v>-36.485954634112723</c:v>
              </c:pt>
              <c:pt idx="379">
                <c:v>-36.809051607822184</c:v>
              </c:pt>
              <c:pt idx="380">
                <c:v>-37.159861225237336</c:v>
              </c:pt>
              <c:pt idx="381">
                <c:v>-37.540227427570699</c:v>
              </c:pt>
              <c:pt idx="382">
                <c:v>-37.9523378310965</c:v>
              </c:pt>
              <c:pt idx="383">
                <c:v>-38.398797750114767</c:v>
              </c:pt>
              <c:pt idx="384">
                <c:v>-38.882727164294302</c:v>
              </c:pt>
              <c:pt idx="385">
                <c:v>-39.407889464770179</c:v>
              </c:pt>
              <c:pt idx="386">
                <c:v>-39.978865098982766</c:v>
              </c:pt>
              <c:pt idx="387">
                <c:v>-40.601290066064244</c:v>
              </c:pt>
              <c:pt idx="388">
                <c:v>-41.282190433551534</c:v>
              </c:pt>
              <c:pt idx="389">
                <c:v>-42.030463102146449</c:v>
              </c:pt>
              <c:pt idx="390">
                <c:v>-42.857586692673067</c:v>
              </c:pt>
              <c:pt idx="391">
                <c:v>-43.778708582597005</c:v>
              </c:pt>
              <c:pt idx="392">
                <c:v>-44.81437520095001</c:v>
              </c:pt>
              <c:pt idx="393">
                <c:v>-45.993424111073118</c:v>
              </c:pt>
              <c:pt idx="394">
                <c:v>-47.358120908473815</c:v>
              </c:pt>
              <c:pt idx="395">
                <c:v>-48.974022377169007</c:v>
              </c:pt>
              <c:pt idx="396">
                <c:v>-50.9509863044008</c:v>
              </c:pt>
              <c:pt idx="397">
                <c:v>-53.494990295518093</c:v>
              </c:pt>
              <c:pt idx="398">
                <c:v>-55</c:v>
              </c:pt>
              <c:pt idx="399">
                <c:v>-55</c:v>
              </c:pt>
              <c:pt idx="400">
                <c:v>-55</c:v>
              </c:pt>
              <c:pt idx="401">
                <c:v>-55</c:v>
              </c:pt>
              <c:pt idx="402">
                <c:v>-55</c:v>
              </c:pt>
              <c:pt idx="403">
                <c:v>-53.901779053835824</c:v>
              </c:pt>
              <c:pt idx="404">
                <c:v>-51.493448690839152</c:v>
              </c:pt>
              <c:pt idx="405">
                <c:v>-49.65222478641455</c:v>
              </c:pt>
              <c:pt idx="406">
                <c:v>-48.172146425250148</c:v>
              </c:pt>
              <c:pt idx="407">
                <c:v>-46.943372571290638</c:v>
              </c:pt>
              <c:pt idx="408">
                <c:v>-45.900363265339259</c:v>
              </c:pt>
              <c:pt idx="409">
                <c:v>-45.000869822952509</c:v>
              </c:pt>
              <c:pt idx="410">
                <c:v>-44.216071690876163</c:v>
              </c:pt>
              <c:pt idx="411">
                <c:v>-43.525439562141955</c:v>
              </c:pt>
              <c:pt idx="412">
                <c:v>-42.913843306495387</c:v>
              </c:pt>
              <c:pt idx="413">
                <c:v>-42.369821688872648</c:v>
              </c:pt>
              <c:pt idx="414">
                <c:v>-41.884495346550082</c:v>
              </c:pt>
              <c:pt idx="415">
                <c:v>-41.450855916139197</c:v>
              </c:pt>
              <c:pt idx="416">
                <c:v>-41.063285283101642</c:v>
              </c:pt>
              <c:pt idx="417">
                <c:v>-40.717221079656703</c:v>
              </c:pt>
              <c:pt idx="418">
                <c:v>-40.408918204397494</c:v>
              </c:pt>
              <c:pt idx="419">
                <c:v>-40.135275192861862</c:v>
              </c:pt>
              <c:pt idx="420">
                <c:v>-39.893705487294554</c:v>
              </c:pt>
              <c:pt idx="421">
                <c:v>-39.682040485641593</c:v>
              </c:pt>
              <c:pt idx="422">
                <c:v>-39.498455535445615</c:v>
              </c:pt>
              <c:pt idx="423">
                <c:v>-39.341412798567802</c:v>
              </c:pt>
              <c:pt idx="424">
                <c:v>-39.20961673312965</c:v>
              </c:pt>
              <c:pt idx="425">
                <c:v>-39.101979165861714</c:v>
              </c:pt>
              <c:pt idx="426">
                <c:v>-39.017591771424378</c:v>
              </c:pt>
              <c:pt idx="427">
                <c:v>-38.955704366074862</c:v>
              </c:pt>
              <c:pt idx="428">
                <c:v>-38.915707844640046</c:v>
              </c:pt>
              <c:pt idx="429">
                <c:v>-38.897120896304514</c:v>
              </c:pt>
              <c:pt idx="430">
                <c:v>-38.899579862248572</c:v>
              </c:pt>
              <c:pt idx="431">
                <c:v>-38.922831271096229</c:v>
              </c:pt>
              <c:pt idx="432">
                <c:v>-38.966726723455977</c:v>
              </c:pt>
              <c:pt idx="433">
                <c:v>-39.031219906736709</c:v>
              </c:pt>
              <c:pt idx="434">
                <c:v>-39.116365615001428</c:v>
              </c:pt>
              <c:pt idx="435">
                <c:v>-39.222320733091308</c:v>
              </c:pt>
              <c:pt idx="436">
                <c:v>-39.349347225791711</c:v>
              </c:pt>
              <c:pt idx="437">
                <c:v>-39.497817257283579</c:v>
              </c:pt>
              <c:pt idx="438">
                <c:v>-39.668220659700467</c:v>
              </c:pt>
              <c:pt idx="439">
                <c:v>-39.861175079515704</c:v>
              </c:pt>
              <c:pt idx="440">
                <c:v>-40.077439265801438</c:v>
              </c:pt>
              <c:pt idx="441">
                <c:v>-40.317930137333121</c:v>
              </c:pt>
              <c:pt idx="442">
                <c:v>-40.583744493030835</c:v>
              </c:pt>
              <c:pt idx="443">
                <c:v>-40.876186536787536</c:v>
              </c:pt>
              <c:pt idx="444">
                <c:v>-41.196802809309752</c:v>
              </c:pt>
              <c:pt idx="445">
                <c:v>-41.54742671041673</c:v>
              </c:pt>
              <c:pt idx="446">
                <c:v>-41.930235638609417</c:v>
              </c:pt>
              <c:pt idx="447">
                <c:v>-42.34782500152923</c:v>
              </c:pt>
              <c:pt idx="448">
                <c:v>-42.803305171377282</c:v>
              </c:pt>
              <c:pt idx="449">
                <c:v>-43.300430219641541</c:v>
              </c:pt>
              <c:pt idx="450">
                <c:v>-43.843771551085133</c:v>
              </c:pt>
              <c:pt idx="451">
                <c:v>-44.438956388777072</c:v>
              </c:pt>
              <c:pt idx="452">
                <c:v>-45.093002280914689</c:v>
              </c:pt>
              <c:pt idx="453">
                <c:v>-45.81479785613724</c:v>
              </c:pt>
              <c:pt idx="454">
                <c:v>-46.615813701456673</c:v>
              </c:pt>
              <c:pt idx="455">
                <c:v>-47.51118939014507</c:v>
              </c:pt>
              <c:pt idx="456">
                <c:v>-48.521463768407287</c:v>
              </c:pt>
              <c:pt idx="457">
                <c:v>-49.67546703022694</c:v>
              </c:pt>
              <c:pt idx="458">
                <c:v>-51.015457607670463</c:v>
              </c:pt>
              <c:pt idx="459">
                <c:v>-52.606985319993797</c:v>
              </c:pt>
              <c:pt idx="460">
                <c:v>-54.559901181433013</c:v>
              </c:pt>
              <c:pt idx="461">
                <c:v>-55</c:v>
              </c:pt>
              <c:pt idx="462">
                <c:v>-55</c:v>
              </c:pt>
              <c:pt idx="463">
                <c:v>-55</c:v>
              </c:pt>
              <c:pt idx="464">
                <c:v>-55</c:v>
              </c:pt>
              <c:pt idx="465">
                <c:v>-55</c:v>
              </c:pt>
              <c:pt idx="466">
                <c:v>-55</c:v>
              </c:pt>
              <c:pt idx="467">
                <c:v>-55</c:v>
              </c:pt>
              <c:pt idx="468">
                <c:v>-54.920949410143919</c:v>
              </c:pt>
              <c:pt idx="469">
                <c:v>-53.058332431771319</c:v>
              </c:pt>
              <c:pt idx="470">
                <c:v>-51.557128170709973</c:v>
              </c:pt>
              <c:pt idx="471">
                <c:v>-50.307490543984684</c:v>
              </c:pt>
              <c:pt idx="472">
                <c:v>-49.243874673236022</c:v>
              </c:pt>
              <c:pt idx="473">
                <c:v>-48.324027078555517</c:v>
              </c:pt>
              <c:pt idx="474">
                <c:v>-47.519122531013885</c:v>
              </c:pt>
              <c:pt idx="475">
                <c:v>-46.808627164002708</c:v>
              </c:pt>
              <c:pt idx="476">
                <c:v>-46.177406400045925</c:v>
              </c:pt>
              <c:pt idx="477">
                <c:v>-45.613994665798032</c:v>
              </c:pt>
              <c:pt idx="478">
                <c:v>-45.109508365842501</c:v>
              </c:pt>
              <c:pt idx="479">
                <c:v>-44.656935006462142</c:v>
              </c:pt>
              <c:pt idx="480">
                <c:v>-44.250652442046345</c:v>
              </c:pt>
              <c:pt idx="481">
                <c:v>-43.886094370005509</c:v>
              </c:pt>
              <c:pt idx="482">
                <c:v>-43.559511847501192</c:v>
              </c:pt>
              <c:pt idx="483">
                <c:v>-43.267799659238108</c:v>
              </c:pt>
              <c:pt idx="484">
                <c:v>-43.00836758454323</c:v>
              </c:pt>
              <c:pt idx="485">
                <c:v>-42.779043443776168</c:v>
              </c:pt>
              <c:pt idx="486">
                <c:v>-42.577999089729133</c:v>
              </c:pt>
              <c:pt idx="487">
                <c:v>-42.403693269943908</c:v>
              </c:pt>
              <c:pt idx="488">
                <c:v>-42.254827106330247</c:v>
              </c:pt>
              <c:pt idx="489">
                <c:v>-42.130309165273999</c:v>
              </c:pt>
              <c:pt idx="490">
                <c:v>-42.029227934793163</c:v>
              </c:pt>
              <c:pt idx="491">
                <c:v>-41.950830116115768</c:v>
              </c:pt>
              <c:pt idx="492">
                <c:v>-41.894503558633723</c:v>
              </c:pt>
              <c:pt idx="493">
                <c:v>-41.859763973741124</c:v>
              </c:pt>
              <c:pt idx="494">
                <c:v>-41.846244790587868</c:v>
              </c:pt>
              <c:pt idx="495">
                <c:v>-41.853689689706655</c:v>
              </c:pt>
              <c:pt idx="496">
                <c:v>-41.881947485793319</c:v>
              </c:pt>
              <c:pt idx="497">
                <c:v>-41.930969140820508</c:v>
              </c:pt>
              <c:pt idx="498">
                <c:v>-42.000806782245633</c:v>
              </c:pt>
              <c:pt idx="499">
                <c:v>-42.091614685542339</c:v>
              </c:pt>
              <c:pt idx="500">
                <c:v>-42.203652261826718</c:v>
              </c:pt>
              <c:pt idx="501">
                <c:v>-42.337289175817716</c:v>
              </c:pt>
              <c:pt idx="502">
                <c:v>-42.493012812952394</c:v>
              </c:pt>
              <c:pt idx="503">
                <c:v>-42.671438424375829</c:v>
              </c:pt>
              <c:pt idx="504">
                <c:v>-42.873322413849294</c:v>
              </c:pt>
              <c:pt idx="505">
                <c:v>-43.099579403544752</c:v>
              </c:pt>
              <c:pt idx="506">
                <c:v>-43.351303943219428</c:v>
              </c:pt>
              <c:pt idx="507">
                <c:v>-43.629798033814417</c:v>
              </c:pt>
              <c:pt idx="508">
                <c:v>-43.936606058106989</c:v>
              </c:pt>
              <c:pt idx="509">
                <c:v>-44.273559301855229</c:v>
              </c:pt>
              <c:pt idx="510">
                <c:v>-44.642833092251102</c:v>
              </c:pt>
              <c:pt idx="511">
                <c:v>-45.047020807293677</c:v>
              </c:pt>
              <c:pt idx="512">
                <c:v>-45.489230830160459</c:v>
              </c:pt>
              <c:pt idx="513">
                <c:v>-45.973215282913742</c:v>
              </c:pt>
              <c:pt idx="514">
                <c:v>-46.503543659503663</c:v>
              </c:pt>
              <c:pt idx="515">
                <c:v>-47.085841309837747</c:v>
              </c:pt>
              <c:pt idx="516">
                <c:v>-47.727123945676659</c:v>
              </c:pt>
              <c:pt idx="517">
                <c:v>-48.4362783950438</c:v>
              </c:pt>
              <c:pt idx="518">
                <c:v>-49.224773479282277</c:v>
              </c:pt>
              <c:pt idx="519">
                <c:v>-50.107747040090906</c:v>
              </c:pt>
              <c:pt idx="520">
                <c:v>-51.105736225373747</c:v>
              </c:pt>
              <c:pt idx="521">
                <c:v>-52.247569563284117</c:v>
              </c:pt>
              <c:pt idx="522">
                <c:v>-53.575503851752693</c:v>
              </c:pt>
              <c:pt idx="523">
                <c:v>-55</c:v>
              </c:pt>
              <c:pt idx="524">
                <c:v>-55</c:v>
              </c:pt>
              <c:pt idx="525">
                <c:v>-55</c:v>
              </c:pt>
              <c:pt idx="526">
                <c:v>-55</c:v>
              </c:pt>
              <c:pt idx="527">
                <c:v>-55</c:v>
              </c:pt>
              <c:pt idx="528">
                <c:v>-55</c:v>
              </c:pt>
              <c:pt idx="529">
                <c:v>-55</c:v>
              </c:pt>
              <c:pt idx="530">
                <c:v>-55</c:v>
              </c:pt>
              <c:pt idx="531">
                <c:v>-55</c:v>
              </c:pt>
              <c:pt idx="532">
                <c:v>-55</c:v>
              </c:pt>
              <c:pt idx="533">
                <c:v>-55</c:v>
              </c:pt>
              <c:pt idx="534">
                <c:v>-53.980807773897517</c:v>
              </c:pt>
              <c:pt idx="535">
                <c:v>-52.720455540791924</c:v>
              </c:pt>
              <c:pt idx="536">
                <c:v>-51.646218761957641</c:v>
              </c:pt>
              <c:pt idx="537">
                <c:v>-50.715842719027926</c:v>
              </c:pt>
              <c:pt idx="538">
                <c:v>-49.900500966459902</c:v>
              </c:pt>
              <c:pt idx="539">
                <c:v>-49.179658442395763</c:v>
              </c:pt>
              <c:pt idx="540">
                <c:v>-48.538179395002729</c:v>
              </c:pt>
              <c:pt idx="541">
                <c:v>-47.964597097015087</c:v>
              </c:pt>
              <c:pt idx="542">
                <c:v>-47.450026819086602</c:v>
              </c:pt>
              <c:pt idx="543">
                <c:v>-46.987454953128648</c:v>
              </c:pt>
              <c:pt idx="544">
                <c:v>-46.571258258293881</c:v>
              </c:pt>
              <c:pt idx="545">
                <c:v>-46.196869355480018</c:v>
              </c:pt>
              <c:pt idx="546">
                <c:v>-45.860538243659157</c:v>
              </c:pt>
              <c:pt idx="547">
                <c:v>-45.559158667279497</c:v>
              </c:pt>
              <c:pt idx="548">
                <c:v>-45.29013938296395</c:v>
              </c:pt>
              <c:pt idx="549">
                <c:v>-45.051307205549875</c:v>
              </c:pt>
              <c:pt idx="550">
                <c:v>-44.840832999127755</c:v>
              </c:pt>
              <c:pt idx="551">
                <c:v>-44.657174539005979</c:v>
              </c:pt>
              <c:pt idx="552">
                <c:v>-44.499031990985955</c:v>
              </c:pt>
              <c:pt idx="553">
                <c:v>-44.365312981135546</c:v>
              </c:pt>
              <c:pt idx="554">
                <c:v>-44.255105072618697</c:v>
              </c:pt>
              <c:pt idx="555">
                <c:v>-44.167654056955136</c:v>
              </c:pt>
              <c:pt idx="556">
                <c:v>-44.10234688866371</c:v>
              </c:pt>
              <c:pt idx="557">
                <c:v>-44.058698398798072</c:v>
              </c:pt>
              <c:pt idx="558">
                <c:v>-44.036341150404866</c:v>
              </c:pt>
              <c:pt idx="559">
                <c:v>-44.035017971862665</c:v>
              </c:pt>
              <c:pt idx="560">
                <c:v>-44.054576839381056</c:v>
              </c:pt>
              <c:pt idx="561">
                <c:v>-44.094967889840191</c:v>
              </c:pt>
              <c:pt idx="562">
                <c:v>-44.156242438730843</c:v>
              </c:pt>
              <c:pt idx="563">
                <c:v>-44.238553962424739</c:v>
              </c:pt>
              <c:pt idx="564">
                <c:v>-44.342161085545648</c:v>
              </c:pt>
              <c:pt idx="565">
                <c:v>-44.467432698680824</c:v>
              </c:pt>
              <c:pt idx="566">
                <c:v>-44.614855425253253</c:v>
              </c:pt>
              <c:pt idx="567">
                <c:v>-44.785043766274228</c:v>
              </c:pt>
              <c:pt idx="568">
                <c:v>-44.978753387019736</c:v>
              </c:pt>
              <c:pt idx="569">
                <c:v>-45.196898182598709</c:v>
              </c:pt>
              <c:pt idx="570">
                <c:v>-45.440571986906477</c:v>
              </c:pt>
              <c:pt idx="571">
                <c:v>-45.711076096007588</c:v>
              </c:pt>
              <c:pt idx="572">
                <c:v>-46.009954198577091</c:v>
              </c:pt>
              <c:pt idx="573">
                <c:v>-46.339036896839247</c:v>
              </c:pt>
              <c:pt idx="574">
                <c:v>-46.700498844819201</c:v>
              </c:pt>
              <c:pt idx="575">
                <c:v>-47.096932757519568</c:v>
              </c:pt>
              <c:pt idx="576">
                <c:v>-47.531446365099498</c:v>
              </c:pt>
              <c:pt idx="577">
                <c:v>-48.007791146393288</c:v>
              </c:pt>
              <c:pt idx="578">
                <c:v>-48.530535961729171</c:v>
              </c:pt>
              <c:pt idx="579">
                <c:v>-49.105305536821042</c:v>
              </c:pt>
              <c:pt idx="580">
                <c:v>-49.73911496848649</c:v>
              </c:pt>
              <c:pt idx="581">
                <c:v>-50.440850478886787</c:v>
              </c:pt>
              <c:pt idx="582">
                <c:v>-51.221980292414358</c:v>
              </c:pt>
              <c:pt idx="583">
                <c:v>-52.097641662567554</c:v>
              </c:pt>
              <c:pt idx="584">
                <c:v>-53.088371157636296</c:v>
              </c:pt>
              <c:pt idx="585">
                <c:v>-54.222996734592151</c:v>
              </c:pt>
              <c:pt idx="586">
                <c:v>-55</c:v>
              </c:pt>
              <c:pt idx="587">
                <c:v>-55</c:v>
              </c:pt>
              <c:pt idx="588">
                <c:v>-55</c:v>
              </c:pt>
              <c:pt idx="589">
                <c:v>-55</c:v>
              </c:pt>
              <c:pt idx="590">
                <c:v>-55</c:v>
              </c:pt>
              <c:pt idx="591">
                <c:v>-55</c:v>
              </c:pt>
              <c:pt idx="592">
                <c:v>-55</c:v>
              </c:pt>
              <c:pt idx="593">
                <c:v>-55</c:v>
              </c:pt>
              <c:pt idx="594">
                <c:v>-55</c:v>
              </c:pt>
              <c:pt idx="595">
                <c:v>-55</c:v>
              </c:pt>
              <c:pt idx="596">
                <c:v>-55</c:v>
              </c:pt>
              <c:pt idx="597">
                <c:v>-55</c:v>
              </c:pt>
              <c:pt idx="598">
                <c:v>-55</c:v>
              </c:pt>
              <c:pt idx="599">
                <c:v>-54.600125580485646</c:v>
              </c:pt>
              <c:pt idx="600">
                <c:v>-53.519396728742485</c:v>
              </c:pt>
              <c:pt idx="601">
                <c:v>-52.58257243428254</c:v>
              </c:pt>
              <c:pt idx="602">
                <c:v>-51.760825802734132</c:v>
              </c:pt>
              <c:pt idx="603">
                <c:v>-51.033621329528778</c:v>
              </c:pt>
              <c:pt idx="604">
                <c:v>-50.385822826140355</c:v>
              </c:pt>
              <c:pt idx="605">
                <c:v>-49.805963134522173</c:v>
              </c:pt>
              <c:pt idx="606">
                <c:v>-49.285157100360777</c:v>
              </c:pt>
              <c:pt idx="607">
                <c:v>-48.816390696314365</c:v>
              </c:pt>
              <c:pt idx="608">
                <c:v>-48.394040267902383</c:v>
              </c:pt>
              <c:pt idx="609">
                <c:v>-48.013538027913647</c:v>
              </c:pt>
              <c:pt idx="610">
                <c:v>-47.671133572644202</c:v>
              </c:pt>
              <c:pt idx="611">
                <c:v>-47.363720249207553</c:v>
              </c:pt>
              <c:pt idx="612">
                <c:v>-47.088706422146167</c:v>
              </c:pt>
              <c:pt idx="613">
                <c:v>-46.843918519383017</c:v>
              </c:pt>
              <c:pt idx="614">
                <c:v>-46.627527023176079</c:v>
              </c:pt>
              <c:pt idx="615">
                <c:v>-46.437989331998679</c:v>
              </c:pt>
              <c:pt idx="616">
                <c:v>-46.274005239733889</c:v>
              </c:pt>
              <c:pt idx="617">
                <c:v>-46.13448200536692</c:v>
              </c:pt>
              <c:pt idx="618">
                <c:v>-46.018506829736666</c:v>
              </c:pt>
              <c:pt idx="619">
                <c:v>-45.925325146717768</c:v>
              </c:pt>
              <c:pt idx="620">
                <c:v>-45.854323557788945</c:v>
              </c:pt>
              <c:pt idx="621">
                <c:v>-45.805016545494112</c:v>
              </c:pt>
              <c:pt idx="622">
                <c:v>-45.777036328828096</c:v>
              </c:pt>
              <c:pt idx="623">
                <c:v>-45.770125396504142</c:v>
              </c:pt>
              <c:pt idx="624">
                <c:v>-45.784131389383163</c:v>
              </c:pt>
              <c:pt idx="625">
                <c:v>-45.819004113244652</c:v>
              </c:pt>
              <c:pt idx="626">
                <c:v>-45.874794556659431</c:v>
              </c:pt>
              <c:pt idx="627">
                <c:v>-45.951655873194078</c:v>
              </c:pt>
              <c:pt idx="628">
                <c:v>-46.049846368717127</c:v>
              </c:pt>
              <c:pt idx="629">
                <c:v>-46.169734619047091</c:v>
              </c:pt>
              <c:pt idx="630">
                <c:v>-46.311806936762167</c:v>
              </c:pt>
              <c:pt idx="631">
                <c:v>-46.476677515892106</c:v>
              </c:pt>
              <c:pt idx="632">
                <c:v>-46.665101718533997</c:v>
              </c:pt>
              <c:pt idx="633">
                <c:v>-46.877993140362044</c:v>
              </c:pt>
              <c:pt idx="634">
                <c:v>-47.116445319522754</c:v>
              </c:pt>
              <c:pt idx="635">
                <c:v>-47.381759259961918</c:v>
              </c:pt>
              <c:pt idx="636">
                <c:v>-47.675478361808985</c:v>
              </c:pt>
              <c:pt idx="637">
                <c:v>-47.999432942262132</c:v>
              </c:pt>
              <c:pt idx="638">
                <c:v>-48.355797373785379</c:v>
              </c:pt>
              <c:pt idx="639">
                <c:v>-48.747164093233835</c:v>
              </c:pt>
              <c:pt idx="640">
                <c:v>-49.176640555979304</c:v>
              </c:pt>
              <c:pt idx="641">
                <c:v>-49.647977969379518</c:v>
              </c:pt>
              <c:pt idx="642">
                <c:v>-50.165744925546363</c:v>
              </c:pt>
              <c:pt idx="643">
                <c:v>-50.735565885188969</c:v>
              </c:pt>
              <c:pt idx="644">
                <c:v>-51.364455683283417</c:v>
              </c:pt>
              <c:pt idx="645">
                <c:v>-52.061300283265666</c:v>
              </c:pt>
              <c:pt idx="646">
                <c:v>-52.837567653872739</c:v>
              </c:pt>
              <c:pt idx="647">
                <c:v>-53.708394795971643</c:v>
              </c:pt>
              <c:pt idx="648">
                <c:v>-54.694318028200676</c:v>
              </c:pt>
              <c:pt idx="649">
                <c:v>-55</c:v>
              </c:pt>
              <c:pt idx="650">
                <c:v>-55</c:v>
              </c:pt>
              <c:pt idx="651">
                <c:v>-55</c:v>
              </c:pt>
              <c:pt idx="652">
                <c:v>-55</c:v>
              </c:pt>
              <c:pt idx="653">
                <c:v>-55</c:v>
              </c:pt>
              <c:pt idx="654">
                <c:v>-55</c:v>
              </c:pt>
              <c:pt idx="655">
                <c:v>-55</c:v>
              </c:pt>
              <c:pt idx="656">
                <c:v>-55</c:v>
              </c:pt>
              <c:pt idx="657">
                <c:v>-55</c:v>
              </c:pt>
              <c:pt idx="658">
                <c:v>-55</c:v>
              </c:pt>
              <c:pt idx="659">
                <c:v>-55</c:v>
              </c:pt>
              <c:pt idx="660">
                <c:v>-55</c:v>
              </c:pt>
              <c:pt idx="661">
                <c:v>-55</c:v>
              </c:pt>
              <c:pt idx="662">
                <c:v>-55</c:v>
              </c:pt>
              <c:pt idx="663">
                <c:v>-55</c:v>
              </c:pt>
              <c:pt idx="664">
                <c:v>-55</c:v>
              </c:pt>
              <c:pt idx="665">
                <c:v>-54.110863184108865</c:v>
              </c:pt>
              <c:pt idx="666">
                <c:v>-53.284774121850461</c:v>
              </c:pt>
              <c:pt idx="667">
                <c:v>-52.553250951790609</c:v>
              </c:pt>
              <c:pt idx="668">
                <c:v>-51.901157287060826</c:v>
              </c:pt>
              <c:pt idx="669">
                <c:v>-51.317025773472906</c:v>
              </c:pt>
              <c:pt idx="670">
                <c:v>-50.791971062742249</c:v>
              </c:pt>
              <c:pt idx="671">
                <c:v>-50.31897893569618</c:v>
              </c:pt>
              <c:pt idx="672">
                <c:v>-49.892425548134121</c:v>
              </c:pt>
              <c:pt idx="673">
                <c:v>-49.507742925206529</c:v>
              </c:pt>
              <c:pt idx="674">
                <c:v>-49.161180477624356</c:v>
              </c:pt>
              <c:pt idx="675">
                <c:v>-48.849631368941111</c:v>
              </c:pt>
              <c:pt idx="676">
                <c:v>-48.570503782136697</c:v>
              </c:pt>
              <c:pt idx="677">
                <c:v>-48.321623965541882</c:v>
              </c:pt>
              <c:pt idx="678">
                <c:v>-48.101162223765961</c:v>
              </c:pt>
              <c:pt idx="679">
                <c:v>-47.907575779550882</c:v>
              </c:pt>
              <c:pt idx="680">
                <c:v>-47.739564252939758</c:v>
              </c:pt>
              <c:pt idx="681">
                <c:v>-47.596034730943764</c:v>
              </c:pt>
              <c:pt idx="682">
                <c:v>-47.476074244268673</c:v>
              </c:pt>
              <c:pt idx="683">
                <c:v>-47.378928058472304</c:v>
              </c:pt>
              <c:pt idx="684">
                <c:v>-47.303982608508583</c:v>
              </c:pt>
              <c:pt idx="685">
                <c:v>-47.250752212164819</c:v>
              </c:pt>
              <c:pt idx="686">
                <c:v>-47.218868925423934</c:v>
              </c:pt>
              <c:pt idx="687">
                <c:v>-47.208075075708855</c:v>
              </c:pt>
              <c:pt idx="688">
                <c:v>-47.218218144289104</c:v>
              </c:pt>
              <c:pt idx="689">
                <c:v>-47.249247779029268</c:v>
              </c:pt>
              <c:pt idx="690">
                <c:v>-47.301214812239735</c:v>
              </c:pt>
              <c:pt idx="691">
                <c:v>-47.374272242859483</c:v>
              </c:pt>
              <c:pt idx="692">
                <c:v>-47.46867822374093</c:v>
              </c:pt>
              <c:pt idx="693">
                <c:v>-47.584801179276973</c:v>
              </c:pt>
              <c:pt idx="694">
                <c:v>-47.723127272189991</c:v>
              </c:pt>
              <c:pt idx="695">
                <c:v>-47.884270548203389</c:v>
              </c:pt>
              <c:pt idx="696">
                <c:v>-48.068986222637363</c:v>
              </c:pt>
              <c:pt idx="697">
                <c:v>-48.27818774589894</c:v>
              </c:pt>
              <c:pt idx="698">
                <c:v>-48.512968512357773</c:v>
              </c:pt>
              <c:pt idx="699">
                <c:v>-48.774629383653973</c:v>
              </c:pt>
              <c:pt idx="700">
                <c:v>-49.064713619063681</c:v>
              </c:pt>
              <c:pt idx="701">
                <c:v>-49.385051396365618</c:v>
              </c:pt>
              <c:pt idx="702">
                <c:v>-49.737816950020019</c:v>
              </c:pt>
              <c:pt idx="703">
                <c:v>-50.125602580275483</c:v>
              </c:pt>
              <c:pt idx="704">
                <c:v>-50.551515607277729</c:v>
              </c:pt>
              <c:pt idx="705">
                <c:v>-51.019307104520578</c:v>
              </c:pt>
              <c:pt idx="706">
                <c:v>-51.533545531597518</c:v>
              </c:pt>
              <c:pt idx="707">
                <c:v>-52.09985521802713</c:v>
              </c:pt>
              <c:pt idx="708">
                <c:v>-52.725250868907942</c:v>
              </c:pt>
              <c:pt idx="709">
                <c:v>-53.418618319092452</c:v>
              </c:pt>
              <c:pt idx="710">
                <c:v>-54.191425410014304</c:v>
              </c:pt>
              <c:pt idx="711">
                <c:v>-55</c:v>
              </c:pt>
              <c:pt idx="712">
                <c:v>-55</c:v>
              </c:pt>
              <c:pt idx="713">
                <c:v>-55</c:v>
              </c:pt>
              <c:pt idx="714">
                <c:v>-55</c:v>
              </c:pt>
              <c:pt idx="715">
                <c:v>-55</c:v>
              </c:pt>
              <c:pt idx="716">
                <c:v>-55</c:v>
              </c:pt>
              <c:pt idx="717">
                <c:v>-55</c:v>
              </c:pt>
              <c:pt idx="718">
                <c:v>-55</c:v>
              </c:pt>
              <c:pt idx="719">
                <c:v>-55</c:v>
              </c:pt>
              <c:pt idx="720">
                <c:v>-55</c:v>
              </c:pt>
              <c:pt idx="721">
                <c:v>-55</c:v>
              </c:pt>
              <c:pt idx="722">
                <c:v>-55</c:v>
              </c:pt>
              <c:pt idx="723">
                <c:v>-55</c:v>
              </c:pt>
              <c:pt idx="724">
                <c:v>-55</c:v>
              </c:pt>
              <c:pt idx="725">
                <c:v>-55</c:v>
              </c:pt>
              <c:pt idx="726">
                <c:v>-55</c:v>
              </c:pt>
              <c:pt idx="727">
                <c:v>-55</c:v>
              </c:pt>
              <c:pt idx="728">
                <c:v>-55</c:v>
              </c:pt>
              <c:pt idx="729">
                <c:v>-55</c:v>
              </c:pt>
              <c:pt idx="730">
                <c:v>-54.572783641964726</c:v>
              </c:pt>
              <c:pt idx="731">
                <c:v>-53.838127163410718</c:v>
              </c:pt>
              <c:pt idx="732">
                <c:v>-53.182914553412445</c:v>
              </c:pt>
              <c:pt idx="733">
                <c:v>-52.595678355948969</c:v>
              </c:pt>
              <c:pt idx="734">
                <c:v>-52.067533121857316</c:v>
              </c:pt>
              <c:pt idx="735">
                <c:v>-51.591464532031246</c:v>
              </c:pt>
              <c:pt idx="736">
                <c:v>-51.161848643268549</c:v>
              </c:pt>
              <c:pt idx="737">
                <c:v>-50.774117382641322</c:v>
              </c:pt>
              <c:pt idx="738">
                <c:v>-50.424520063692889</c:v>
              </c:pt>
              <c:pt idx="739">
                <c:v>-50.109949753710474</c:v>
              </c:pt>
              <c:pt idx="740">
                <c:v>-49.827814540297297</c:v>
              </c:pt>
              <c:pt idx="741">
                <c:v>-49.5759405772883</c:v>
              </c:pt>
              <c:pt idx="742">
                <c:v>-49.352498075666446</c:v>
              </c:pt>
              <c:pt idx="743">
                <c:v>-49.155944165407533</c:v>
              </c:pt>
              <c:pt idx="744">
                <c:v>-48.984978374638132</c:v>
              </c:pt>
              <c:pt idx="745">
                <c:v>-48.838507699293572</c:v>
              </c:pt>
              <c:pt idx="746">
                <c:v>-48.715619079834305</c:v>
              </c:pt>
              <c:pt idx="747">
                <c:v>-48.615557692394106</c:v>
              </c:pt>
              <c:pt idx="748">
                <c:v>-48.537709883314555</c:v>
              </c:pt>
              <c:pt idx="749">
                <c:v>-48.481589882573452</c:v>
              </c:pt>
              <c:pt idx="750">
                <c:v>-48.446829659137634</c:v>
              </c:pt>
              <c:pt idx="751">
                <c:v>-48.433171454198643</c:v>
              </c:pt>
              <c:pt idx="752">
                <c:v>-48.440462663570258</c:v>
              </c:pt>
              <c:pt idx="753">
                <c:v>-48.468652850428377</c:v>
              </c:pt>
              <c:pt idx="754">
                <c:v>-48.517792763153111</c:v>
              </c:pt>
              <c:pt idx="755">
                <c:v>-48.588035317502978</c:v>
              </c:pt>
              <c:pt idx="756">
                <c:v>-48.679638583891666</c:v>
              </c:pt>
              <c:pt idx="757">
                <c:v>-48.792970905006371</c:v>
              </c:pt>
              <c:pt idx="758">
                <c:v>-48.928518362589067</c:v>
              </c:pt>
              <c:pt idx="759">
                <c:v>-49.086894922099582</c:v>
              </c:pt>
              <c:pt idx="760">
                <c:v>-49.268855719303993</c:v>
              </c:pt>
              <c:pt idx="761">
                <c:v>-49.475314125756171</c:v>
              </c:pt>
              <c:pt idx="762">
                <c:v>-49.707363457666332</c:v>
              </c:pt>
              <c:pt idx="763">
                <c:v>-49.966304499200831</c:v>
              </c:pt>
              <c:pt idx="764">
                <c:v>-50.253680432840952</c:v>
              </c:pt>
              <c:pt idx="765">
                <c:v>-50.571321360240979</c:v>
              </c:pt>
              <c:pt idx="766">
                <c:v>-50.921401440400601</c:v>
              </c:pt>
              <c:pt idx="767">
                <c:v>-51.306512898764154</c:v>
              </c:pt>
              <c:pt idx="768">
                <c:v>-51.729762981322658</c:v>
              </c:pt>
              <c:pt idx="769">
                <c:v>-52.194902688056942</c:v>
              </c:pt>
              <c:pt idx="770">
                <c:v>-52.706500405683094</c:v>
              </c:pt>
              <c:pt idx="771">
                <c:v>-53.270180391470554</c:v>
              </c:pt>
              <c:pt idx="772">
                <c:v>-53.892957278890364</c:v>
              </c:pt>
              <c:pt idx="773">
                <c:v>-54.583716831782439</c:v>
              </c:pt>
              <c:pt idx="774">
                <c:v>-55</c:v>
              </c:pt>
              <c:pt idx="775">
                <c:v>-55</c:v>
              </c:pt>
              <c:pt idx="776">
                <c:v>-55</c:v>
              </c:pt>
              <c:pt idx="777">
                <c:v>-55</c:v>
              </c:pt>
              <c:pt idx="778">
                <c:v>-55</c:v>
              </c:pt>
              <c:pt idx="779">
                <c:v>-55</c:v>
              </c:pt>
              <c:pt idx="780">
                <c:v>-55</c:v>
              </c:pt>
              <c:pt idx="781">
                <c:v>-55</c:v>
              </c:pt>
              <c:pt idx="782">
                <c:v>-55</c:v>
              </c:pt>
              <c:pt idx="783">
                <c:v>-55</c:v>
              </c:pt>
              <c:pt idx="784">
                <c:v>-55</c:v>
              </c:pt>
              <c:pt idx="785">
                <c:v>-55</c:v>
              </c:pt>
              <c:pt idx="786">
                <c:v>-55</c:v>
              </c:pt>
              <c:pt idx="787">
                <c:v>-55</c:v>
              </c:pt>
              <c:pt idx="788">
                <c:v>-55</c:v>
              </c:pt>
              <c:pt idx="789">
                <c:v>-55</c:v>
              </c:pt>
              <c:pt idx="790">
                <c:v>-55</c:v>
              </c:pt>
              <c:pt idx="791">
                <c:v>-55</c:v>
              </c:pt>
              <c:pt idx="792">
                <c:v>-55</c:v>
              </c:pt>
              <c:pt idx="793">
                <c:v>-55</c:v>
              </c:pt>
              <c:pt idx="794">
                <c:v>-55</c:v>
              </c:pt>
              <c:pt idx="795">
                <c:v>-54.948464709910823</c:v>
              </c:pt>
              <c:pt idx="796">
                <c:v>-54.290875845921811</c:v>
              </c:pt>
              <c:pt idx="797">
                <c:v>-53.7012727248323</c:v>
              </c:pt>
              <c:pt idx="798">
                <c:v>-53.170769839896948</c:v>
              </c:pt>
              <c:pt idx="799">
                <c:v>-52.692352814894967</c:v>
              </c:pt>
              <c:pt idx="800">
                <c:v>-52.260397649972731</c:v>
              </c:pt>
              <c:pt idx="801">
                <c:v>-51.870336216009257</c:v>
              </c:pt>
              <c:pt idx="802">
                <c:v>-51.518417770808625</c:v>
              </c:pt>
              <c:pt idx="803">
                <c:v>-51.201535326367924</c:v>
              </c:pt>
              <c:pt idx="804">
                <c:v>-50.917096915444951</c:v>
              </c:pt>
              <c:pt idx="805">
                <c:v>-50.662928637469314</c:v>
              </c:pt>
              <c:pt idx="806">
                <c:v>-50.437200649454432</c:v>
              </c:pt>
              <c:pt idx="807">
                <c:v>-50.238370027837945</c:v>
              </c:pt>
              <c:pt idx="808">
                <c:v>-50.065136247635323</c:v>
              </c:pt>
              <c:pt idx="809">
                <c:v>-49.91640625209363</c:v>
              </c:pt>
              <c:pt idx="810">
                <c:v>-49.791266929403562</c:v>
              </c:pt>
              <c:pt idx="811">
                <c:v>-49.68896340384368</c:v>
              </c:pt>
              <c:pt idx="812">
                <c:v>-49.608881970310577</c:v>
              </c:pt>
              <c:pt idx="813">
                <c:v>-49.55053680774337</c:v>
              </c:pt>
              <c:pt idx="814">
                <c:v>-49.513559834472467</c:v>
              </c:pt>
              <c:pt idx="815">
                <c:v>-49.497693241451202</c:v>
              </c:pt>
              <c:pt idx="816">
                <c:v>-49.502784374649551</c:v>
              </c:pt>
              <c:pt idx="817">
                <c:v>-49.528782747790068</c:v>
              </c:pt>
              <c:pt idx="818">
                <c:v>-49.575739060186166</c:v>
              </c:pt>
              <c:pt idx="819">
                <c:v>-49.643806178912584</c:v>
              </c:pt>
              <c:pt idx="820">
                <c:v>-49.733242126078274</c:v>
              </c:pt>
              <c:pt idx="821">
                <c:v>-49.844415196441211</c:v>
              </c:pt>
              <c:pt idx="822">
                <c:v>-49.97781142418588</c:v>
              </c:pt>
              <c:pt idx="823">
                <c:v>-50.134044727582818</c:v>
              </c:pt>
              <c:pt idx="824">
                <c:v>-50.313870195573429</c:v>
              </c:pt>
              <c:pt idx="825">
                <c:v>-50.518201153247944</c:v>
              </c:pt>
              <c:pt idx="826">
                <c:v>-50.748130870710611</c:v>
              </c:pt>
              <c:pt idx="827">
                <c:v>-51.004960086375945</c:v>
              </c:pt>
              <c:pt idx="828">
                <c:v>-51.290231937323966</c:v>
              </c:pt>
              <c:pt idx="829">
                <c:v>-51.605776480155399</c:v>
              </c:pt>
              <c:pt idx="830">
                <c:v>-51.953767829160171</c:v>
              </c:pt>
              <c:pt idx="831">
                <c:v>-52.336798165413818</c:v>
              </c:pt>
              <c:pt idx="832">
                <c:v>-52.757974690875699</c:v>
              </c:pt>
              <c:pt idx="833">
                <c:v>-53.221048361829794</c:v>
              </c:pt>
              <c:pt idx="834">
                <c:v>-53.730587521626127</c:v>
              </c:pt>
              <c:pt idx="835">
                <c:v>-54.292216384496292</c:v>
              </c:pt>
              <c:pt idx="836">
                <c:v>-54.912949541197655</c:v>
              </c:pt>
              <c:pt idx="837">
                <c:v>-55</c:v>
              </c:pt>
              <c:pt idx="838">
                <c:v>-55</c:v>
              </c:pt>
              <c:pt idx="839">
                <c:v>-55</c:v>
              </c:pt>
              <c:pt idx="840">
                <c:v>-55</c:v>
              </c:pt>
              <c:pt idx="841">
                <c:v>-55</c:v>
              </c:pt>
              <c:pt idx="842">
                <c:v>-55</c:v>
              </c:pt>
              <c:pt idx="843">
                <c:v>-55</c:v>
              </c:pt>
              <c:pt idx="844">
                <c:v>-55</c:v>
              </c:pt>
              <c:pt idx="845">
                <c:v>-55</c:v>
              </c:pt>
              <c:pt idx="846">
                <c:v>-55</c:v>
              </c:pt>
              <c:pt idx="847">
                <c:v>-55</c:v>
              </c:pt>
              <c:pt idx="848">
                <c:v>-55</c:v>
              </c:pt>
              <c:pt idx="849">
                <c:v>-55</c:v>
              </c:pt>
              <c:pt idx="850">
                <c:v>-55</c:v>
              </c:pt>
              <c:pt idx="851">
                <c:v>-55</c:v>
              </c:pt>
              <c:pt idx="852">
                <c:v>-55</c:v>
              </c:pt>
              <c:pt idx="853">
                <c:v>-55</c:v>
              </c:pt>
              <c:pt idx="854">
                <c:v>-55</c:v>
              </c:pt>
              <c:pt idx="855">
                <c:v>-55</c:v>
              </c:pt>
              <c:pt idx="856">
                <c:v>-55</c:v>
              </c:pt>
              <c:pt idx="857">
                <c:v>-55</c:v>
              </c:pt>
              <c:pt idx="858">
                <c:v>-55</c:v>
              </c:pt>
              <c:pt idx="859">
                <c:v>-55</c:v>
              </c:pt>
              <c:pt idx="860">
                <c:v>-55</c:v>
              </c:pt>
              <c:pt idx="861">
                <c:v>-54.672455551238251</c:v>
              </c:pt>
              <c:pt idx="862">
                <c:v>-54.140087135773108</c:v>
              </c:pt>
              <c:pt idx="863">
                <c:v>-53.659810931547689</c:v>
              </c:pt>
              <c:pt idx="864">
                <c:v>-53.22600290396278</c:v>
              </c:pt>
              <c:pt idx="865">
                <c:v>-52.834094889399381</c:v>
              </c:pt>
              <c:pt idx="866">
                <c:v>-52.480336111410644</c:v>
              </c:pt>
              <c:pt idx="867">
                <c:v>-52.161619547986234</c:v>
              </c:pt>
              <c:pt idx="868">
                <c:v>-51.875353198118859</c:v>
              </c:pt>
              <c:pt idx="869">
                <c:v>-51.619363127711992</c:v>
              </c:pt>
              <c:pt idx="870">
                <c:v>-51.391819460491149</c:v>
              </c:pt>
              <c:pt idx="871">
                <c:v>-51.191179239841169</c:v>
              </c:pt>
              <c:pt idx="872">
                <c:v>-51.016141907958328</c:v>
              </c:pt>
              <c:pt idx="873">
                <c:v>-50.865614375501437</c:v>
              </c:pt>
              <c:pt idx="874">
                <c:v>-50.738683498302557</c:v>
              </c:pt>
              <c:pt idx="875">
                <c:v>-50.634594368508623</c:v>
              </c:pt>
              <c:pt idx="876">
                <c:v>-50.552733249110048</c:v>
              </c:pt>
              <c:pt idx="877">
                <c:v>-50.492614287362755</c:v>
              </c:pt>
              <c:pt idx="878">
                <c:v>-50.453869370135529</c:v>
              </c:pt>
              <c:pt idx="879">
                <c:v>-50.43624065713928</c:v>
              </c:pt>
              <c:pt idx="880">
                <c:v>-50.439575463319102</c:v>
              </c:pt>
              <c:pt idx="881">
                <c:v>-50.463823271588176</c:v>
              </c:pt>
              <c:pt idx="882">
                <c:v>-50.509034750664263</c:v>
              </c:pt>
              <c:pt idx="883">
                <c:v>-50.57536273723823</c:v>
              </c:pt>
              <c:pt idx="884">
                <c:v>-50.663065223245106</c:v>
              </c:pt>
              <c:pt idx="885">
                <c:v>-50.772510473477304</c:v>
              </c:pt>
              <c:pt idx="886">
                <c:v>-50.904184492359867</c:v>
              </c:pt>
              <c:pt idx="887">
                <c:v>-51.058701168608671</c:v>
              </c:pt>
              <c:pt idx="888">
                <c:v>-51.23681556181306</c:v>
              </c:pt>
              <c:pt idx="889">
                <c:v>-51.439440967912653</c:v>
              </c:pt>
              <c:pt idx="890">
                <c:v>-51.667670628060065</c:v>
              </c:pt>
              <c:pt idx="891">
                <c:v>-51.922805251916046</c:v>
              </c:pt>
              <c:pt idx="892">
                <c:v>-52.20638794800265</c:v>
              </c:pt>
              <c:pt idx="893">
                <c:v>-52.520248744557222</c:v>
              </c:pt>
              <c:pt idx="894">
                <c:v>-52.866561727698567</c:v>
              </c:pt>
              <c:pt idx="895">
                <c:v>-53.247919050522299</c:v>
              </c:pt>
              <c:pt idx="896">
                <c:v>-53.667427887197064</c:v>
              </c:pt>
              <c:pt idx="897">
                <c:v>-54.128839166404305</c:v>
              </c:pt>
              <c:pt idx="898">
                <c:v>-54.636721204077084</c:v>
              </c:pt>
              <c:pt idx="899">
                <c:v>-55</c:v>
              </c:pt>
              <c:pt idx="900">
                <c:v>-55</c:v>
              </c:pt>
              <c:pt idx="901">
                <c:v>-55</c:v>
              </c:pt>
              <c:pt idx="902">
                <c:v>-55</c:v>
              </c:pt>
              <c:pt idx="903">
                <c:v>-55</c:v>
              </c:pt>
              <c:pt idx="904">
                <c:v>-55</c:v>
              </c:pt>
              <c:pt idx="905">
                <c:v>-55</c:v>
              </c:pt>
              <c:pt idx="906">
                <c:v>-55</c:v>
              </c:pt>
              <c:pt idx="907">
                <c:v>-55</c:v>
              </c:pt>
              <c:pt idx="908">
                <c:v>-55</c:v>
              </c:pt>
              <c:pt idx="909">
                <c:v>-55</c:v>
              </c:pt>
              <c:pt idx="910">
                <c:v>-55</c:v>
              </c:pt>
              <c:pt idx="911">
                <c:v>-55</c:v>
              </c:pt>
              <c:pt idx="912">
                <c:v>-55</c:v>
              </c:pt>
              <c:pt idx="913">
                <c:v>-55</c:v>
              </c:pt>
              <c:pt idx="914">
                <c:v>-55</c:v>
              </c:pt>
              <c:pt idx="915">
                <c:v>-55</c:v>
              </c:pt>
              <c:pt idx="916">
                <c:v>-55</c:v>
              </c:pt>
              <c:pt idx="917">
                <c:v>-55</c:v>
              </c:pt>
              <c:pt idx="918">
                <c:v>-55</c:v>
              </c:pt>
              <c:pt idx="919">
                <c:v>-55</c:v>
              </c:pt>
              <c:pt idx="920">
                <c:v>-55</c:v>
              </c:pt>
              <c:pt idx="921">
                <c:v>-55</c:v>
              </c:pt>
              <c:pt idx="922">
                <c:v>-55</c:v>
              </c:pt>
              <c:pt idx="923">
                <c:v>-55</c:v>
              </c:pt>
              <c:pt idx="924">
                <c:v>-55</c:v>
              </c:pt>
              <c:pt idx="925">
                <c:v>-55</c:v>
              </c:pt>
              <c:pt idx="926">
                <c:v>-55</c:v>
              </c:pt>
              <c:pt idx="927">
                <c:v>-54.520063458787178</c:v>
              </c:pt>
              <c:pt idx="928">
                <c:v>-54.084744511632657</c:v>
              </c:pt>
              <c:pt idx="929">
                <c:v>-53.691330081572161</c:v>
              </c:pt>
              <c:pt idx="930">
                <c:v>-53.336069369948831</c:v>
              </c:pt>
              <c:pt idx="931">
                <c:v>-53.015855332683799</c:v>
              </c:pt>
              <c:pt idx="932">
                <c:v>-52.728095946842011</c:v>
              </c:pt>
              <c:pt idx="933">
                <c:v>-52.470617256538546</c:v>
              </c:pt>
              <c:pt idx="934">
                <c:v>-52.241589363848924</c:v>
              </c:pt>
              <c:pt idx="935">
                <c:v>-52.039469290645314</c:v>
              </c:pt>
              <c:pt idx="936">
                <c:v>-51.86295645774738</c:v>
              </c:pt>
              <c:pt idx="937">
                <c:v>-51.71095775457249</c:v>
              </c:pt>
              <c:pt idx="938">
                <c:v>-51.582560015845203</c:v>
              </c:pt>
              <c:pt idx="939">
                <c:v>-51.477008312738036</c:v>
              </c:pt>
              <c:pt idx="940">
                <c:v>-51.393688887398739</c:v>
              </c:pt>
              <c:pt idx="941">
                <c:v>-51.332115866371581</c:v>
              </c:pt>
              <c:pt idx="942">
                <c:v>-51.291921115943396</c:v>
              </c:pt>
              <c:pt idx="943">
                <c:v>-51.272846775372074</c:v>
              </c:pt>
              <c:pt idx="944">
                <c:v>-51.274740139277398</c:v>
              </c:pt>
              <c:pt idx="945">
                <c:v>-51.297550670374122</c:v>
              </c:pt>
              <c:pt idx="946">
                <c:v>-51.341329017307316</c:v>
              </c:pt>
              <c:pt idx="947">
                <c:v>-51.406227996820057</c:v>
              </c:pt>
              <c:pt idx="948">
                <c:v>-51.492505581023373</c:v>
              </c:pt>
              <c:pt idx="949">
                <c:v>-51.600530015008587</c:v>
              </c:pt>
              <c:pt idx="950">
                <c:v>-51.730787283621595</c:v>
              </c:pt>
              <c:pt idx="951">
                <c:v>-51.883891256120094</c:v>
              </c:pt>
              <c:pt idx="952">
                <c:v>-52.060596972755356</c:v>
              </c:pt>
              <c:pt idx="953">
                <c:v>-52.261817710247847</c:v>
              </c:pt>
              <c:pt idx="954">
                <c:v>-52.488646690649546</c:v>
              </c:pt>
              <c:pt idx="955">
                <c:v>-52.742384604637571</c:v>
              </c:pt>
              <c:pt idx="956">
                <c:v>-53.024574541867025</c:v>
              </c:pt>
              <c:pt idx="957">
                <c:v>-53.337046511823274</c:v>
              </c:pt>
              <c:pt idx="958">
                <c:v>-53.681974581988314</c:v>
              </c:pt>
              <c:pt idx="959">
                <c:v>-54.061950886934341</c:v>
              </c:pt>
              <c:pt idx="960">
                <c:v>-54.480082582419733</c:v>
              </c:pt>
              <c:pt idx="961">
                <c:v>-54.940120578826843</c:v>
              </c:pt>
              <c:pt idx="962">
                <c:v>-55</c:v>
              </c:pt>
              <c:pt idx="963">
                <c:v>-55</c:v>
              </c:pt>
              <c:pt idx="964">
                <c:v>-55</c:v>
              </c:pt>
              <c:pt idx="965">
                <c:v>-55</c:v>
              </c:pt>
              <c:pt idx="966">
                <c:v>-55</c:v>
              </c:pt>
              <c:pt idx="967">
                <c:v>-55</c:v>
              </c:pt>
              <c:pt idx="968">
                <c:v>-55</c:v>
              </c:pt>
              <c:pt idx="969">
                <c:v>-55</c:v>
              </c:pt>
              <c:pt idx="970">
                <c:v>-55</c:v>
              </c:pt>
              <c:pt idx="971">
                <c:v>-55</c:v>
              </c:pt>
              <c:pt idx="972">
                <c:v>-55</c:v>
              </c:pt>
              <c:pt idx="973">
                <c:v>-55</c:v>
              </c:pt>
              <c:pt idx="974">
                <c:v>-55</c:v>
              </c:pt>
              <c:pt idx="975">
                <c:v>-55</c:v>
              </c:pt>
              <c:pt idx="976">
                <c:v>-55</c:v>
              </c:pt>
              <c:pt idx="977">
                <c:v>-55</c:v>
              </c:pt>
              <c:pt idx="978">
                <c:v>-55</c:v>
              </c:pt>
              <c:pt idx="979">
                <c:v>-55</c:v>
              </c:pt>
              <c:pt idx="980">
                <c:v>-55</c:v>
              </c:pt>
              <c:pt idx="981">
                <c:v>-55</c:v>
              </c:pt>
              <c:pt idx="982">
                <c:v>-55</c:v>
              </c:pt>
              <c:pt idx="983">
                <c:v>-55</c:v>
              </c:pt>
              <c:pt idx="984">
                <c:v>-55</c:v>
              </c:pt>
              <c:pt idx="985">
                <c:v>-55</c:v>
              </c:pt>
              <c:pt idx="986">
                <c:v>-55</c:v>
              </c:pt>
              <c:pt idx="987">
                <c:v>-55</c:v>
              </c:pt>
              <c:pt idx="988">
                <c:v>-55</c:v>
              </c:pt>
              <c:pt idx="989">
                <c:v>-55</c:v>
              </c:pt>
              <c:pt idx="990">
                <c:v>-55</c:v>
              </c:pt>
              <c:pt idx="991">
                <c:v>-55</c:v>
              </c:pt>
              <c:pt idx="992">
                <c:v>-54.855273010140152</c:v>
              </c:pt>
              <c:pt idx="993">
                <c:v>-54.460599731930671</c:v>
              </c:pt>
              <c:pt idx="994">
                <c:v>-54.1040834843119</c:v>
              </c:pt>
              <c:pt idx="995">
                <c:v>-53.782617208253015</c:v>
              </c:pt>
              <c:pt idx="996">
                <c:v>-53.493608865952531</c:v>
              </c:pt>
              <c:pt idx="997">
                <c:v>-53.234884486745372</c:v>
              </c:pt>
              <c:pt idx="998">
                <c:v>-53.004614158011059</c:v>
              </c:pt>
              <c:pt idx="999">
                <c:v>-52.801254887010828</c:v>
              </c:pt>
              <c:pt idx="1000">
                <c:v>-52.623506080036819</c:v>
              </c:pt>
              <c:pt idx="1001">
                <c:v>-52.470274612062262</c:v>
              </c:pt>
              <c:pt idx="1002">
                <c:v>-52.340647303449941</c:v>
              </c:pt>
              <c:pt idx="1003">
                <c:v>-52.233869211092625</c:v>
              </c:pt>
              <c:pt idx="1004">
                <c:v>-52.149326562939706</c:v>
              </c:pt>
              <c:pt idx="1005">
                <c:v>-52.086533471417965</c:v>
              </c:pt>
              <c:pt idx="1006">
                <c:v>-52.045121788776861</c:v>
              </c:pt>
              <c:pt idx="1007">
                <c:v>-52.024833640316615</c:v>
              </c:pt>
              <c:pt idx="1008">
                <c:v>-52.025516306778421</c:v>
              </c:pt>
              <c:pt idx="1009">
                <c:v>-52.047119237076913</c:v>
              </c:pt>
              <c:pt idx="1010">
                <c:v>-52.089693066135069</c:v>
              </c:pt>
              <c:pt idx="1011">
                <c:v>-52.153390597051242</c:v>
              </c:pt>
              <c:pt idx="1012">
                <c:v>-52.238469788368612</c:v>
              </c:pt>
              <c:pt idx="1013">
                <c:v>-52.345298871686893</c:v>
              </c:pt>
              <c:pt idx="1014">
                <c:v>-52.474363818436274</c:v>
              </c:pt>
              <c:pt idx="1015">
                <c:v>-52.626278484533941</c:v>
              </c:pt>
              <c:pt idx="1016">
                <c:v>-52.801797896965248</c:v>
              </c:pt>
              <c:pt idx="1017">
                <c:v>-53.001835319259115</c:v>
              </c:pt>
              <c:pt idx="1018">
                <c:v>-53.227483960349524</c:v>
              </c:pt>
              <c:pt idx="1019">
                <c:v>-53.480044497868718</c:v>
              </c:pt>
              <c:pt idx="1020">
                <c:v>-53.761060008499591</c:v>
              </c:pt>
              <c:pt idx="1021">
                <c:v>-54.072360488827506</c:v>
              </c:pt>
              <c:pt idx="1022">
                <c:v>-54.41611999350603</c:v>
              </c:pt>
              <c:pt idx="1023">
                <c:v>-54.794930644349918</c:v>
              </c:pt>
              <c:pt idx="1024">
                <c:v>-55</c:v>
              </c:pt>
              <c:pt idx="1025">
                <c:v>-55</c:v>
              </c:pt>
              <c:pt idx="1026">
                <c:v>-55</c:v>
              </c:pt>
              <c:pt idx="1027">
                <c:v>-55</c:v>
              </c:pt>
              <c:pt idx="1028">
                <c:v>-55</c:v>
              </c:pt>
              <c:pt idx="1029">
                <c:v>-55</c:v>
              </c:pt>
              <c:pt idx="1030">
                <c:v>-55</c:v>
              </c:pt>
              <c:pt idx="1031">
                <c:v>-55</c:v>
              </c:pt>
              <c:pt idx="1032">
                <c:v>-55</c:v>
              </c:pt>
              <c:pt idx="1033">
                <c:v>-55</c:v>
              </c:pt>
              <c:pt idx="1034">
                <c:v>-55</c:v>
              </c:pt>
              <c:pt idx="1035">
                <c:v>-55</c:v>
              </c:pt>
              <c:pt idx="1036">
                <c:v>-55</c:v>
              </c:pt>
              <c:pt idx="1037">
                <c:v>-55</c:v>
              </c:pt>
              <c:pt idx="1038">
                <c:v>-55</c:v>
              </c:pt>
              <c:pt idx="1039">
                <c:v>-55</c:v>
              </c:pt>
              <c:pt idx="1040">
                <c:v>-55</c:v>
              </c:pt>
              <c:pt idx="1041">
                <c:v>-55</c:v>
              </c:pt>
              <c:pt idx="1042">
                <c:v>-55</c:v>
              </c:pt>
              <c:pt idx="1043">
                <c:v>-55</c:v>
              </c:pt>
              <c:pt idx="1044">
                <c:v>-55</c:v>
              </c:pt>
              <c:pt idx="1045">
                <c:v>-55</c:v>
              </c:pt>
              <c:pt idx="1046">
                <c:v>-55</c:v>
              </c:pt>
              <c:pt idx="1047">
                <c:v>-55</c:v>
              </c:pt>
              <c:pt idx="1048">
                <c:v>-55</c:v>
              </c:pt>
              <c:pt idx="1049">
                <c:v>-55</c:v>
              </c:pt>
              <c:pt idx="1050">
                <c:v>-55</c:v>
              </c:pt>
              <c:pt idx="1051">
                <c:v>-55</c:v>
              </c:pt>
              <c:pt idx="1052">
                <c:v>-55</c:v>
              </c:pt>
              <c:pt idx="1053">
                <c:v>-55</c:v>
              </c:pt>
              <c:pt idx="1054">
                <c:v>-55</c:v>
              </c:pt>
              <c:pt idx="1055">
                <c:v>-55</c:v>
              </c:pt>
              <c:pt idx="1056">
                <c:v>-55</c:v>
              </c:pt>
              <c:pt idx="1057">
                <c:v>-55</c:v>
              </c:pt>
              <c:pt idx="1058">
                <c:v>-54.798005373302097</c:v>
              </c:pt>
              <c:pt idx="1059">
                <c:v>-54.475470318078422</c:v>
              </c:pt>
              <c:pt idx="1060">
                <c:v>-54.18539568176471</c:v>
              </c:pt>
              <c:pt idx="1061">
                <c:v>-53.925607483308902</c:v>
              </c:pt>
              <c:pt idx="1062">
                <c:v>-53.694275799757932</c:v>
              </c:pt>
              <c:pt idx="1063">
                <c:v>-53.48985762809464</c:v>
              </c:pt>
              <c:pt idx="1064">
                <c:v>-53.31105236438642</c:v>
              </c:pt>
              <c:pt idx="1065">
                <c:v>-53.156766873435501</c:v>
              </c:pt>
              <c:pt idx="1066">
                <c:v>-53.026087965486525</c:v>
              </c:pt>
              <c:pt idx="1067">
                <c:v>-52.918260687367095</c:v>
              </c:pt>
              <c:pt idx="1068">
                <c:v>-52.832671257013658</c:v>
              </c:pt>
              <c:pt idx="1069">
                <c:v>-52.768833776892251</c:v>
              </c:pt>
              <c:pt idx="1070">
                <c:v>-52.726380089343238</c:v>
              </c:pt>
              <c:pt idx="1071">
                <c:v>-52.705052309809204</c:v>
              </c:pt>
              <c:pt idx="1072">
                <c:v>-52.704697709224703</c:v>
              </c:pt>
              <c:pt idx="1073">
                <c:v>-52.725265726748482</c:v>
              </c:pt>
              <c:pt idx="1074">
                <c:v>-52.766806987598045</c:v>
              </c:pt>
              <c:pt idx="1075">
                <c:v>-52.82947428521625</c:v>
              </c:pt>
              <c:pt idx="1076">
                <c:v>-52.913525568540663</c:v>
              </c:pt>
              <c:pt idx="1077">
                <c:v>-53.019329059614705</c:v>
              </c:pt>
              <c:pt idx="1078">
                <c:v>-53.147370720361351</c:v>
              </c:pt>
              <c:pt idx="1079">
                <c:v>-53.298264397239393</c:v>
              </c:pt>
              <c:pt idx="1080">
                <c:v>-53.472765107824344</c:v>
              </c:pt>
              <c:pt idx="1081">
                <c:v>-53.67178610628325</c:v>
              </c:pt>
              <c:pt idx="1082">
                <c:v>-53.896420592236169</c:v>
              </c:pt>
              <c:pt idx="1083">
                <c:v>-54.147969234049008</c:v>
              </c:pt>
              <c:pt idx="1084">
                <c:v>-54.427975099185517</c:v>
              </c:pt>
              <c:pt idx="1085">
                <c:v>-54.738268175058721</c:v>
              </c:pt>
              <c:pt idx="1086">
                <c:v>-55</c:v>
              </c:pt>
              <c:pt idx="1087">
                <c:v>-55</c:v>
              </c:pt>
              <c:pt idx="1088">
                <c:v>-55</c:v>
              </c:pt>
              <c:pt idx="1089">
                <c:v>-55</c:v>
              </c:pt>
              <c:pt idx="1090">
                <c:v>-55</c:v>
              </c:pt>
              <c:pt idx="1091">
                <c:v>-55</c:v>
              </c:pt>
              <c:pt idx="1092">
                <c:v>-55</c:v>
              </c:pt>
              <c:pt idx="1093">
                <c:v>-55</c:v>
              </c:pt>
              <c:pt idx="1094">
                <c:v>-55</c:v>
              </c:pt>
              <c:pt idx="1095">
                <c:v>-55</c:v>
              </c:pt>
              <c:pt idx="1096">
                <c:v>-55</c:v>
              </c:pt>
              <c:pt idx="1097">
                <c:v>-55</c:v>
              </c:pt>
              <c:pt idx="1098">
                <c:v>-55</c:v>
              </c:pt>
              <c:pt idx="1099">
                <c:v>-55</c:v>
              </c:pt>
              <c:pt idx="1100">
                <c:v>-55</c:v>
              </c:pt>
              <c:pt idx="1101">
                <c:v>-55</c:v>
              </c:pt>
              <c:pt idx="1102">
                <c:v>-55</c:v>
              </c:pt>
              <c:pt idx="1103">
                <c:v>-55</c:v>
              </c:pt>
              <c:pt idx="1104">
                <c:v>-55</c:v>
              </c:pt>
              <c:pt idx="1105">
                <c:v>-55</c:v>
              </c:pt>
              <c:pt idx="1106">
                <c:v>-55</c:v>
              </c:pt>
              <c:pt idx="1107">
                <c:v>-55</c:v>
              </c:pt>
              <c:pt idx="1108">
                <c:v>-55</c:v>
              </c:pt>
              <c:pt idx="1109">
                <c:v>-55</c:v>
              </c:pt>
              <c:pt idx="1110">
                <c:v>-55</c:v>
              </c:pt>
              <c:pt idx="1111">
                <c:v>-55</c:v>
              </c:pt>
              <c:pt idx="1112">
                <c:v>-55</c:v>
              </c:pt>
              <c:pt idx="1113">
                <c:v>-55</c:v>
              </c:pt>
              <c:pt idx="1114">
                <c:v>-55</c:v>
              </c:pt>
              <c:pt idx="1115">
                <c:v>-55</c:v>
              </c:pt>
              <c:pt idx="1116">
                <c:v>-55</c:v>
              </c:pt>
              <c:pt idx="1117">
                <c:v>-55</c:v>
              </c:pt>
              <c:pt idx="1118">
                <c:v>-55</c:v>
              </c:pt>
              <c:pt idx="1119">
                <c:v>-55</c:v>
              </c:pt>
              <c:pt idx="1120">
                <c:v>-55</c:v>
              </c:pt>
              <c:pt idx="1121">
                <c:v>-55</c:v>
              </c:pt>
              <c:pt idx="1122">
                <c:v>-55</c:v>
              </c:pt>
              <c:pt idx="1123">
                <c:v>-55</c:v>
              </c:pt>
              <c:pt idx="1124">
                <c:v>-54.813669805911431</c:v>
              </c:pt>
              <c:pt idx="1125">
                <c:v>-54.552956827094832</c:v>
              </c:pt>
              <c:pt idx="1126">
                <c:v>-54.320702265123046</c:v>
              </c:pt>
              <c:pt idx="1127">
                <c:v>-54.115363109532126</c:v>
              </c:pt>
              <c:pt idx="1128">
                <c:v>-53.935638748979031</c:v>
              </c:pt>
              <c:pt idx="1129">
                <c:v>-53.780436040890834</c:v>
              </c:pt>
              <c:pt idx="1130">
                <c:v>-53.648841788172675</c:v>
              </c:pt>
              <c:pt idx="1131">
                <c:v>-53.540101030347664</c:v>
              </c:pt>
              <c:pt idx="1132">
                <c:v>-53.453599978082977</c:v>
              </c:pt>
              <c:pt idx="1133">
                <c:v>-53.388852726609983</c:v>
              </c:pt>
              <c:pt idx="1134">
                <c:v>-53.34549111106908</c:v>
              </c:pt>
              <c:pt idx="1135">
                <c:v>-53.323257239737146</c:v>
              </c:pt>
              <c:pt idx="1136">
                <c:v>-53.321998376417312</c:v>
              </c:pt>
              <c:pt idx="1137">
                <c:v>-53.34166395317078</c:v>
              </c:pt>
              <c:pt idx="1138">
                <c:v>-53.382304588151285</c:v>
              </c:pt>
              <c:pt idx="1139">
                <c:v>-53.444073067771505</c:v>
              </c:pt>
              <c:pt idx="1140">
                <c:v>-53.527227333972085</c:v>
              </c:pt>
              <c:pt idx="1141">
                <c:v>-53.632135601832758</c:v>
              </c:pt>
              <c:pt idx="1142">
                <c:v>-53.759283826345801</c:v>
              </c:pt>
              <c:pt idx="1143">
                <c:v>-53.909285847071978</c:v>
              </c:pt>
              <c:pt idx="1144">
                <c:v>-54.082896674721319</c:v>
              </c:pt>
              <c:pt idx="1145">
                <c:v>-54.281029556627885</c:v>
              </c:pt>
              <c:pt idx="1146">
                <c:v>-54.504777685610875</c:v>
              </c:pt>
              <c:pt idx="1147">
                <c:v>-54.755441723267239</c:v>
              </c:pt>
              <c:pt idx="1148">
                <c:v>-55</c:v>
              </c:pt>
              <c:pt idx="1149">
                <c:v>-55</c:v>
              </c:pt>
              <c:pt idx="1150">
                <c:v>-55</c:v>
              </c:pt>
              <c:pt idx="1151">
                <c:v>-55</c:v>
              </c:pt>
              <c:pt idx="1152">
                <c:v>-55</c:v>
              </c:pt>
              <c:pt idx="1153">
                <c:v>-55</c:v>
              </c:pt>
              <c:pt idx="1154">
                <c:v>-55</c:v>
              </c:pt>
              <c:pt idx="1155">
                <c:v>-55</c:v>
              </c:pt>
              <c:pt idx="1156">
                <c:v>-55</c:v>
              </c:pt>
              <c:pt idx="1157">
                <c:v>-55</c:v>
              </c:pt>
              <c:pt idx="1158">
                <c:v>-55</c:v>
              </c:pt>
              <c:pt idx="1159">
                <c:v>-55</c:v>
              </c:pt>
              <c:pt idx="1160">
                <c:v>-55</c:v>
              </c:pt>
              <c:pt idx="1161">
                <c:v>-55</c:v>
              </c:pt>
              <c:pt idx="1162">
                <c:v>-55</c:v>
              </c:pt>
              <c:pt idx="1163">
                <c:v>-55</c:v>
              </c:pt>
              <c:pt idx="1164">
                <c:v>-55</c:v>
              </c:pt>
              <c:pt idx="1165">
                <c:v>-55</c:v>
              </c:pt>
              <c:pt idx="1166">
                <c:v>-55</c:v>
              </c:pt>
              <c:pt idx="1167">
                <c:v>-55</c:v>
              </c:pt>
              <c:pt idx="1168">
                <c:v>-55</c:v>
              </c:pt>
              <c:pt idx="1169">
                <c:v>-55</c:v>
              </c:pt>
              <c:pt idx="1170">
                <c:v>-55</c:v>
              </c:pt>
              <c:pt idx="1171">
                <c:v>-55</c:v>
              </c:pt>
              <c:pt idx="1172">
                <c:v>-55</c:v>
              </c:pt>
              <c:pt idx="1173">
                <c:v>-55</c:v>
              </c:pt>
              <c:pt idx="1174">
                <c:v>-55</c:v>
              </c:pt>
              <c:pt idx="1175">
                <c:v>-55</c:v>
              </c:pt>
              <c:pt idx="1176">
                <c:v>-55</c:v>
              </c:pt>
              <c:pt idx="1177">
                <c:v>-55</c:v>
              </c:pt>
              <c:pt idx="1178">
                <c:v>-55</c:v>
              </c:pt>
              <c:pt idx="1179">
                <c:v>-55</c:v>
              </c:pt>
              <c:pt idx="1180">
                <c:v>-55</c:v>
              </c:pt>
              <c:pt idx="1181">
                <c:v>-55</c:v>
              </c:pt>
              <c:pt idx="1182">
                <c:v>-55</c:v>
              </c:pt>
              <c:pt idx="1183">
                <c:v>-55</c:v>
              </c:pt>
              <c:pt idx="1184">
                <c:v>-55</c:v>
              </c:pt>
              <c:pt idx="1185">
                <c:v>-55</c:v>
              </c:pt>
              <c:pt idx="1186">
                <c:v>-55</c:v>
              </c:pt>
              <c:pt idx="1187">
                <c:v>-55</c:v>
              </c:pt>
              <c:pt idx="1188">
                <c:v>-55</c:v>
              </c:pt>
              <c:pt idx="1189">
                <c:v>-55</c:v>
              </c:pt>
              <c:pt idx="1190">
                <c:v>-54.891703829649273</c:v>
              </c:pt>
              <c:pt idx="1191">
                <c:v>-54.685550946225383</c:v>
              </c:pt>
              <c:pt idx="1192">
                <c:v>-54.505014336312534</c:v>
              </c:pt>
              <c:pt idx="1193">
                <c:v>-54.349000851855408</c:v>
              </c:pt>
              <c:pt idx="1194">
                <c:v>-54.216597290301451</c:v>
              </c:pt>
              <c:pt idx="1195">
                <c:v>-54.107048685740068</c:v>
              </c:pt>
              <c:pt idx="1196">
                <c:v>-54.019741243429067</c:v>
              </c:pt>
              <c:pt idx="1197">
                <c:v>-53.954189053214215</c:v>
              </c:pt>
              <c:pt idx="1198">
                <c:v>-53.910023944874332</c:v>
              </c:pt>
              <c:pt idx="1199">
                <c:v>-53.886988021348287</c:v>
              </c:pt>
              <c:pt idx="1200">
                <c:v>-53.884928541124822</c:v>
              </c:pt>
              <c:pt idx="1201">
                <c:v>-53.903794930974229</c:v>
              </c:pt>
              <c:pt idx="1202">
                <c:v>-53.943637803782572</c:v>
              </c:pt>
              <c:pt idx="1203">
                <c:v>-54.004609940718126</c:v>
              </c:pt>
              <c:pt idx="1204">
                <c:v>-54.086969278500121</c:v>
              </c:pt>
              <c:pt idx="1205">
                <c:v>-54.191084027009857</c:v>
              </c:pt>
              <c:pt idx="1206">
                <c:v>-54.317440136063901</c:v>
              </c:pt>
              <c:pt idx="1207">
                <c:v>-54.466651440070052</c:v>
              </c:pt>
              <c:pt idx="1208">
                <c:v>-54.639472944607952</c:v>
              </c:pt>
              <c:pt idx="1209">
                <c:v>-54.8368178919036</c:v>
              </c:pt>
              <c:pt idx="1210">
                <c:v>-55</c:v>
              </c:pt>
              <c:pt idx="1211">
                <c:v>-55</c:v>
              </c:pt>
              <c:pt idx="1212">
                <c:v>-55</c:v>
              </c:pt>
              <c:pt idx="1213">
                <c:v>-55</c:v>
              </c:pt>
              <c:pt idx="1214">
                <c:v>-55</c:v>
              </c:pt>
              <c:pt idx="1215">
                <c:v>-55</c:v>
              </c:pt>
              <c:pt idx="1216">
                <c:v>-55</c:v>
              </c:pt>
              <c:pt idx="1217">
                <c:v>-55</c:v>
              </c:pt>
              <c:pt idx="1218">
                <c:v>-55</c:v>
              </c:pt>
              <c:pt idx="1219">
                <c:v>-55</c:v>
              </c:pt>
              <c:pt idx="1220">
                <c:v>-55</c:v>
              </c:pt>
              <c:pt idx="1221">
                <c:v>-55</c:v>
              </c:pt>
              <c:pt idx="1222">
                <c:v>-55</c:v>
              </c:pt>
              <c:pt idx="1223">
                <c:v>-55</c:v>
              </c:pt>
              <c:pt idx="1224">
                <c:v>-55</c:v>
              </c:pt>
              <c:pt idx="1225">
                <c:v>-55</c:v>
              </c:pt>
              <c:pt idx="1226">
                <c:v>-55</c:v>
              </c:pt>
              <c:pt idx="1227">
                <c:v>-55</c:v>
              </c:pt>
              <c:pt idx="1228">
                <c:v>-55</c:v>
              </c:pt>
              <c:pt idx="1229">
                <c:v>-55</c:v>
              </c:pt>
              <c:pt idx="1230">
                <c:v>-55</c:v>
              </c:pt>
              <c:pt idx="1231">
                <c:v>-55</c:v>
              </c:pt>
              <c:pt idx="1232">
                <c:v>-55</c:v>
              </c:pt>
              <c:pt idx="1233">
                <c:v>-55</c:v>
              </c:pt>
              <c:pt idx="1234">
                <c:v>-55</c:v>
              </c:pt>
              <c:pt idx="1235">
                <c:v>-55</c:v>
              </c:pt>
              <c:pt idx="1236">
                <c:v>-55</c:v>
              </c:pt>
              <c:pt idx="1237">
                <c:v>-55</c:v>
              </c:pt>
              <c:pt idx="1238">
                <c:v>-55</c:v>
              </c:pt>
              <c:pt idx="1239">
                <c:v>-55</c:v>
              </c:pt>
              <c:pt idx="1240">
                <c:v>-55</c:v>
              </c:pt>
              <c:pt idx="1241">
                <c:v>-55</c:v>
              </c:pt>
              <c:pt idx="1242">
                <c:v>-55</c:v>
              </c:pt>
              <c:pt idx="1243">
                <c:v>-55</c:v>
              </c:pt>
              <c:pt idx="1244">
                <c:v>-55</c:v>
              </c:pt>
              <c:pt idx="1245">
                <c:v>-55</c:v>
              </c:pt>
              <c:pt idx="1246">
                <c:v>-55</c:v>
              </c:pt>
              <c:pt idx="1247">
                <c:v>-55</c:v>
              </c:pt>
              <c:pt idx="1248">
                <c:v>-55</c:v>
              </c:pt>
              <c:pt idx="1249">
                <c:v>-55</c:v>
              </c:pt>
              <c:pt idx="1250">
                <c:v>-55</c:v>
              </c:pt>
              <c:pt idx="1251">
                <c:v>-55</c:v>
              </c:pt>
              <c:pt idx="1252">
                <c:v>-55</c:v>
              </c:pt>
              <c:pt idx="1253">
                <c:v>-55</c:v>
              </c:pt>
              <c:pt idx="1254">
                <c:v>-55</c:v>
              </c:pt>
              <c:pt idx="1255">
                <c:v>-55</c:v>
              </c:pt>
              <c:pt idx="1256">
                <c:v>-55</c:v>
              </c:pt>
              <c:pt idx="1257">
                <c:v>-54.868506384954536</c:v>
              </c:pt>
              <c:pt idx="1258">
                <c:v>-54.735377103635116</c:v>
              </c:pt>
              <c:pt idx="1259">
                <c:v>-54.625103938481658</c:v>
              </c:pt>
              <c:pt idx="1260">
                <c:v>-54.53707309064054</c:v>
              </c:pt>
              <c:pt idx="1261">
                <c:v>-54.470798645863276</c:v>
              </c:pt>
              <c:pt idx="1262">
                <c:v>-54.425912429851124</c:v>
              </c:pt>
              <c:pt idx="1263">
                <c:v>-54.402156541482334</c:v>
              </c:pt>
              <c:pt idx="1264">
                <c:v>-54.399378235201681</c:v>
              </c:pt>
              <c:pt idx="1265">
                <c:v>-54.417526933752107</c:v>
              </c:pt>
              <c:pt idx="1266">
                <c:v>-54.456653246008884</c:v>
              </c:pt>
              <c:pt idx="1267">
                <c:v>-54.516909949145933</c:v>
              </c:pt>
              <c:pt idx="1268">
                <c:v>-54.598554975904527</c:v>
              </c:pt>
              <c:pt idx="1269">
                <c:v>-54.701956532204221</c:v>
              </c:pt>
              <c:pt idx="1270">
                <c:v>-54.82760056391615</c:v>
              </c:pt>
              <c:pt idx="1271">
                <c:v>-54.976100901518706</c:v>
              </c:pt>
              <c:pt idx="1272">
                <c:v>-55</c:v>
              </c:pt>
              <c:pt idx="1273">
                <c:v>-55</c:v>
              </c:pt>
              <c:pt idx="1274">
                <c:v>-55</c:v>
              </c:pt>
              <c:pt idx="1275">
                <c:v>-55</c:v>
              </c:pt>
              <c:pt idx="1276">
                <c:v>-55</c:v>
              </c:pt>
              <c:pt idx="1277">
                <c:v>-55</c:v>
              </c:pt>
              <c:pt idx="1278">
                <c:v>-55</c:v>
              </c:pt>
              <c:pt idx="1279">
                <c:v>-55</c:v>
              </c:pt>
              <c:pt idx="1280">
                <c:v>-55</c:v>
              </c:pt>
              <c:pt idx="1281">
                <c:v>-55</c:v>
              </c:pt>
              <c:pt idx="1282">
                <c:v>-55</c:v>
              </c:pt>
              <c:pt idx="1283">
                <c:v>-55</c:v>
              </c:pt>
              <c:pt idx="1284">
                <c:v>-55</c:v>
              </c:pt>
              <c:pt idx="1285">
                <c:v>-55</c:v>
              </c:pt>
              <c:pt idx="1286">
                <c:v>-55</c:v>
              </c:pt>
              <c:pt idx="1287">
                <c:v>-55</c:v>
              </c:pt>
              <c:pt idx="1288">
                <c:v>-55</c:v>
              </c:pt>
              <c:pt idx="1289">
                <c:v>-55</c:v>
              </c:pt>
              <c:pt idx="1290">
                <c:v>-55</c:v>
              </c:pt>
              <c:pt idx="1291">
                <c:v>-55</c:v>
              </c:pt>
              <c:pt idx="1292">
                <c:v>-55</c:v>
              </c:pt>
              <c:pt idx="1293">
                <c:v>-55</c:v>
              </c:pt>
              <c:pt idx="1294">
                <c:v>-55</c:v>
              </c:pt>
              <c:pt idx="1295">
                <c:v>-55</c:v>
              </c:pt>
              <c:pt idx="1296">
                <c:v>-55</c:v>
              </c:pt>
              <c:pt idx="1297">
                <c:v>-55</c:v>
              </c:pt>
              <c:pt idx="1298">
                <c:v>-55</c:v>
              </c:pt>
              <c:pt idx="1299">
                <c:v>-55</c:v>
              </c:pt>
              <c:pt idx="1300">
                <c:v>-55</c:v>
              </c:pt>
              <c:pt idx="1301">
                <c:v>-55</c:v>
              </c:pt>
              <c:pt idx="1302">
                <c:v>-55</c:v>
              </c:pt>
              <c:pt idx="1303">
                <c:v>-55</c:v>
              </c:pt>
              <c:pt idx="1304">
                <c:v>-55</c:v>
              </c:pt>
              <c:pt idx="1305">
                <c:v>-55</c:v>
              </c:pt>
              <c:pt idx="1306">
                <c:v>-55</c:v>
              </c:pt>
              <c:pt idx="1307">
                <c:v>-55</c:v>
              </c:pt>
              <c:pt idx="1308">
                <c:v>-55</c:v>
              </c:pt>
              <c:pt idx="1309">
                <c:v>-55</c:v>
              </c:pt>
              <c:pt idx="1310">
                <c:v>-55</c:v>
              </c:pt>
              <c:pt idx="1311">
                <c:v>-55</c:v>
              </c:pt>
              <c:pt idx="1312">
                <c:v>-55</c:v>
              </c:pt>
              <c:pt idx="1313">
                <c:v>-55</c:v>
              </c:pt>
              <c:pt idx="1314">
                <c:v>-55</c:v>
              </c:pt>
              <c:pt idx="1315">
                <c:v>-55</c:v>
              </c:pt>
              <c:pt idx="1316">
                <c:v>-55</c:v>
              </c:pt>
              <c:pt idx="1317">
                <c:v>-55</c:v>
              </c:pt>
              <c:pt idx="1318">
                <c:v>-55</c:v>
              </c:pt>
              <c:pt idx="1319">
                <c:v>-55</c:v>
              </c:pt>
              <c:pt idx="1320">
                <c:v>-55</c:v>
              </c:pt>
              <c:pt idx="1321">
                <c:v>-55</c:v>
              </c:pt>
              <c:pt idx="1322">
                <c:v>-55</c:v>
              </c:pt>
              <c:pt idx="1323">
                <c:v>-55</c:v>
              </c:pt>
              <c:pt idx="1324">
                <c:v>-55</c:v>
              </c:pt>
              <c:pt idx="1325">
                <c:v>-54.943402750308437</c:v>
              </c:pt>
              <c:pt idx="1326">
                <c:v>-54.897861057006622</c:v>
              </c:pt>
              <c:pt idx="1327">
                <c:v>-54.87345060561691</c:v>
              </c:pt>
              <c:pt idx="1328">
                <c:v>-54.870018647451182</c:v>
              </c:pt>
              <c:pt idx="1329">
                <c:v>-54.887514602131596</c:v>
              </c:pt>
              <c:pt idx="1330">
                <c:v>-54.92598907542466</c:v>
              </c:pt>
              <c:pt idx="1331">
                <c:v>-54.985594841407419</c:v>
              </c:pt>
              <c:pt idx="1332">
                <c:v>-55</c:v>
              </c:pt>
              <c:pt idx="1333">
                <c:v>-55</c:v>
              </c:pt>
              <c:pt idx="1334">
                <c:v>-55</c:v>
              </c:pt>
              <c:pt idx="1335">
                <c:v>-55</c:v>
              </c:pt>
              <c:pt idx="1336">
                <c:v>-55</c:v>
              </c:pt>
              <c:pt idx="1337">
                <c:v>-55</c:v>
              </c:pt>
              <c:pt idx="1338">
                <c:v>-55</c:v>
              </c:pt>
              <c:pt idx="1339">
                <c:v>-55</c:v>
              </c:pt>
              <c:pt idx="1340">
                <c:v>-55</c:v>
              </c:pt>
              <c:pt idx="1341">
                <c:v>-55</c:v>
              </c:pt>
              <c:pt idx="1342">
                <c:v>-55</c:v>
              </c:pt>
              <c:pt idx="1343">
                <c:v>-55</c:v>
              </c:pt>
              <c:pt idx="1344">
                <c:v>-55</c:v>
              </c:pt>
              <c:pt idx="1345">
                <c:v>-55</c:v>
              </c:pt>
              <c:pt idx="1346">
                <c:v>-55</c:v>
              </c:pt>
              <c:pt idx="1347">
                <c:v>-55</c:v>
              </c:pt>
              <c:pt idx="1348">
                <c:v>-55</c:v>
              </c:pt>
              <c:pt idx="1349">
                <c:v>-55</c:v>
              </c:pt>
              <c:pt idx="1350">
                <c:v>-55</c:v>
              </c:pt>
              <c:pt idx="1351">
                <c:v>-55</c:v>
              </c:pt>
              <c:pt idx="1352">
                <c:v>-55</c:v>
              </c:pt>
              <c:pt idx="1353">
                <c:v>-55</c:v>
              </c:pt>
              <c:pt idx="1354">
                <c:v>-55</c:v>
              </c:pt>
              <c:pt idx="1355">
                <c:v>-55</c:v>
              </c:pt>
              <c:pt idx="1356">
                <c:v>-55</c:v>
              </c:pt>
              <c:pt idx="1357">
                <c:v>-55</c:v>
              </c:pt>
              <c:pt idx="1358">
                <c:v>-55</c:v>
              </c:pt>
              <c:pt idx="1359">
                <c:v>-55</c:v>
              </c:pt>
              <c:pt idx="1360">
                <c:v>-55</c:v>
              </c:pt>
              <c:pt idx="1361">
                <c:v>-55</c:v>
              </c:pt>
              <c:pt idx="1362">
                <c:v>-55</c:v>
              </c:pt>
              <c:pt idx="1363">
                <c:v>-55</c:v>
              </c:pt>
              <c:pt idx="1364">
                <c:v>-55</c:v>
              </c:pt>
              <c:pt idx="1365">
                <c:v>-55</c:v>
              </c:pt>
              <c:pt idx="1366">
                <c:v>-55</c:v>
              </c:pt>
              <c:pt idx="1367">
                <c:v>-55</c:v>
              </c:pt>
              <c:pt idx="1368">
                <c:v>-55</c:v>
              </c:pt>
              <c:pt idx="1369">
                <c:v>-55</c:v>
              </c:pt>
              <c:pt idx="1370">
                <c:v>-55</c:v>
              </c:pt>
              <c:pt idx="1371">
                <c:v>-55</c:v>
              </c:pt>
              <c:pt idx="1372">
                <c:v>-55</c:v>
              </c:pt>
              <c:pt idx="1373">
                <c:v>-55</c:v>
              </c:pt>
              <c:pt idx="1374">
                <c:v>-55</c:v>
              </c:pt>
              <c:pt idx="1375">
                <c:v>-55</c:v>
              </c:pt>
              <c:pt idx="1376">
                <c:v>-55</c:v>
              </c:pt>
              <c:pt idx="1377">
                <c:v>-55</c:v>
              </c:pt>
              <c:pt idx="1378">
                <c:v>-55</c:v>
              </c:pt>
              <c:pt idx="1379">
                <c:v>-55</c:v>
              </c:pt>
              <c:pt idx="1380">
                <c:v>-55</c:v>
              </c:pt>
              <c:pt idx="1381">
                <c:v>-55</c:v>
              </c:pt>
              <c:pt idx="1382">
                <c:v>-55</c:v>
              </c:pt>
              <c:pt idx="1383">
                <c:v>-55</c:v>
              </c:pt>
              <c:pt idx="1384">
                <c:v>-55</c:v>
              </c:pt>
              <c:pt idx="1385">
                <c:v>-55</c:v>
              </c:pt>
              <c:pt idx="1386">
                <c:v>-55</c:v>
              </c:pt>
              <c:pt idx="1387">
                <c:v>-55</c:v>
              </c:pt>
              <c:pt idx="1388">
                <c:v>-55</c:v>
              </c:pt>
              <c:pt idx="1389">
                <c:v>-55</c:v>
              </c:pt>
              <c:pt idx="1390">
                <c:v>-55</c:v>
              </c:pt>
              <c:pt idx="1391">
                <c:v>-55</c:v>
              </c:pt>
              <c:pt idx="1392">
                <c:v>-55</c:v>
              </c:pt>
              <c:pt idx="1393">
                <c:v>-55</c:v>
              </c:pt>
              <c:pt idx="1394">
                <c:v>-55</c:v>
              </c:pt>
              <c:pt idx="1395">
                <c:v>-55</c:v>
              </c:pt>
              <c:pt idx="1396">
                <c:v>-55</c:v>
              </c:pt>
              <c:pt idx="1397">
                <c:v>-55</c:v>
              </c:pt>
              <c:pt idx="1398">
                <c:v>-55</c:v>
              </c:pt>
              <c:pt idx="1399">
                <c:v>-55</c:v>
              </c:pt>
              <c:pt idx="1400">
                <c:v>-55</c:v>
              </c:pt>
              <c:pt idx="1401">
                <c:v>-55</c:v>
              </c:pt>
              <c:pt idx="1402">
                <c:v>-55</c:v>
              </c:pt>
              <c:pt idx="1403">
                <c:v>-55</c:v>
              </c:pt>
              <c:pt idx="1404">
                <c:v>-55</c:v>
              </c:pt>
              <c:pt idx="1405">
                <c:v>-55</c:v>
              </c:pt>
              <c:pt idx="1406">
                <c:v>-55</c:v>
              </c:pt>
              <c:pt idx="1407">
                <c:v>-55</c:v>
              </c:pt>
              <c:pt idx="1408">
                <c:v>-55</c:v>
              </c:pt>
              <c:pt idx="1409">
                <c:v>-55</c:v>
              </c:pt>
              <c:pt idx="1410">
                <c:v>-55</c:v>
              </c:pt>
              <c:pt idx="1411">
                <c:v>-55</c:v>
              </c:pt>
              <c:pt idx="1412">
                <c:v>-55</c:v>
              </c:pt>
              <c:pt idx="1413">
                <c:v>-55</c:v>
              </c:pt>
              <c:pt idx="1414">
                <c:v>-55</c:v>
              </c:pt>
              <c:pt idx="1415">
                <c:v>-55</c:v>
              </c:pt>
              <c:pt idx="1416">
                <c:v>-55</c:v>
              </c:pt>
              <c:pt idx="1417">
                <c:v>-55</c:v>
              </c:pt>
              <c:pt idx="1418">
                <c:v>-55</c:v>
              </c:pt>
              <c:pt idx="1419">
                <c:v>-55</c:v>
              </c:pt>
              <c:pt idx="1420">
                <c:v>-55</c:v>
              </c:pt>
              <c:pt idx="1421">
                <c:v>-55</c:v>
              </c:pt>
              <c:pt idx="1422">
                <c:v>-55</c:v>
              </c:pt>
              <c:pt idx="1423">
                <c:v>-55</c:v>
              </c:pt>
              <c:pt idx="1424">
                <c:v>-55</c:v>
              </c:pt>
              <c:pt idx="1425">
                <c:v>-55</c:v>
              </c:pt>
              <c:pt idx="1426">
                <c:v>-55</c:v>
              </c:pt>
              <c:pt idx="1427">
                <c:v>-55</c:v>
              </c:pt>
              <c:pt idx="1428">
                <c:v>-55</c:v>
              </c:pt>
              <c:pt idx="1429">
                <c:v>-55</c:v>
              </c:pt>
              <c:pt idx="1430">
                <c:v>-55</c:v>
              </c:pt>
              <c:pt idx="1431">
                <c:v>-55</c:v>
              </c:pt>
              <c:pt idx="1432">
                <c:v>-55</c:v>
              </c:pt>
              <c:pt idx="1433">
                <c:v>-55</c:v>
              </c:pt>
              <c:pt idx="1434">
                <c:v>-55</c:v>
              </c:pt>
              <c:pt idx="1435">
                <c:v>-55</c:v>
              </c:pt>
              <c:pt idx="1436">
                <c:v>-55</c:v>
              </c:pt>
              <c:pt idx="1437">
                <c:v>-55</c:v>
              </c:pt>
              <c:pt idx="1438">
                <c:v>-55</c:v>
              </c:pt>
              <c:pt idx="1439">
                <c:v>-55</c:v>
              </c:pt>
              <c:pt idx="1440">
                <c:v>-55</c:v>
              </c:pt>
              <c:pt idx="1441">
                <c:v>-55</c:v>
              </c:pt>
              <c:pt idx="1442">
                <c:v>-55</c:v>
              </c:pt>
              <c:pt idx="1443">
                <c:v>-55</c:v>
              </c:pt>
              <c:pt idx="1444">
                <c:v>-55</c:v>
              </c:pt>
              <c:pt idx="1445">
                <c:v>-55</c:v>
              </c:pt>
              <c:pt idx="1446">
                <c:v>-55</c:v>
              </c:pt>
              <c:pt idx="1447">
                <c:v>-55</c:v>
              </c:pt>
              <c:pt idx="1448">
                <c:v>-55</c:v>
              </c:pt>
              <c:pt idx="1449">
                <c:v>-55</c:v>
              </c:pt>
              <c:pt idx="1450">
                <c:v>-55</c:v>
              </c:pt>
              <c:pt idx="1451">
                <c:v>-55</c:v>
              </c:pt>
              <c:pt idx="1452">
                <c:v>-55</c:v>
              </c:pt>
              <c:pt idx="1453">
                <c:v>-55</c:v>
              </c:pt>
              <c:pt idx="1454">
                <c:v>-55</c:v>
              </c:pt>
              <c:pt idx="1455">
                <c:v>-55</c:v>
              </c:pt>
              <c:pt idx="1456">
                <c:v>-55</c:v>
              </c:pt>
              <c:pt idx="1457">
                <c:v>-55</c:v>
              </c:pt>
              <c:pt idx="1458">
                <c:v>-55</c:v>
              </c:pt>
              <c:pt idx="1459">
                <c:v>-55</c:v>
              </c:pt>
              <c:pt idx="1460">
                <c:v>-55</c:v>
              </c:pt>
              <c:pt idx="1461">
                <c:v>-55</c:v>
              </c:pt>
              <c:pt idx="1462">
                <c:v>-55</c:v>
              </c:pt>
              <c:pt idx="1463">
                <c:v>-55</c:v>
              </c:pt>
              <c:pt idx="1464">
                <c:v>-55</c:v>
              </c:pt>
              <c:pt idx="1465">
                <c:v>-55</c:v>
              </c:pt>
              <c:pt idx="1466">
                <c:v>-55</c:v>
              </c:pt>
              <c:pt idx="1467">
                <c:v>-55</c:v>
              </c:pt>
              <c:pt idx="1468">
                <c:v>-55</c:v>
              </c:pt>
              <c:pt idx="1469">
                <c:v>-55</c:v>
              </c:pt>
              <c:pt idx="1470">
                <c:v>-55</c:v>
              </c:pt>
              <c:pt idx="1471">
                <c:v>-55</c:v>
              </c:pt>
              <c:pt idx="1472">
                <c:v>-55</c:v>
              </c:pt>
              <c:pt idx="1473">
                <c:v>-55</c:v>
              </c:pt>
              <c:pt idx="1474">
                <c:v>-55</c:v>
              </c:pt>
              <c:pt idx="1475">
                <c:v>-55</c:v>
              </c:pt>
              <c:pt idx="1476">
                <c:v>-55</c:v>
              </c:pt>
              <c:pt idx="1477">
                <c:v>-55</c:v>
              </c:pt>
              <c:pt idx="1478">
                <c:v>-55</c:v>
              </c:pt>
              <c:pt idx="1479">
                <c:v>-55</c:v>
              </c:pt>
              <c:pt idx="1480">
                <c:v>-55</c:v>
              </c:pt>
              <c:pt idx="1481">
                <c:v>-55</c:v>
              </c:pt>
              <c:pt idx="1482">
                <c:v>-55</c:v>
              </c:pt>
              <c:pt idx="1483">
                <c:v>-55</c:v>
              </c:pt>
              <c:pt idx="1484">
                <c:v>-55</c:v>
              </c:pt>
              <c:pt idx="1485">
                <c:v>-55</c:v>
              </c:pt>
              <c:pt idx="1486">
                <c:v>-55</c:v>
              </c:pt>
              <c:pt idx="1487">
                <c:v>-55</c:v>
              </c:pt>
              <c:pt idx="1488">
                <c:v>-55</c:v>
              </c:pt>
              <c:pt idx="1489">
                <c:v>-55</c:v>
              </c:pt>
              <c:pt idx="1490">
                <c:v>-55</c:v>
              </c:pt>
              <c:pt idx="1491">
                <c:v>-55</c:v>
              </c:pt>
              <c:pt idx="1492">
                <c:v>-55</c:v>
              </c:pt>
              <c:pt idx="1493">
                <c:v>-55</c:v>
              </c:pt>
              <c:pt idx="1494">
                <c:v>-55</c:v>
              </c:pt>
              <c:pt idx="1495">
                <c:v>-55</c:v>
              </c:pt>
              <c:pt idx="1496">
                <c:v>-55</c:v>
              </c:pt>
              <c:pt idx="1497">
                <c:v>-55</c:v>
              </c:pt>
              <c:pt idx="1498">
                <c:v>-55</c:v>
              </c:pt>
              <c:pt idx="1499">
                <c:v>-55</c:v>
              </c:pt>
              <c:pt idx="1500">
                <c:v>-55</c:v>
              </c:pt>
              <c:pt idx="1501">
                <c:v>-55</c:v>
              </c:pt>
              <c:pt idx="1502">
                <c:v>-55</c:v>
              </c:pt>
              <c:pt idx="1503">
                <c:v>-55</c:v>
              </c:pt>
              <c:pt idx="1504">
                <c:v>-55</c:v>
              </c:pt>
              <c:pt idx="1505">
                <c:v>-55</c:v>
              </c:pt>
              <c:pt idx="1506">
                <c:v>-55</c:v>
              </c:pt>
              <c:pt idx="1507">
                <c:v>-55</c:v>
              </c:pt>
              <c:pt idx="1508">
                <c:v>-55</c:v>
              </c:pt>
              <c:pt idx="1509">
                <c:v>-55</c:v>
              </c:pt>
              <c:pt idx="1510">
                <c:v>-55</c:v>
              </c:pt>
              <c:pt idx="1511">
                <c:v>-55</c:v>
              </c:pt>
              <c:pt idx="1512">
                <c:v>-55</c:v>
              </c:pt>
              <c:pt idx="1513">
                <c:v>-55</c:v>
              </c:pt>
              <c:pt idx="1514">
                <c:v>-55</c:v>
              </c:pt>
              <c:pt idx="1515">
                <c:v>-55</c:v>
              </c:pt>
              <c:pt idx="1516">
                <c:v>-55</c:v>
              </c:pt>
              <c:pt idx="1517">
                <c:v>-55</c:v>
              </c:pt>
              <c:pt idx="1518">
                <c:v>-55</c:v>
              </c:pt>
              <c:pt idx="1519">
                <c:v>-55</c:v>
              </c:pt>
              <c:pt idx="1520">
                <c:v>-55</c:v>
              </c:pt>
              <c:pt idx="1521">
                <c:v>-55</c:v>
              </c:pt>
              <c:pt idx="1522">
                <c:v>-55</c:v>
              </c:pt>
              <c:pt idx="1523">
                <c:v>-55</c:v>
              </c:pt>
              <c:pt idx="1524">
                <c:v>-55</c:v>
              </c:pt>
              <c:pt idx="1525">
                <c:v>-55</c:v>
              </c:pt>
              <c:pt idx="1526">
                <c:v>-55</c:v>
              </c:pt>
              <c:pt idx="1527">
                <c:v>-55</c:v>
              </c:pt>
              <c:pt idx="1528">
                <c:v>-55</c:v>
              </c:pt>
              <c:pt idx="1529">
                <c:v>-55</c:v>
              </c:pt>
              <c:pt idx="1530">
                <c:v>-55</c:v>
              </c:pt>
              <c:pt idx="1531">
                <c:v>-55</c:v>
              </c:pt>
              <c:pt idx="1532">
                <c:v>-55</c:v>
              </c:pt>
              <c:pt idx="1533">
                <c:v>-55</c:v>
              </c:pt>
              <c:pt idx="1534">
                <c:v>-55</c:v>
              </c:pt>
              <c:pt idx="1535">
                <c:v>-55</c:v>
              </c:pt>
              <c:pt idx="1536">
                <c:v>-55</c:v>
              </c:pt>
              <c:pt idx="1537">
                <c:v>-55</c:v>
              </c:pt>
              <c:pt idx="1538">
                <c:v>-55</c:v>
              </c:pt>
              <c:pt idx="1539">
                <c:v>-55</c:v>
              </c:pt>
              <c:pt idx="1540">
                <c:v>-55</c:v>
              </c:pt>
              <c:pt idx="1541">
                <c:v>-55</c:v>
              </c:pt>
              <c:pt idx="1542">
                <c:v>-55</c:v>
              </c:pt>
              <c:pt idx="1543">
                <c:v>-55</c:v>
              </c:pt>
              <c:pt idx="1544">
                <c:v>-55</c:v>
              </c:pt>
              <c:pt idx="1545">
                <c:v>-55</c:v>
              </c:pt>
              <c:pt idx="1546">
                <c:v>-55</c:v>
              </c:pt>
              <c:pt idx="1547">
                <c:v>-55</c:v>
              </c:pt>
              <c:pt idx="1548">
                <c:v>-55</c:v>
              </c:pt>
              <c:pt idx="1549">
                <c:v>-55</c:v>
              </c:pt>
              <c:pt idx="1550">
                <c:v>-55</c:v>
              </c:pt>
              <c:pt idx="1551">
                <c:v>-55</c:v>
              </c:pt>
              <c:pt idx="1552">
                <c:v>-55</c:v>
              </c:pt>
              <c:pt idx="1553">
                <c:v>-55</c:v>
              </c:pt>
              <c:pt idx="1554">
                <c:v>-55</c:v>
              </c:pt>
              <c:pt idx="1555">
                <c:v>-55</c:v>
              </c:pt>
              <c:pt idx="1556">
                <c:v>-55</c:v>
              </c:pt>
              <c:pt idx="1557">
                <c:v>-55</c:v>
              </c:pt>
              <c:pt idx="1558">
                <c:v>-55</c:v>
              </c:pt>
              <c:pt idx="1559">
                <c:v>-55</c:v>
              </c:pt>
              <c:pt idx="1560">
                <c:v>-55</c:v>
              </c:pt>
              <c:pt idx="1561">
                <c:v>-55</c:v>
              </c:pt>
              <c:pt idx="1562">
                <c:v>-55</c:v>
              </c:pt>
              <c:pt idx="1563">
                <c:v>-55</c:v>
              </c:pt>
              <c:pt idx="1564">
                <c:v>-55</c:v>
              </c:pt>
              <c:pt idx="1565">
                <c:v>-55</c:v>
              </c:pt>
              <c:pt idx="1566">
                <c:v>-55</c:v>
              </c:pt>
              <c:pt idx="1567">
                <c:v>-55</c:v>
              </c:pt>
              <c:pt idx="1568">
                <c:v>-55</c:v>
              </c:pt>
              <c:pt idx="1569">
                <c:v>-55</c:v>
              </c:pt>
              <c:pt idx="1570">
                <c:v>-55</c:v>
              </c:pt>
              <c:pt idx="1571">
                <c:v>-55</c:v>
              </c:pt>
              <c:pt idx="1572">
                <c:v>-55</c:v>
              </c:pt>
              <c:pt idx="1573">
                <c:v>-55</c:v>
              </c:pt>
              <c:pt idx="1574">
                <c:v>-55</c:v>
              </c:pt>
              <c:pt idx="1575">
                <c:v>-55</c:v>
              </c:pt>
              <c:pt idx="1576">
                <c:v>-55</c:v>
              </c:pt>
              <c:pt idx="1577">
                <c:v>-55</c:v>
              </c:pt>
              <c:pt idx="1578">
                <c:v>-55</c:v>
              </c:pt>
              <c:pt idx="1579">
                <c:v>-55</c:v>
              </c:pt>
              <c:pt idx="1580">
                <c:v>-55</c:v>
              </c:pt>
              <c:pt idx="1581">
                <c:v>-55</c:v>
              </c:pt>
              <c:pt idx="1582">
                <c:v>-55</c:v>
              </c:pt>
              <c:pt idx="1583">
                <c:v>-55</c:v>
              </c:pt>
              <c:pt idx="1584">
                <c:v>-55</c:v>
              </c:pt>
              <c:pt idx="1585">
                <c:v>-55</c:v>
              </c:pt>
              <c:pt idx="1586">
                <c:v>-55</c:v>
              </c:pt>
              <c:pt idx="1587">
                <c:v>-55</c:v>
              </c:pt>
              <c:pt idx="1588">
                <c:v>-55</c:v>
              </c:pt>
              <c:pt idx="1589">
                <c:v>-55</c:v>
              </c:pt>
              <c:pt idx="1590">
                <c:v>-55</c:v>
              </c:pt>
              <c:pt idx="1591">
                <c:v>-55</c:v>
              </c:pt>
              <c:pt idx="1592">
                <c:v>-55</c:v>
              </c:pt>
              <c:pt idx="1593">
                <c:v>-55</c:v>
              </c:pt>
              <c:pt idx="1594">
                <c:v>-55</c:v>
              </c:pt>
              <c:pt idx="1595">
                <c:v>-55</c:v>
              </c:pt>
              <c:pt idx="1596">
                <c:v>-55</c:v>
              </c:pt>
              <c:pt idx="1597">
                <c:v>-55</c:v>
              </c:pt>
              <c:pt idx="1598">
                <c:v>-55</c:v>
              </c:pt>
              <c:pt idx="1599">
                <c:v>-55</c:v>
              </c:pt>
              <c:pt idx="1600">
                <c:v>-55</c:v>
              </c:pt>
              <c:pt idx="1601">
                <c:v>-55</c:v>
              </c:pt>
              <c:pt idx="1602">
                <c:v>-55</c:v>
              </c:pt>
              <c:pt idx="1603">
                <c:v>-55</c:v>
              </c:pt>
              <c:pt idx="1604">
                <c:v>-55</c:v>
              </c:pt>
              <c:pt idx="1605">
                <c:v>-55</c:v>
              </c:pt>
              <c:pt idx="1606">
                <c:v>-55</c:v>
              </c:pt>
              <c:pt idx="1607">
                <c:v>-55</c:v>
              </c:pt>
              <c:pt idx="1608">
                <c:v>-55</c:v>
              </c:pt>
              <c:pt idx="1609">
                <c:v>-55</c:v>
              </c:pt>
              <c:pt idx="1610">
                <c:v>-55</c:v>
              </c:pt>
              <c:pt idx="1611">
                <c:v>-55</c:v>
              </c:pt>
              <c:pt idx="1612">
                <c:v>-55</c:v>
              </c:pt>
              <c:pt idx="1613">
                <c:v>-55</c:v>
              </c:pt>
              <c:pt idx="1614">
                <c:v>-55</c:v>
              </c:pt>
              <c:pt idx="1615">
                <c:v>-55</c:v>
              </c:pt>
              <c:pt idx="1616">
                <c:v>-55</c:v>
              </c:pt>
              <c:pt idx="1617">
                <c:v>-55</c:v>
              </c:pt>
              <c:pt idx="1618">
                <c:v>-55</c:v>
              </c:pt>
              <c:pt idx="1619">
                <c:v>-55</c:v>
              </c:pt>
              <c:pt idx="1620">
                <c:v>-55</c:v>
              </c:pt>
              <c:pt idx="1621">
                <c:v>-55</c:v>
              </c:pt>
              <c:pt idx="1622">
                <c:v>-55</c:v>
              </c:pt>
              <c:pt idx="1623">
                <c:v>-55</c:v>
              </c:pt>
              <c:pt idx="1624">
                <c:v>-55</c:v>
              </c:pt>
              <c:pt idx="1625">
                <c:v>-55</c:v>
              </c:pt>
              <c:pt idx="1626">
                <c:v>-55</c:v>
              </c:pt>
              <c:pt idx="1627">
                <c:v>-55</c:v>
              </c:pt>
              <c:pt idx="1628">
                <c:v>-55</c:v>
              </c:pt>
              <c:pt idx="1629">
                <c:v>-55</c:v>
              </c:pt>
              <c:pt idx="1630">
                <c:v>-55</c:v>
              </c:pt>
              <c:pt idx="1631">
                <c:v>-55</c:v>
              </c:pt>
              <c:pt idx="1632">
                <c:v>-55</c:v>
              </c:pt>
              <c:pt idx="1633">
                <c:v>-55</c:v>
              </c:pt>
              <c:pt idx="1634">
                <c:v>-55</c:v>
              </c:pt>
              <c:pt idx="1635">
                <c:v>-55</c:v>
              </c:pt>
              <c:pt idx="1636">
                <c:v>-55</c:v>
              </c:pt>
              <c:pt idx="1637">
                <c:v>-55</c:v>
              </c:pt>
              <c:pt idx="1638">
                <c:v>-55</c:v>
              </c:pt>
              <c:pt idx="1639">
                <c:v>-55</c:v>
              </c:pt>
              <c:pt idx="1640">
                <c:v>-55</c:v>
              </c:pt>
              <c:pt idx="1641">
                <c:v>-55</c:v>
              </c:pt>
              <c:pt idx="1642">
                <c:v>-55</c:v>
              </c:pt>
              <c:pt idx="1643">
                <c:v>-55</c:v>
              </c:pt>
              <c:pt idx="1644">
                <c:v>-55</c:v>
              </c:pt>
              <c:pt idx="1645">
                <c:v>-55</c:v>
              </c:pt>
              <c:pt idx="1646">
                <c:v>-55</c:v>
              </c:pt>
              <c:pt idx="1647">
                <c:v>-55</c:v>
              </c:pt>
              <c:pt idx="1648">
                <c:v>-55</c:v>
              </c:pt>
              <c:pt idx="1649">
                <c:v>-55</c:v>
              </c:pt>
              <c:pt idx="1650">
                <c:v>-55</c:v>
              </c:pt>
              <c:pt idx="1651">
                <c:v>-55</c:v>
              </c:pt>
              <c:pt idx="1652">
                <c:v>-55</c:v>
              </c:pt>
              <c:pt idx="1653">
                <c:v>-55</c:v>
              </c:pt>
              <c:pt idx="1654">
                <c:v>-55</c:v>
              </c:pt>
              <c:pt idx="1655">
                <c:v>-55</c:v>
              </c:pt>
              <c:pt idx="1656">
                <c:v>-55</c:v>
              </c:pt>
              <c:pt idx="1657">
                <c:v>-55</c:v>
              </c:pt>
              <c:pt idx="1658">
                <c:v>-55</c:v>
              </c:pt>
              <c:pt idx="1659">
                <c:v>-55</c:v>
              </c:pt>
              <c:pt idx="1660">
                <c:v>-55</c:v>
              </c:pt>
              <c:pt idx="1661">
                <c:v>-55</c:v>
              </c:pt>
              <c:pt idx="1662">
                <c:v>-55</c:v>
              </c:pt>
              <c:pt idx="1663">
                <c:v>-55</c:v>
              </c:pt>
              <c:pt idx="1664">
                <c:v>-55</c:v>
              </c:pt>
              <c:pt idx="1665">
                <c:v>-55</c:v>
              </c:pt>
              <c:pt idx="1666">
                <c:v>-55</c:v>
              </c:pt>
              <c:pt idx="1667">
                <c:v>-55</c:v>
              </c:pt>
              <c:pt idx="1668">
                <c:v>-55</c:v>
              </c:pt>
              <c:pt idx="1669">
                <c:v>-55</c:v>
              </c:pt>
              <c:pt idx="1670">
                <c:v>-55</c:v>
              </c:pt>
              <c:pt idx="1671">
                <c:v>-55</c:v>
              </c:pt>
              <c:pt idx="1672">
                <c:v>-55</c:v>
              </c:pt>
              <c:pt idx="1673">
                <c:v>-55</c:v>
              </c:pt>
              <c:pt idx="1674">
                <c:v>-55</c:v>
              </c:pt>
              <c:pt idx="1675">
                <c:v>-55</c:v>
              </c:pt>
              <c:pt idx="1676">
                <c:v>-55</c:v>
              </c:pt>
              <c:pt idx="1677">
                <c:v>-55</c:v>
              </c:pt>
              <c:pt idx="1678">
                <c:v>-55</c:v>
              </c:pt>
              <c:pt idx="1679">
                <c:v>-55</c:v>
              </c:pt>
              <c:pt idx="1680">
                <c:v>-55</c:v>
              </c:pt>
              <c:pt idx="1681">
                <c:v>-55</c:v>
              </c:pt>
              <c:pt idx="1682">
                <c:v>-55</c:v>
              </c:pt>
              <c:pt idx="1683">
                <c:v>-55</c:v>
              </c:pt>
              <c:pt idx="1684">
                <c:v>-55</c:v>
              </c:pt>
              <c:pt idx="1685">
                <c:v>-55</c:v>
              </c:pt>
              <c:pt idx="1686">
                <c:v>-55</c:v>
              </c:pt>
              <c:pt idx="1687">
                <c:v>-55</c:v>
              </c:pt>
              <c:pt idx="1688">
                <c:v>-55</c:v>
              </c:pt>
              <c:pt idx="1689">
                <c:v>-55</c:v>
              </c:pt>
              <c:pt idx="1690">
                <c:v>-55</c:v>
              </c:pt>
              <c:pt idx="1691">
                <c:v>-55</c:v>
              </c:pt>
              <c:pt idx="1692">
                <c:v>-55</c:v>
              </c:pt>
              <c:pt idx="1693">
                <c:v>-55</c:v>
              </c:pt>
              <c:pt idx="1694">
                <c:v>-55</c:v>
              </c:pt>
              <c:pt idx="1695">
                <c:v>-55</c:v>
              </c:pt>
              <c:pt idx="1696">
                <c:v>-55</c:v>
              </c:pt>
              <c:pt idx="1697">
                <c:v>-55</c:v>
              </c:pt>
              <c:pt idx="1698">
                <c:v>-55</c:v>
              </c:pt>
              <c:pt idx="1699">
                <c:v>-55</c:v>
              </c:pt>
              <c:pt idx="1700">
                <c:v>-55</c:v>
              </c:pt>
              <c:pt idx="1701">
                <c:v>-55</c:v>
              </c:pt>
              <c:pt idx="1702">
                <c:v>-55</c:v>
              </c:pt>
              <c:pt idx="1703">
                <c:v>-55</c:v>
              </c:pt>
              <c:pt idx="1704">
                <c:v>-55</c:v>
              </c:pt>
              <c:pt idx="1705">
                <c:v>-55</c:v>
              </c:pt>
              <c:pt idx="1706">
                <c:v>-55</c:v>
              </c:pt>
              <c:pt idx="1707">
                <c:v>-55</c:v>
              </c:pt>
              <c:pt idx="1708">
                <c:v>-55</c:v>
              </c:pt>
              <c:pt idx="1709">
                <c:v>-55</c:v>
              </c:pt>
              <c:pt idx="1710">
                <c:v>-55</c:v>
              </c:pt>
              <c:pt idx="1711">
                <c:v>-55</c:v>
              </c:pt>
              <c:pt idx="1712">
                <c:v>-55</c:v>
              </c:pt>
              <c:pt idx="1713">
                <c:v>-55</c:v>
              </c:pt>
              <c:pt idx="1714">
                <c:v>-55</c:v>
              </c:pt>
              <c:pt idx="1715">
                <c:v>-55</c:v>
              </c:pt>
              <c:pt idx="1716">
                <c:v>-55</c:v>
              </c:pt>
              <c:pt idx="1717">
                <c:v>-55</c:v>
              </c:pt>
              <c:pt idx="1718">
                <c:v>-55</c:v>
              </c:pt>
              <c:pt idx="1719">
                <c:v>-55</c:v>
              </c:pt>
              <c:pt idx="1720">
                <c:v>-55</c:v>
              </c:pt>
              <c:pt idx="1721">
                <c:v>-55</c:v>
              </c:pt>
              <c:pt idx="1722">
                <c:v>-55</c:v>
              </c:pt>
              <c:pt idx="1723">
                <c:v>-55</c:v>
              </c:pt>
              <c:pt idx="1724">
                <c:v>-55</c:v>
              </c:pt>
              <c:pt idx="1725">
                <c:v>-55</c:v>
              </c:pt>
              <c:pt idx="1726">
                <c:v>-55</c:v>
              </c:pt>
              <c:pt idx="1727">
                <c:v>-55</c:v>
              </c:pt>
              <c:pt idx="1728">
                <c:v>-55</c:v>
              </c:pt>
              <c:pt idx="1729">
                <c:v>-55</c:v>
              </c:pt>
              <c:pt idx="1730">
                <c:v>-55</c:v>
              </c:pt>
              <c:pt idx="1731">
                <c:v>-55</c:v>
              </c:pt>
              <c:pt idx="1732">
                <c:v>-55</c:v>
              </c:pt>
              <c:pt idx="1733">
                <c:v>-55</c:v>
              </c:pt>
              <c:pt idx="1734">
                <c:v>-55</c:v>
              </c:pt>
              <c:pt idx="1735">
                <c:v>-55</c:v>
              </c:pt>
              <c:pt idx="1736">
                <c:v>-55</c:v>
              </c:pt>
              <c:pt idx="1737">
                <c:v>-55</c:v>
              </c:pt>
              <c:pt idx="1738">
                <c:v>-55</c:v>
              </c:pt>
              <c:pt idx="1739">
                <c:v>-55</c:v>
              </c:pt>
              <c:pt idx="1740">
                <c:v>-55</c:v>
              </c:pt>
              <c:pt idx="1741">
                <c:v>-55</c:v>
              </c:pt>
              <c:pt idx="1742">
                <c:v>-55</c:v>
              </c:pt>
              <c:pt idx="1743">
                <c:v>-55</c:v>
              </c:pt>
              <c:pt idx="1744">
                <c:v>-55</c:v>
              </c:pt>
              <c:pt idx="1745">
                <c:v>-55</c:v>
              </c:pt>
              <c:pt idx="1746">
                <c:v>-55</c:v>
              </c:pt>
              <c:pt idx="1747">
                <c:v>-55</c:v>
              </c:pt>
              <c:pt idx="1748">
                <c:v>-55</c:v>
              </c:pt>
              <c:pt idx="1749">
                <c:v>-55</c:v>
              </c:pt>
              <c:pt idx="1750">
                <c:v>-55</c:v>
              </c:pt>
              <c:pt idx="1751">
                <c:v>-55</c:v>
              </c:pt>
              <c:pt idx="1752">
                <c:v>-55</c:v>
              </c:pt>
              <c:pt idx="1753">
                <c:v>-55</c:v>
              </c:pt>
              <c:pt idx="1754">
                <c:v>-55</c:v>
              </c:pt>
              <c:pt idx="1755">
                <c:v>-55</c:v>
              </c:pt>
              <c:pt idx="1756">
                <c:v>-55</c:v>
              </c:pt>
              <c:pt idx="1757">
                <c:v>-55</c:v>
              </c:pt>
              <c:pt idx="1758">
                <c:v>-55</c:v>
              </c:pt>
              <c:pt idx="1759">
                <c:v>-55</c:v>
              </c:pt>
              <c:pt idx="1760">
                <c:v>-55</c:v>
              </c:pt>
              <c:pt idx="1761">
                <c:v>-55</c:v>
              </c:pt>
              <c:pt idx="1762">
                <c:v>-55</c:v>
              </c:pt>
              <c:pt idx="1763">
                <c:v>-55</c:v>
              </c:pt>
              <c:pt idx="1764">
                <c:v>-55</c:v>
              </c:pt>
              <c:pt idx="1765">
                <c:v>-55</c:v>
              </c:pt>
              <c:pt idx="1766">
                <c:v>-55</c:v>
              </c:pt>
              <c:pt idx="1767">
                <c:v>-55</c:v>
              </c:pt>
              <c:pt idx="1768">
                <c:v>-55</c:v>
              </c:pt>
              <c:pt idx="1769">
                <c:v>-55</c:v>
              </c:pt>
              <c:pt idx="1770">
                <c:v>-55</c:v>
              </c:pt>
              <c:pt idx="1771">
                <c:v>-55</c:v>
              </c:pt>
              <c:pt idx="1772">
                <c:v>-55</c:v>
              </c:pt>
              <c:pt idx="1773">
                <c:v>-55</c:v>
              </c:pt>
              <c:pt idx="1774">
                <c:v>-55</c:v>
              </c:pt>
              <c:pt idx="1775">
                <c:v>-55</c:v>
              </c:pt>
              <c:pt idx="1776">
                <c:v>-55</c:v>
              </c:pt>
              <c:pt idx="1777">
                <c:v>-55</c:v>
              </c:pt>
              <c:pt idx="1778">
                <c:v>-55</c:v>
              </c:pt>
              <c:pt idx="1779">
                <c:v>-55</c:v>
              </c:pt>
              <c:pt idx="1780">
                <c:v>-55</c:v>
              </c:pt>
              <c:pt idx="1781">
                <c:v>-55</c:v>
              </c:pt>
              <c:pt idx="1782">
                <c:v>-55</c:v>
              </c:pt>
              <c:pt idx="1783">
                <c:v>-55</c:v>
              </c:pt>
              <c:pt idx="1784">
                <c:v>-55</c:v>
              </c:pt>
              <c:pt idx="1785">
                <c:v>-55</c:v>
              </c:pt>
              <c:pt idx="1786">
                <c:v>-55</c:v>
              </c:pt>
              <c:pt idx="1787">
                <c:v>-55</c:v>
              </c:pt>
              <c:pt idx="1788">
                <c:v>-55</c:v>
              </c:pt>
              <c:pt idx="1789">
                <c:v>-55</c:v>
              </c:pt>
              <c:pt idx="1790">
                <c:v>-55</c:v>
              </c:pt>
              <c:pt idx="1791">
                <c:v>-55</c:v>
              </c:pt>
              <c:pt idx="1792">
                <c:v>-55</c:v>
              </c:pt>
              <c:pt idx="1793">
                <c:v>-55</c:v>
              </c:pt>
              <c:pt idx="1794">
                <c:v>-55</c:v>
              </c:pt>
              <c:pt idx="1795">
                <c:v>-55</c:v>
              </c:pt>
              <c:pt idx="1796">
                <c:v>-55</c:v>
              </c:pt>
              <c:pt idx="1797">
                <c:v>-55</c:v>
              </c:pt>
              <c:pt idx="1798">
                <c:v>-55</c:v>
              </c:pt>
              <c:pt idx="1799">
                <c:v>-55</c:v>
              </c:pt>
              <c:pt idx="1800">
                <c:v>-55</c:v>
              </c:pt>
              <c:pt idx="1801">
                <c:v>-55</c:v>
              </c:pt>
              <c:pt idx="1802">
                <c:v>-55</c:v>
              </c:pt>
              <c:pt idx="1803">
                <c:v>-55</c:v>
              </c:pt>
              <c:pt idx="1804">
                <c:v>-55</c:v>
              </c:pt>
              <c:pt idx="1805">
                <c:v>-55</c:v>
              </c:pt>
              <c:pt idx="1806">
                <c:v>-55</c:v>
              </c:pt>
              <c:pt idx="1807">
                <c:v>-55</c:v>
              </c:pt>
              <c:pt idx="1808">
                <c:v>-55</c:v>
              </c:pt>
              <c:pt idx="1809">
                <c:v>-55</c:v>
              </c:pt>
              <c:pt idx="1810">
                <c:v>-55</c:v>
              </c:pt>
              <c:pt idx="1811">
                <c:v>-55</c:v>
              </c:pt>
              <c:pt idx="1812">
                <c:v>-55</c:v>
              </c:pt>
              <c:pt idx="1813">
                <c:v>-55</c:v>
              </c:pt>
              <c:pt idx="1814">
                <c:v>-55</c:v>
              </c:pt>
              <c:pt idx="1815">
                <c:v>-55</c:v>
              </c:pt>
              <c:pt idx="1816">
                <c:v>-55</c:v>
              </c:pt>
              <c:pt idx="1817">
                <c:v>-55</c:v>
              </c:pt>
              <c:pt idx="1818">
                <c:v>-55</c:v>
              </c:pt>
              <c:pt idx="1819">
                <c:v>-55</c:v>
              </c:pt>
              <c:pt idx="1820">
                <c:v>-55</c:v>
              </c:pt>
              <c:pt idx="1821">
                <c:v>-55</c:v>
              </c:pt>
              <c:pt idx="1822">
                <c:v>-55</c:v>
              </c:pt>
              <c:pt idx="1823">
                <c:v>-55</c:v>
              </c:pt>
              <c:pt idx="1824">
                <c:v>-55</c:v>
              </c:pt>
              <c:pt idx="1825">
                <c:v>-55</c:v>
              </c:pt>
              <c:pt idx="1826">
                <c:v>-55</c:v>
              </c:pt>
              <c:pt idx="1827">
                <c:v>-55</c:v>
              </c:pt>
              <c:pt idx="1828">
                <c:v>-55</c:v>
              </c:pt>
              <c:pt idx="1829">
                <c:v>-55</c:v>
              </c:pt>
              <c:pt idx="1830">
                <c:v>-55</c:v>
              </c:pt>
              <c:pt idx="1831">
                <c:v>-55</c:v>
              </c:pt>
              <c:pt idx="1832">
                <c:v>-55</c:v>
              </c:pt>
              <c:pt idx="1833">
                <c:v>-55</c:v>
              </c:pt>
              <c:pt idx="1834">
                <c:v>-55</c:v>
              </c:pt>
              <c:pt idx="1835">
                <c:v>-55</c:v>
              </c:pt>
              <c:pt idx="1836">
                <c:v>-55</c:v>
              </c:pt>
              <c:pt idx="1837">
                <c:v>-55</c:v>
              </c:pt>
              <c:pt idx="1838">
                <c:v>-55</c:v>
              </c:pt>
              <c:pt idx="1839">
                <c:v>-55</c:v>
              </c:pt>
              <c:pt idx="1840">
                <c:v>-55</c:v>
              </c:pt>
              <c:pt idx="1841">
                <c:v>-55</c:v>
              </c:pt>
              <c:pt idx="1842">
                <c:v>-55</c:v>
              </c:pt>
              <c:pt idx="1843">
                <c:v>-55</c:v>
              </c:pt>
              <c:pt idx="1844">
                <c:v>-55</c:v>
              </c:pt>
              <c:pt idx="1845">
                <c:v>-55</c:v>
              </c:pt>
              <c:pt idx="1846">
                <c:v>-55</c:v>
              </c:pt>
              <c:pt idx="1847">
                <c:v>-55</c:v>
              </c:pt>
              <c:pt idx="1848">
                <c:v>-55</c:v>
              </c:pt>
              <c:pt idx="1849">
                <c:v>-55</c:v>
              </c:pt>
              <c:pt idx="1850">
                <c:v>-55</c:v>
              </c:pt>
              <c:pt idx="1851">
                <c:v>-55</c:v>
              </c:pt>
              <c:pt idx="1852">
                <c:v>-55</c:v>
              </c:pt>
              <c:pt idx="1853">
                <c:v>-55</c:v>
              </c:pt>
              <c:pt idx="1854">
                <c:v>-55</c:v>
              </c:pt>
              <c:pt idx="1855">
                <c:v>-55</c:v>
              </c:pt>
              <c:pt idx="1856">
                <c:v>-55</c:v>
              </c:pt>
              <c:pt idx="1857">
                <c:v>-55</c:v>
              </c:pt>
              <c:pt idx="1858">
                <c:v>-55</c:v>
              </c:pt>
              <c:pt idx="1859">
                <c:v>-55</c:v>
              </c:pt>
              <c:pt idx="1860">
                <c:v>-55</c:v>
              </c:pt>
              <c:pt idx="1861">
                <c:v>-55</c:v>
              </c:pt>
              <c:pt idx="1862">
                <c:v>-55</c:v>
              </c:pt>
              <c:pt idx="1863">
                <c:v>-55</c:v>
              </c:pt>
              <c:pt idx="1864">
                <c:v>-55</c:v>
              </c:pt>
              <c:pt idx="1865">
                <c:v>-55</c:v>
              </c:pt>
              <c:pt idx="1866">
                <c:v>-55</c:v>
              </c:pt>
              <c:pt idx="1867">
                <c:v>-55</c:v>
              </c:pt>
              <c:pt idx="1868">
                <c:v>-55</c:v>
              </c:pt>
              <c:pt idx="1869">
                <c:v>-55</c:v>
              </c:pt>
              <c:pt idx="1870">
                <c:v>-55</c:v>
              </c:pt>
              <c:pt idx="1871">
                <c:v>-55</c:v>
              </c:pt>
              <c:pt idx="1872">
                <c:v>-55</c:v>
              </c:pt>
              <c:pt idx="1873">
                <c:v>-55</c:v>
              </c:pt>
              <c:pt idx="1874">
                <c:v>-55</c:v>
              </c:pt>
              <c:pt idx="1875">
                <c:v>-55</c:v>
              </c:pt>
              <c:pt idx="1876">
                <c:v>-55</c:v>
              </c:pt>
              <c:pt idx="1877">
                <c:v>-55</c:v>
              </c:pt>
              <c:pt idx="1878">
                <c:v>-55</c:v>
              </c:pt>
              <c:pt idx="1879">
                <c:v>-55</c:v>
              </c:pt>
              <c:pt idx="1880">
                <c:v>-55</c:v>
              </c:pt>
              <c:pt idx="1881">
                <c:v>-55</c:v>
              </c:pt>
              <c:pt idx="1882">
                <c:v>-55</c:v>
              </c:pt>
              <c:pt idx="1883">
                <c:v>-55</c:v>
              </c:pt>
              <c:pt idx="1884">
                <c:v>-55</c:v>
              </c:pt>
              <c:pt idx="1885">
                <c:v>-55</c:v>
              </c:pt>
              <c:pt idx="1886">
                <c:v>-55</c:v>
              </c:pt>
              <c:pt idx="1887">
                <c:v>-55</c:v>
              </c:pt>
              <c:pt idx="1888">
                <c:v>-55</c:v>
              </c:pt>
              <c:pt idx="1889">
                <c:v>-55</c:v>
              </c:pt>
              <c:pt idx="1890">
                <c:v>-55</c:v>
              </c:pt>
              <c:pt idx="1891">
                <c:v>-55</c:v>
              </c:pt>
              <c:pt idx="1892">
                <c:v>-55</c:v>
              </c:pt>
              <c:pt idx="1893">
                <c:v>-55</c:v>
              </c:pt>
              <c:pt idx="1894">
                <c:v>-55</c:v>
              </c:pt>
              <c:pt idx="1895">
                <c:v>-55</c:v>
              </c:pt>
              <c:pt idx="1896">
                <c:v>-55</c:v>
              </c:pt>
              <c:pt idx="1897">
                <c:v>-55</c:v>
              </c:pt>
              <c:pt idx="1898">
                <c:v>-55</c:v>
              </c:pt>
              <c:pt idx="1899">
                <c:v>-55</c:v>
              </c:pt>
              <c:pt idx="1900">
                <c:v>-55</c:v>
              </c:pt>
              <c:pt idx="1901">
                <c:v>-55</c:v>
              </c:pt>
              <c:pt idx="1902">
                <c:v>-55</c:v>
              </c:pt>
              <c:pt idx="1903">
                <c:v>-55</c:v>
              </c:pt>
              <c:pt idx="1904">
                <c:v>-55</c:v>
              </c:pt>
              <c:pt idx="1905">
                <c:v>-55</c:v>
              </c:pt>
              <c:pt idx="1906">
                <c:v>-55</c:v>
              </c:pt>
              <c:pt idx="1907">
                <c:v>-55</c:v>
              </c:pt>
              <c:pt idx="1908">
                <c:v>-55</c:v>
              </c:pt>
              <c:pt idx="1909">
                <c:v>-55</c:v>
              </c:pt>
              <c:pt idx="1910">
                <c:v>-55</c:v>
              </c:pt>
              <c:pt idx="1911">
                <c:v>-55</c:v>
              </c:pt>
              <c:pt idx="1912">
                <c:v>-55</c:v>
              </c:pt>
              <c:pt idx="1913">
                <c:v>-55</c:v>
              </c:pt>
              <c:pt idx="1914">
                <c:v>-55</c:v>
              </c:pt>
              <c:pt idx="1915">
                <c:v>-55</c:v>
              </c:pt>
              <c:pt idx="1916">
                <c:v>-55</c:v>
              </c:pt>
              <c:pt idx="1917">
                <c:v>-55</c:v>
              </c:pt>
              <c:pt idx="1918">
                <c:v>-55</c:v>
              </c:pt>
              <c:pt idx="1919">
                <c:v>-55</c:v>
              </c:pt>
              <c:pt idx="1920">
                <c:v>-55</c:v>
              </c:pt>
              <c:pt idx="1921">
                <c:v>-55</c:v>
              </c:pt>
              <c:pt idx="1922">
                <c:v>-55</c:v>
              </c:pt>
              <c:pt idx="1923">
                <c:v>-55</c:v>
              </c:pt>
              <c:pt idx="1924">
                <c:v>-55</c:v>
              </c:pt>
              <c:pt idx="1925">
                <c:v>-55</c:v>
              </c:pt>
              <c:pt idx="1926">
                <c:v>-55</c:v>
              </c:pt>
              <c:pt idx="1927">
                <c:v>-55</c:v>
              </c:pt>
              <c:pt idx="1928">
                <c:v>-55</c:v>
              </c:pt>
              <c:pt idx="1929">
                <c:v>-55</c:v>
              </c:pt>
              <c:pt idx="1930">
                <c:v>-55</c:v>
              </c:pt>
              <c:pt idx="1931">
                <c:v>-55</c:v>
              </c:pt>
              <c:pt idx="1932">
                <c:v>-55</c:v>
              </c:pt>
              <c:pt idx="1933">
                <c:v>-55</c:v>
              </c:pt>
              <c:pt idx="1934">
                <c:v>-55</c:v>
              </c:pt>
              <c:pt idx="1935">
                <c:v>-55</c:v>
              </c:pt>
              <c:pt idx="1936">
                <c:v>-55</c:v>
              </c:pt>
              <c:pt idx="1937">
                <c:v>-55</c:v>
              </c:pt>
              <c:pt idx="1938">
                <c:v>-55</c:v>
              </c:pt>
              <c:pt idx="1939">
                <c:v>-55</c:v>
              </c:pt>
              <c:pt idx="1940">
                <c:v>-55</c:v>
              </c:pt>
              <c:pt idx="1941">
                <c:v>-55</c:v>
              </c:pt>
              <c:pt idx="1942">
                <c:v>-55</c:v>
              </c:pt>
              <c:pt idx="1943">
                <c:v>-55</c:v>
              </c:pt>
              <c:pt idx="1944">
                <c:v>-55</c:v>
              </c:pt>
              <c:pt idx="1945">
                <c:v>-55</c:v>
              </c:pt>
              <c:pt idx="1946">
                <c:v>-55</c:v>
              </c:pt>
              <c:pt idx="1947">
                <c:v>-55</c:v>
              </c:pt>
              <c:pt idx="1948">
                <c:v>-55</c:v>
              </c:pt>
              <c:pt idx="1949">
                <c:v>-55</c:v>
              </c:pt>
              <c:pt idx="1950">
                <c:v>-55</c:v>
              </c:pt>
              <c:pt idx="1951">
                <c:v>-55</c:v>
              </c:pt>
              <c:pt idx="1952">
                <c:v>-55</c:v>
              </c:pt>
              <c:pt idx="1953">
                <c:v>-55</c:v>
              </c:pt>
              <c:pt idx="1954">
                <c:v>-55</c:v>
              </c:pt>
              <c:pt idx="1955">
                <c:v>-55</c:v>
              </c:pt>
              <c:pt idx="1956">
                <c:v>-55</c:v>
              </c:pt>
              <c:pt idx="1957">
                <c:v>-55</c:v>
              </c:pt>
              <c:pt idx="1958">
                <c:v>-55</c:v>
              </c:pt>
              <c:pt idx="1959">
                <c:v>-55</c:v>
              </c:pt>
              <c:pt idx="1960">
                <c:v>-55</c:v>
              </c:pt>
              <c:pt idx="1961">
                <c:v>-55</c:v>
              </c:pt>
              <c:pt idx="1962">
                <c:v>-55</c:v>
              </c:pt>
              <c:pt idx="1963">
                <c:v>-55</c:v>
              </c:pt>
              <c:pt idx="1964">
                <c:v>-55</c:v>
              </c:pt>
              <c:pt idx="1965">
                <c:v>-55</c:v>
              </c:pt>
              <c:pt idx="1966">
                <c:v>-55</c:v>
              </c:pt>
              <c:pt idx="1967">
                <c:v>-55</c:v>
              </c:pt>
              <c:pt idx="1968">
                <c:v>-55</c:v>
              </c:pt>
              <c:pt idx="1969">
                <c:v>-55</c:v>
              </c:pt>
              <c:pt idx="1970">
                <c:v>-55</c:v>
              </c:pt>
              <c:pt idx="1971">
                <c:v>-55</c:v>
              </c:pt>
              <c:pt idx="1972">
                <c:v>-55</c:v>
              </c:pt>
              <c:pt idx="1973">
                <c:v>-55</c:v>
              </c:pt>
              <c:pt idx="1974">
                <c:v>-55</c:v>
              </c:pt>
              <c:pt idx="1975">
                <c:v>-55</c:v>
              </c:pt>
              <c:pt idx="1976">
                <c:v>-55</c:v>
              </c:pt>
              <c:pt idx="1977">
                <c:v>-55</c:v>
              </c:pt>
              <c:pt idx="1978">
                <c:v>-55</c:v>
              </c:pt>
              <c:pt idx="1979">
                <c:v>-55</c:v>
              </c:pt>
              <c:pt idx="1980">
                <c:v>-55</c:v>
              </c:pt>
              <c:pt idx="1981">
                <c:v>-55</c:v>
              </c:pt>
              <c:pt idx="1982">
                <c:v>-55</c:v>
              </c:pt>
              <c:pt idx="1983">
                <c:v>-55</c:v>
              </c:pt>
              <c:pt idx="1984">
                <c:v>-55</c:v>
              </c:pt>
              <c:pt idx="1985">
                <c:v>-55</c:v>
              </c:pt>
              <c:pt idx="1986">
                <c:v>-55</c:v>
              </c:pt>
              <c:pt idx="1987">
                <c:v>-55</c:v>
              </c:pt>
              <c:pt idx="1988">
                <c:v>-55</c:v>
              </c:pt>
              <c:pt idx="1989">
                <c:v>-55</c:v>
              </c:pt>
              <c:pt idx="1990">
                <c:v>-55</c:v>
              </c:pt>
              <c:pt idx="1991">
                <c:v>-55</c:v>
              </c:pt>
              <c:pt idx="1992">
                <c:v>-55</c:v>
              </c:pt>
              <c:pt idx="1993">
                <c:v>-55</c:v>
              </c:pt>
              <c:pt idx="1994">
                <c:v>-55</c:v>
              </c:pt>
              <c:pt idx="1995">
                <c:v>-55</c:v>
              </c:pt>
              <c:pt idx="1996">
                <c:v>-55</c:v>
              </c:pt>
              <c:pt idx="1997">
                <c:v>-55</c:v>
              </c:pt>
              <c:pt idx="1998">
                <c:v>-55</c:v>
              </c:pt>
              <c:pt idx="1999">
                <c:v>-55</c:v>
              </c:pt>
              <c:pt idx="2000">
                <c:v>-55</c:v>
              </c:pt>
              <c:pt idx="2001">
                <c:v>-55</c:v>
              </c:pt>
              <c:pt idx="2002">
                <c:v>-55</c:v>
              </c:pt>
              <c:pt idx="2003">
                <c:v>-55</c:v>
              </c:pt>
              <c:pt idx="2004">
                <c:v>-55</c:v>
              </c:pt>
              <c:pt idx="2005">
                <c:v>-55</c:v>
              </c:pt>
              <c:pt idx="2006">
                <c:v>-55</c:v>
              </c:pt>
              <c:pt idx="2007">
                <c:v>-55</c:v>
              </c:pt>
              <c:pt idx="2008">
                <c:v>-55</c:v>
              </c:pt>
              <c:pt idx="2009">
                <c:v>-55</c:v>
              </c:pt>
              <c:pt idx="2010">
                <c:v>-55</c:v>
              </c:pt>
              <c:pt idx="2011">
                <c:v>-55</c:v>
              </c:pt>
              <c:pt idx="2012">
                <c:v>-55</c:v>
              </c:pt>
              <c:pt idx="2013">
                <c:v>-55</c:v>
              </c:pt>
              <c:pt idx="2014">
                <c:v>-55</c:v>
              </c:pt>
              <c:pt idx="2015">
                <c:v>-55</c:v>
              </c:pt>
              <c:pt idx="2016">
                <c:v>-55</c:v>
              </c:pt>
              <c:pt idx="2017">
                <c:v>-55</c:v>
              </c:pt>
              <c:pt idx="2018">
                <c:v>-55</c:v>
              </c:pt>
              <c:pt idx="2019">
                <c:v>-55</c:v>
              </c:pt>
              <c:pt idx="2020">
                <c:v>-55</c:v>
              </c:pt>
              <c:pt idx="2021">
                <c:v>-55</c:v>
              </c:pt>
              <c:pt idx="2022">
                <c:v>-55</c:v>
              </c:pt>
              <c:pt idx="2023">
                <c:v>-55</c:v>
              </c:pt>
              <c:pt idx="2024">
                <c:v>-55</c:v>
              </c:pt>
              <c:pt idx="2025">
                <c:v>-55</c:v>
              </c:pt>
              <c:pt idx="2026">
                <c:v>-55</c:v>
              </c:pt>
              <c:pt idx="2027">
                <c:v>-55</c:v>
              </c:pt>
              <c:pt idx="2028">
                <c:v>-55</c:v>
              </c:pt>
              <c:pt idx="2029">
                <c:v>-55</c:v>
              </c:pt>
              <c:pt idx="2030">
                <c:v>-55</c:v>
              </c:pt>
              <c:pt idx="2031">
                <c:v>-55</c:v>
              </c:pt>
              <c:pt idx="2032">
                <c:v>-55</c:v>
              </c:pt>
              <c:pt idx="2033">
                <c:v>-55</c:v>
              </c:pt>
              <c:pt idx="2034">
                <c:v>-55</c:v>
              </c:pt>
              <c:pt idx="2035">
                <c:v>-55</c:v>
              </c:pt>
              <c:pt idx="2036">
                <c:v>-55</c:v>
              </c:pt>
              <c:pt idx="2037">
                <c:v>-55</c:v>
              </c:pt>
              <c:pt idx="2038">
                <c:v>-55</c:v>
              </c:pt>
              <c:pt idx="2039">
                <c:v>-55</c:v>
              </c:pt>
              <c:pt idx="2040">
                <c:v>-55</c:v>
              </c:pt>
              <c:pt idx="2041">
                <c:v>-55</c:v>
              </c:pt>
              <c:pt idx="2042">
                <c:v>-55</c:v>
              </c:pt>
              <c:pt idx="2043">
                <c:v>-55</c:v>
              </c:pt>
              <c:pt idx="2044">
                <c:v>-55</c:v>
              </c:pt>
              <c:pt idx="2045">
                <c:v>-55</c:v>
              </c:pt>
              <c:pt idx="2046">
                <c:v>-55</c:v>
              </c:pt>
              <c:pt idx="2047">
                <c:v>-55</c:v>
              </c:pt>
              <c:pt idx="2048">
                <c:v>-55</c:v>
              </c:pt>
              <c:pt idx="2049">
                <c:v>-55</c:v>
              </c:pt>
              <c:pt idx="2050">
                <c:v>-55</c:v>
              </c:pt>
              <c:pt idx="2051">
                <c:v>-55</c:v>
              </c:pt>
              <c:pt idx="2052">
                <c:v>-55</c:v>
              </c:pt>
              <c:pt idx="2053">
                <c:v>-55</c:v>
              </c:pt>
              <c:pt idx="2054">
                <c:v>-55</c:v>
              </c:pt>
              <c:pt idx="2055">
                <c:v>-55</c:v>
              </c:pt>
              <c:pt idx="2056">
                <c:v>-55</c:v>
              </c:pt>
              <c:pt idx="2057">
                <c:v>-55</c:v>
              </c:pt>
              <c:pt idx="2058">
                <c:v>-55</c:v>
              </c:pt>
              <c:pt idx="2059">
                <c:v>-55</c:v>
              </c:pt>
              <c:pt idx="2060">
                <c:v>-55</c:v>
              </c:pt>
              <c:pt idx="2061">
                <c:v>-55</c:v>
              </c:pt>
              <c:pt idx="2062">
                <c:v>-55</c:v>
              </c:pt>
              <c:pt idx="2063">
                <c:v>-55</c:v>
              </c:pt>
              <c:pt idx="2064">
                <c:v>-55</c:v>
              </c:pt>
              <c:pt idx="2065">
                <c:v>-55</c:v>
              </c:pt>
              <c:pt idx="2066">
                <c:v>-55</c:v>
              </c:pt>
              <c:pt idx="2067">
                <c:v>-55</c:v>
              </c:pt>
              <c:pt idx="2068">
                <c:v>-55</c:v>
              </c:pt>
              <c:pt idx="2069">
                <c:v>-55</c:v>
              </c:pt>
              <c:pt idx="2070">
                <c:v>-55</c:v>
              </c:pt>
              <c:pt idx="2071">
                <c:v>-55</c:v>
              </c:pt>
              <c:pt idx="2072">
                <c:v>-55</c:v>
              </c:pt>
              <c:pt idx="2073">
                <c:v>-55</c:v>
              </c:pt>
              <c:pt idx="2074">
                <c:v>-55</c:v>
              </c:pt>
              <c:pt idx="2075">
                <c:v>-55</c:v>
              </c:pt>
              <c:pt idx="2076">
                <c:v>-55</c:v>
              </c:pt>
              <c:pt idx="2077">
                <c:v>-55</c:v>
              </c:pt>
              <c:pt idx="2078">
                <c:v>-55</c:v>
              </c:pt>
              <c:pt idx="2079">
                <c:v>-55</c:v>
              </c:pt>
              <c:pt idx="2080">
                <c:v>-55</c:v>
              </c:pt>
              <c:pt idx="2081">
                <c:v>-55</c:v>
              </c:pt>
              <c:pt idx="2082">
                <c:v>-55</c:v>
              </c:pt>
              <c:pt idx="2083">
                <c:v>-55</c:v>
              </c:pt>
              <c:pt idx="2084">
                <c:v>-55</c:v>
              </c:pt>
              <c:pt idx="2085">
                <c:v>-55</c:v>
              </c:pt>
              <c:pt idx="2086">
                <c:v>-55</c:v>
              </c:pt>
              <c:pt idx="2087">
                <c:v>-55</c:v>
              </c:pt>
              <c:pt idx="2088">
                <c:v>-55</c:v>
              </c:pt>
              <c:pt idx="2089">
                <c:v>-55</c:v>
              </c:pt>
              <c:pt idx="2090">
                <c:v>-55</c:v>
              </c:pt>
              <c:pt idx="2091">
                <c:v>-55</c:v>
              </c:pt>
              <c:pt idx="2092">
                <c:v>-55</c:v>
              </c:pt>
              <c:pt idx="2093">
                <c:v>-55</c:v>
              </c:pt>
              <c:pt idx="2094">
                <c:v>-55</c:v>
              </c:pt>
              <c:pt idx="2095">
                <c:v>-55</c:v>
              </c:pt>
              <c:pt idx="2096">
                <c:v>-55</c:v>
              </c:pt>
              <c:pt idx="2097">
                <c:v>-55</c:v>
              </c:pt>
              <c:pt idx="2098">
                <c:v>-55</c:v>
              </c:pt>
              <c:pt idx="2099">
                <c:v>-55</c:v>
              </c:pt>
              <c:pt idx="2100">
                <c:v>-55</c:v>
              </c:pt>
              <c:pt idx="2101">
                <c:v>-55</c:v>
              </c:pt>
              <c:pt idx="2102">
                <c:v>-55</c:v>
              </c:pt>
              <c:pt idx="2103">
                <c:v>-55</c:v>
              </c:pt>
              <c:pt idx="2104">
                <c:v>-55</c:v>
              </c:pt>
              <c:pt idx="2105">
                <c:v>-55</c:v>
              </c:pt>
              <c:pt idx="2106">
                <c:v>-55</c:v>
              </c:pt>
              <c:pt idx="2107">
                <c:v>-55</c:v>
              </c:pt>
              <c:pt idx="2108">
                <c:v>-55</c:v>
              </c:pt>
              <c:pt idx="2109">
                <c:v>-55</c:v>
              </c:pt>
              <c:pt idx="2110">
                <c:v>-55</c:v>
              </c:pt>
              <c:pt idx="2111">
                <c:v>-55</c:v>
              </c:pt>
              <c:pt idx="2112">
                <c:v>-55</c:v>
              </c:pt>
              <c:pt idx="2113">
                <c:v>-55</c:v>
              </c:pt>
              <c:pt idx="2114">
                <c:v>-55</c:v>
              </c:pt>
              <c:pt idx="2115">
                <c:v>-55</c:v>
              </c:pt>
              <c:pt idx="2116">
                <c:v>-55</c:v>
              </c:pt>
              <c:pt idx="2117">
                <c:v>-55</c:v>
              </c:pt>
              <c:pt idx="2118">
                <c:v>-55</c:v>
              </c:pt>
              <c:pt idx="2119">
                <c:v>-55</c:v>
              </c:pt>
              <c:pt idx="2120">
                <c:v>-55</c:v>
              </c:pt>
              <c:pt idx="2121">
                <c:v>-55</c:v>
              </c:pt>
              <c:pt idx="2122">
                <c:v>-55</c:v>
              </c:pt>
              <c:pt idx="2123">
                <c:v>-55</c:v>
              </c:pt>
              <c:pt idx="2124">
                <c:v>-55</c:v>
              </c:pt>
              <c:pt idx="2125">
                <c:v>-55</c:v>
              </c:pt>
              <c:pt idx="2126">
                <c:v>-55</c:v>
              </c:pt>
              <c:pt idx="2127">
                <c:v>-55</c:v>
              </c:pt>
              <c:pt idx="2128">
                <c:v>-55</c:v>
              </c:pt>
              <c:pt idx="2129">
                <c:v>-55</c:v>
              </c:pt>
              <c:pt idx="2130">
                <c:v>-55</c:v>
              </c:pt>
              <c:pt idx="2131">
                <c:v>-55</c:v>
              </c:pt>
              <c:pt idx="2132">
                <c:v>-55</c:v>
              </c:pt>
              <c:pt idx="2133">
                <c:v>-55</c:v>
              </c:pt>
              <c:pt idx="2134">
                <c:v>-55</c:v>
              </c:pt>
              <c:pt idx="2135">
                <c:v>-55</c:v>
              </c:pt>
              <c:pt idx="2136">
                <c:v>-55</c:v>
              </c:pt>
              <c:pt idx="2137">
                <c:v>-55</c:v>
              </c:pt>
              <c:pt idx="2138">
                <c:v>-55</c:v>
              </c:pt>
              <c:pt idx="2139">
                <c:v>-55</c:v>
              </c:pt>
              <c:pt idx="2140">
                <c:v>-55</c:v>
              </c:pt>
              <c:pt idx="2141">
                <c:v>-55</c:v>
              </c:pt>
              <c:pt idx="2142">
                <c:v>-55</c:v>
              </c:pt>
              <c:pt idx="2143">
                <c:v>-55</c:v>
              </c:pt>
              <c:pt idx="2144">
                <c:v>-55</c:v>
              </c:pt>
              <c:pt idx="2145">
                <c:v>-55</c:v>
              </c:pt>
              <c:pt idx="2146">
                <c:v>-55</c:v>
              </c:pt>
              <c:pt idx="2147">
                <c:v>-55</c:v>
              </c:pt>
              <c:pt idx="2148">
                <c:v>-55</c:v>
              </c:pt>
              <c:pt idx="2149">
                <c:v>-55</c:v>
              </c:pt>
              <c:pt idx="2150">
                <c:v>-55</c:v>
              </c:pt>
              <c:pt idx="2151">
                <c:v>-55</c:v>
              </c:pt>
              <c:pt idx="2152">
                <c:v>-55</c:v>
              </c:pt>
              <c:pt idx="2153">
                <c:v>-55</c:v>
              </c:pt>
              <c:pt idx="2154">
                <c:v>-55</c:v>
              </c:pt>
              <c:pt idx="2155">
                <c:v>-55</c:v>
              </c:pt>
              <c:pt idx="2156">
                <c:v>-55</c:v>
              </c:pt>
              <c:pt idx="2157">
                <c:v>-55</c:v>
              </c:pt>
              <c:pt idx="2158">
                <c:v>-55</c:v>
              </c:pt>
              <c:pt idx="2159">
                <c:v>-55</c:v>
              </c:pt>
              <c:pt idx="2160">
                <c:v>-55</c:v>
              </c:pt>
              <c:pt idx="2161">
                <c:v>-55</c:v>
              </c:pt>
              <c:pt idx="2162">
                <c:v>-55</c:v>
              </c:pt>
              <c:pt idx="2163">
                <c:v>-55</c:v>
              </c:pt>
              <c:pt idx="2164">
                <c:v>-55</c:v>
              </c:pt>
              <c:pt idx="2165">
                <c:v>-55</c:v>
              </c:pt>
              <c:pt idx="2166">
                <c:v>-55</c:v>
              </c:pt>
              <c:pt idx="2167">
                <c:v>-55</c:v>
              </c:pt>
              <c:pt idx="2168">
                <c:v>-55</c:v>
              </c:pt>
              <c:pt idx="2169">
                <c:v>-55</c:v>
              </c:pt>
              <c:pt idx="2170">
                <c:v>-55</c:v>
              </c:pt>
              <c:pt idx="2171">
                <c:v>-55</c:v>
              </c:pt>
              <c:pt idx="2172">
                <c:v>-55</c:v>
              </c:pt>
              <c:pt idx="2173">
                <c:v>-55</c:v>
              </c:pt>
              <c:pt idx="2174">
                <c:v>-55</c:v>
              </c:pt>
              <c:pt idx="2175">
                <c:v>-55</c:v>
              </c:pt>
              <c:pt idx="2176">
                <c:v>-55</c:v>
              </c:pt>
              <c:pt idx="2177">
                <c:v>-55</c:v>
              </c:pt>
              <c:pt idx="2178">
                <c:v>-55</c:v>
              </c:pt>
              <c:pt idx="2179">
                <c:v>-55</c:v>
              </c:pt>
              <c:pt idx="2180">
                <c:v>-55</c:v>
              </c:pt>
              <c:pt idx="2181">
                <c:v>-55</c:v>
              </c:pt>
              <c:pt idx="2182">
                <c:v>-55</c:v>
              </c:pt>
              <c:pt idx="2183">
                <c:v>-55</c:v>
              </c:pt>
              <c:pt idx="2184">
                <c:v>-55</c:v>
              </c:pt>
              <c:pt idx="2185">
                <c:v>-55</c:v>
              </c:pt>
              <c:pt idx="2186">
                <c:v>-55</c:v>
              </c:pt>
              <c:pt idx="2187">
                <c:v>-55</c:v>
              </c:pt>
              <c:pt idx="2188">
                <c:v>-55</c:v>
              </c:pt>
              <c:pt idx="2189">
                <c:v>-55</c:v>
              </c:pt>
              <c:pt idx="2190">
                <c:v>-55</c:v>
              </c:pt>
              <c:pt idx="2191">
                <c:v>-55</c:v>
              </c:pt>
              <c:pt idx="2192">
                <c:v>-55</c:v>
              </c:pt>
              <c:pt idx="2193">
                <c:v>-55</c:v>
              </c:pt>
              <c:pt idx="2194">
                <c:v>-55</c:v>
              </c:pt>
              <c:pt idx="2195">
                <c:v>-55</c:v>
              </c:pt>
              <c:pt idx="2196">
                <c:v>-55</c:v>
              </c:pt>
              <c:pt idx="2197">
                <c:v>-55</c:v>
              </c:pt>
              <c:pt idx="2198">
                <c:v>-55</c:v>
              </c:pt>
              <c:pt idx="2199">
                <c:v>-55</c:v>
              </c:pt>
              <c:pt idx="2200">
                <c:v>-55</c:v>
              </c:pt>
              <c:pt idx="2201">
                <c:v>-55</c:v>
              </c:pt>
              <c:pt idx="2202">
                <c:v>-55</c:v>
              </c:pt>
              <c:pt idx="2203">
                <c:v>-55</c:v>
              </c:pt>
              <c:pt idx="2204">
                <c:v>-55</c:v>
              </c:pt>
              <c:pt idx="2205">
                <c:v>-55</c:v>
              </c:pt>
              <c:pt idx="2206">
                <c:v>-55</c:v>
              </c:pt>
              <c:pt idx="2207">
                <c:v>-55</c:v>
              </c:pt>
              <c:pt idx="2208">
                <c:v>-55</c:v>
              </c:pt>
              <c:pt idx="2209">
                <c:v>-55</c:v>
              </c:pt>
              <c:pt idx="2210">
                <c:v>-55</c:v>
              </c:pt>
              <c:pt idx="2211">
                <c:v>-55</c:v>
              </c:pt>
              <c:pt idx="2212">
                <c:v>-55</c:v>
              </c:pt>
              <c:pt idx="2213">
                <c:v>-55</c:v>
              </c:pt>
              <c:pt idx="2214">
                <c:v>-55</c:v>
              </c:pt>
              <c:pt idx="2215">
                <c:v>-55</c:v>
              </c:pt>
              <c:pt idx="2216">
                <c:v>-55</c:v>
              </c:pt>
              <c:pt idx="2217">
                <c:v>-55</c:v>
              </c:pt>
              <c:pt idx="2218">
                <c:v>-55</c:v>
              </c:pt>
              <c:pt idx="2219">
                <c:v>-55</c:v>
              </c:pt>
              <c:pt idx="2220">
                <c:v>-55</c:v>
              </c:pt>
              <c:pt idx="2221">
                <c:v>-55</c:v>
              </c:pt>
              <c:pt idx="2222">
                <c:v>-55</c:v>
              </c:pt>
              <c:pt idx="2223">
                <c:v>-55</c:v>
              </c:pt>
              <c:pt idx="2224">
                <c:v>-55</c:v>
              </c:pt>
              <c:pt idx="2225">
                <c:v>-55</c:v>
              </c:pt>
              <c:pt idx="2226">
                <c:v>-55</c:v>
              </c:pt>
              <c:pt idx="2227">
                <c:v>-55</c:v>
              </c:pt>
              <c:pt idx="2228">
                <c:v>-55</c:v>
              </c:pt>
              <c:pt idx="2229">
                <c:v>-55</c:v>
              </c:pt>
              <c:pt idx="2230">
                <c:v>-55</c:v>
              </c:pt>
              <c:pt idx="2231">
                <c:v>-55</c:v>
              </c:pt>
              <c:pt idx="2232">
                <c:v>-55</c:v>
              </c:pt>
              <c:pt idx="2233">
                <c:v>-55</c:v>
              </c:pt>
              <c:pt idx="2234">
                <c:v>-55</c:v>
              </c:pt>
              <c:pt idx="2235">
                <c:v>-55</c:v>
              </c:pt>
              <c:pt idx="2236">
                <c:v>-55</c:v>
              </c:pt>
              <c:pt idx="2237">
                <c:v>-55</c:v>
              </c:pt>
              <c:pt idx="2238">
                <c:v>-55</c:v>
              </c:pt>
              <c:pt idx="2239">
                <c:v>-55</c:v>
              </c:pt>
              <c:pt idx="2240">
                <c:v>-55</c:v>
              </c:pt>
              <c:pt idx="2241">
                <c:v>-55</c:v>
              </c:pt>
              <c:pt idx="2242">
                <c:v>-55</c:v>
              </c:pt>
              <c:pt idx="2243">
                <c:v>-55</c:v>
              </c:pt>
              <c:pt idx="2244">
                <c:v>-55</c:v>
              </c:pt>
              <c:pt idx="2245">
                <c:v>-55</c:v>
              </c:pt>
              <c:pt idx="2246">
                <c:v>-55</c:v>
              </c:pt>
              <c:pt idx="2247">
                <c:v>-55</c:v>
              </c:pt>
              <c:pt idx="2248">
                <c:v>-55</c:v>
              </c:pt>
              <c:pt idx="2249">
                <c:v>-55</c:v>
              </c:pt>
              <c:pt idx="2250">
                <c:v>-55</c:v>
              </c:pt>
              <c:pt idx="2251">
                <c:v>-55</c:v>
              </c:pt>
              <c:pt idx="2252">
                <c:v>-55</c:v>
              </c:pt>
              <c:pt idx="2253">
                <c:v>-55</c:v>
              </c:pt>
              <c:pt idx="2254">
                <c:v>-55</c:v>
              </c:pt>
              <c:pt idx="2255">
                <c:v>-55</c:v>
              </c:pt>
              <c:pt idx="2256">
                <c:v>-55</c:v>
              </c:pt>
              <c:pt idx="2257">
                <c:v>-55</c:v>
              </c:pt>
              <c:pt idx="2258">
                <c:v>-55</c:v>
              </c:pt>
              <c:pt idx="2259">
                <c:v>-55</c:v>
              </c:pt>
              <c:pt idx="2260">
                <c:v>-55</c:v>
              </c:pt>
              <c:pt idx="2261">
                <c:v>-55</c:v>
              </c:pt>
              <c:pt idx="2262">
                <c:v>-55</c:v>
              </c:pt>
              <c:pt idx="2263">
                <c:v>-55</c:v>
              </c:pt>
              <c:pt idx="2264">
                <c:v>-55</c:v>
              </c:pt>
              <c:pt idx="2265">
                <c:v>-55</c:v>
              </c:pt>
              <c:pt idx="2266">
                <c:v>-55</c:v>
              </c:pt>
              <c:pt idx="2267">
                <c:v>-55</c:v>
              </c:pt>
              <c:pt idx="2268">
                <c:v>-55</c:v>
              </c:pt>
              <c:pt idx="2269">
                <c:v>-55</c:v>
              </c:pt>
              <c:pt idx="2270">
                <c:v>-55</c:v>
              </c:pt>
              <c:pt idx="2271">
                <c:v>-55</c:v>
              </c:pt>
              <c:pt idx="2272">
                <c:v>-55</c:v>
              </c:pt>
              <c:pt idx="2273">
                <c:v>-55</c:v>
              </c:pt>
              <c:pt idx="2274">
                <c:v>-55</c:v>
              </c:pt>
              <c:pt idx="2275">
                <c:v>-55</c:v>
              </c:pt>
              <c:pt idx="2276">
                <c:v>-55</c:v>
              </c:pt>
              <c:pt idx="2277">
                <c:v>-55</c:v>
              </c:pt>
              <c:pt idx="2278">
                <c:v>-55</c:v>
              </c:pt>
              <c:pt idx="2279">
                <c:v>-55</c:v>
              </c:pt>
              <c:pt idx="2280">
                <c:v>-55</c:v>
              </c:pt>
              <c:pt idx="2281">
                <c:v>-55</c:v>
              </c:pt>
              <c:pt idx="2282">
                <c:v>-55</c:v>
              </c:pt>
              <c:pt idx="2283">
                <c:v>-55</c:v>
              </c:pt>
              <c:pt idx="2284">
                <c:v>-55</c:v>
              </c:pt>
              <c:pt idx="2285">
                <c:v>-55</c:v>
              </c:pt>
              <c:pt idx="2286">
                <c:v>-55</c:v>
              </c:pt>
              <c:pt idx="2287">
                <c:v>-55</c:v>
              </c:pt>
              <c:pt idx="2288">
                <c:v>-55</c:v>
              </c:pt>
              <c:pt idx="2289">
                <c:v>-55</c:v>
              </c:pt>
              <c:pt idx="2290">
                <c:v>-55</c:v>
              </c:pt>
              <c:pt idx="2291">
                <c:v>-55</c:v>
              </c:pt>
              <c:pt idx="2292">
                <c:v>-55</c:v>
              </c:pt>
              <c:pt idx="2293">
                <c:v>-55</c:v>
              </c:pt>
              <c:pt idx="2294">
                <c:v>-55</c:v>
              </c:pt>
              <c:pt idx="2295">
                <c:v>-55</c:v>
              </c:pt>
              <c:pt idx="2296">
                <c:v>-55</c:v>
              </c:pt>
              <c:pt idx="2297">
                <c:v>-55</c:v>
              </c:pt>
              <c:pt idx="2298">
                <c:v>-55</c:v>
              </c:pt>
              <c:pt idx="2299">
                <c:v>-55</c:v>
              </c:pt>
              <c:pt idx="2300">
                <c:v>-55</c:v>
              </c:pt>
              <c:pt idx="2301">
                <c:v>-55</c:v>
              </c:pt>
              <c:pt idx="2302">
                <c:v>-55</c:v>
              </c:pt>
              <c:pt idx="2303">
                <c:v>-55</c:v>
              </c:pt>
              <c:pt idx="2304">
                <c:v>-55</c:v>
              </c:pt>
              <c:pt idx="2305">
                <c:v>-55</c:v>
              </c:pt>
              <c:pt idx="2306">
                <c:v>-55</c:v>
              </c:pt>
              <c:pt idx="2307">
                <c:v>-55</c:v>
              </c:pt>
              <c:pt idx="2308">
                <c:v>-55</c:v>
              </c:pt>
              <c:pt idx="2309">
                <c:v>-55</c:v>
              </c:pt>
              <c:pt idx="2310">
                <c:v>-55</c:v>
              </c:pt>
              <c:pt idx="2311">
                <c:v>-55</c:v>
              </c:pt>
              <c:pt idx="2312">
                <c:v>-55</c:v>
              </c:pt>
              <c:pt idx="2313">
                <c:v>-55</c:v>
              </c:pt>
              <c:pt idx="2314">
                <c:v>-55</c:v>
              </c:pt>
              <c:pt idx="2315">
                <c:v>-55</c:v>
              </c:pt>
              <c:pt idx="2316">
                <c:v>-55</c:v>
              </c:pt>
              <c:pt idx="2317">
                <c:v>-55</c:v>
              </c:pt>
              <c:pt idx="2318">
                <c:v>-55</c:v>
              </c:pt>
              <c:pt idx="2319">
                <c:v>-55</c:v>
              </c:pt>
              <c:pt idx="2320">
                <c:v>-55</c:v>
              </c:pt>
              <c:pt idx="2321">
                <c:v>-55</c:v>
              </c:pt>
              <c:pt idx="2322">
                <c:v>-55</c:v>
              </c:pt>
              <c:pt idx="2323">
                <c:v>-55</c:v>
              </c:pt>
              <c:pt idx="2324">
                <c:v>-55</c:v>
              </c:pt>
              <c:pt idx="2325">
                <c:v>-55</c:v>
              </c:pt>
              <c:pt idx="2326">
                <c:v>-55</c:v>
              </c:pt>
              <c:pt idx="2327">
                <c:v>-55</c:v>
              </c:pt>
              <c:pt idx="2328">
                <c:v>-55</c:v>
              </c:pt>
              <c:pt idx="2329">
                <c:v>-55</c:v>
              </c:pt>
              <c:pt idx="2330">
                <c:v>-55</c:v>
              </c:pt>
              <c:pt idx="2331">
                <c:v>-55</c:v>
              </c:pt>
              <c:pt idx="2332">
                <c:v>-55</c:v>
              </c:pt>
              <c:pt idx="2333">
                <c:v>-55</c:v>
              </c:pt>
              <c:pt idx="2334">
                <c:v>-55</c:v>
              </c:pt>
              <c:pt idx="2335">
                <c:v>-55</c:v>
              </c:pt>
              <c:pt idx="2336">
                <c:v>-55</c:v>
              </c:pt>
              <c:pt idx="2337">
                <c:v>-55</c:v>
              </c:pt>
              <c:pt idx="2338">
                <c:v>-55</c:v>
              </c:pt>
              <c:pt idx="2339">
                <c:v>-55</c:v>
              </c:pt>
              <c:pt idx="2340">
                <c:v>-55</c:v>
              </c:pt>
              <c:pt idx="2341">
                <c:v>-55</c:v>
              </c:pt>
              <c:pt idx="2342">
                <c:v>-55</c:v>
              </c:pt>
              <c:pt idx="2343">
                <c:v>-55</c:v>
              </c:pt>
              <c:pt idx="2344">
                <c:v>-55</c:v>
              </c:pt>
              <c:pt idx="2345">
                <c:v>-55</c:v>
              </c:pt>
              <c:pt idx="2346">
                <c:v>-55</c:v>
              </c:pt>
              <c:pt idx="2347">
                <c:v>-55</c:v>
              </c:pt>
              <c:pt idx="2348">
                <c:v>-55</c:v>
              </c:pt>
              <c:pt idx="2349">
                <c:v>-55</c:v>
              </c:pt>
              <c:pt idx="2350">
                <c:v>-55</c:v>
              </c:pt>
              <c:pt idx="2351">
                <c:v>-55</c:v>
              </c:pt>
              <c:pt idx="2352">
                <c:v>-55</c:v>
              </c:pt>
              <c:pt idx="2353">
                <c:v>-55</c:v>
              </c:pt>
              <c:pt idx="2354">
                <c:v>-55</c:v>
              </c:pt>
              <c:pt idx="2355">
                <c:v>-55</c:v>
              </c:pt>
              <c:pt idx="2356">
                <c:v>-55</c:v>
              </c:pt>
              <c:pt idx="2357">
                <c:v>-55</c:v>
              </c:pt>
              <c:pt idx="2358">
                <c:v>-55</c:v>
              </c:pt>
              <c:pt idx="2359">
                <c:v>-55</c:v>
              </c:pt>
              <c:pt idx="2360">
                <c:v>-55</c:v>
              </c:pt>
              <c:pt idx="2361">
                <c:v>-55</c:v>
              </c:pt>
              <c:pt idx="2362">
                <c:v>-55</c:v>
              </c:pt>
              <c:pt idx="2363">
                <c:v>-55</c:v>
              </c:pt>
              <c:pt idx="2364">
                <c:v>-55</c:v>
              </c:pt>
              <c:pt idx="2365">
                <c:v>-55</c:v>
              </c:pt>
              <c:pt idx="2366">
                <c:v>-55</c:v>
              </c:pt>
              <c:pt idx="2367">
                <c:v>-55</c:v>
              </c:pt>
              <c:pt idx="2368">
                <c:v>-55</c:v>
              </c:pt>
              <c:pt idx="2369">
                <c:v>-55</c:v>
              </c:pt>
              <c:pt idx="2370">
                <c:v>-55</c:v>
              </c:pt>
              <c:pt idx="2371">
                <c:v>-55</c:v>
              </c:pt>
              <c:pt idx="2372">
                <c:v>-55</c:v>
              </c:pt>
              <c:pt idx="2373">
                <c:v>-55</c:v>
              </c:pt>
              <c:pt idx="2374">
                <c:v>-55</c:v>
              </c:pt>
              <c:pt idx="2375">
                <c:v>-55</c:v>
              </c:pt>
              <c:pt idx="2376">
                <c:v>-55</c:v>
              </c:pt>
              <c:pt idx="2377">
                <c:v>-55</c:v>
              </c:pt>
              <c:pt idx="2378">
                <c:v>-55</c:v>
              </c:pt>
              <c:pt idx="2379">
                <c:v>-55</c:v>
              </c:pt>
              <c:pt idx="2380">
                <c:v>-55</c:v>
              </c:pt>
              <c:pt idx="2381">
                <c:v>-55</c:v>
              </c:pt>
              <c:pt idx="2382">
                <c:v>-55</c:v>
              </c:pt>
              <c:pt idx="2383">
                <c:v>-55</c:v>
              </c:pt>
              <c:pt idx="2384">
                <c:v>-55</c:v>
              </c:pt>
              <c:pt idx="2385">
                <c:v>-55</c:v>
              </c:pt>
              <c:pt idx="2386">
                <c:v>-55</c:v>
              </c:pt>
              <c:pt idx="2387">
                <c:v>-55</c:v>
              </c:pt>
              <c:pt idx="2388">
                <c:v>-55</c:v>
              </c:pt>
              <c:pt idx="2389">
                <c:v>-55</c:v>
              </c:pt>
              <c:pt idx="2390">
                <c:v>-55</c:v>
              </c:pt>
              <c:pt idx="2391">
                <c:v>-55</c:v>
              </c:pt>
              <c:pt idx="2392">
                <c:v>-55</c:v>
              </c:pt>
              <c:pt idx="2393">
                <c:v>-55</c:v>
              </c:pt>
              <c:pt idx="2394">
                <c:v>-55</c:v>
              </c:pt>
              <c:pt idx="2395">
                <c:v>-55</c:v>
              </c:pt>
              <c:pt idx="2396">
                <c:v>-55</c:v>
              </c:pt>
              <c:pt idx="2397">
                <c:v>-55</c:v>
              </c:pt>
              <c:pt idx="2398">
                <c:v>-55</c:v>
              </c:pt>
              <c:pt idx="2399">
                <c:v>-55</c:v>
              </c:pt>
              <c:pt idx="2400">
                <c:v>-55</c:v>
              </c:pt>
              <c:pt idx="2401">
                <c:v>-55</c:v>
              </c:pt>
              <c:pt idx="2402">
                <c:v>-55</c:v>
              </c:pt>
              <c:pt idx="2403">
                <c:v>-55</c:v>
              </c:pt>
              <c:pt idx="2404">
                <c:v>-55</c:v>
              </c:pt>
              <c:pt idx="2405">
                <c:v>-55</c:v>
              </c:pt>
              <c:pt idx="2406">
                <c:v>-55</c:v>
              </c:pt>
              <c:pt idx="2407">
                <c:v>-55</c:v>
              </c:pt>
              <c:pt idx="2408">
                <c:v>-55</c:v>
              </c:pt>
              <c:pt idx="2409">
                <c:v>-55</c:v>
              </c:pt>
              <c:pt idx="2410">
                <c:v>-55</c:v>
              </c:pt>
              <c:pt idx="2411">
                <c:v>-55</c:v>
              </c:pt>
              <c:pt idx="2412">
                <c:v>-55</c:v>
              </c:pt>
              <c:pt idx="2413">
                <c:v>-55</c:v>
              </c:pt>
              <c:pt idx="2414">
                <c:v>-55</c:v>
              </c:pt>
              <c:pt idx="2415">
                <c:v>-55</c:v>
              </c:pt>
              <c:pt idx="2416">
                <c:v>-55</c:v>
              </c:pt>
              <c:pt idx="2417">
                <c:v>-55</c:v>
              </c:pt>
              <c:pt idx="2418">
                <c:v>-55</c:v>
              </c:pt>
              <c:pt idx="2419">
                <c:v>-55</c:v>
              </c:pt>
              <c:pt idx="2420">
                <c:v>-55</c:v>
              </c:pt>
              <c:pt idx="2421">
                <c:v>-55</c:v>
              </c:pt>
              <c:pt idx="2422">
                <c:v>-55</c:v>
              </c:pt>
              <c:pt idx="2423">
                <c:v>-55</c:v>
              </c:pt>
              <c:pt idx="2424">
                <c:v>-55</c:v>
              </c:pt>
              <c:pt idx="2425">
                <c:v>-55</c:v>
              </c:pt>
              <c:pt idx="2426">
                <c:v>-55</c:v>
              </c:pt>
              <c:pt idx="2427">
                <c:v>-55</c:v>
              </c:pt>
              <c:pt idx="2428">
                <c:v>-55</c:v>
              </c:pt>
              <c:pt idx="2429">
                <c:v>-55</c:v>
              </c:pt>
              <c:pt idx="2430">
                <c:v>-55</c:v>
              </c:pt>
              <c:pt idx="2431">
                <c:v>-55</c:v>
              </c:pt>
              <c:pt idx="2432">
                <c:v>-55</c:v>
              </c:pt>
              <c:pt idx="2433">
                <c:v>-55</c:v>
              </c:pt>
              <c:pt idx="2434">
                <c:v>-55</c:v>
              </c:pt>
              <c:pt idx="2435">
                <c:v>-55</c:v>
              </c:pt>
              <c:pt idx="2436">
                <c:v>-55</c:v>
              </c:pt>
              <c:pt idx="2437">
                <c:v>-55</c:v>
              </c:pt>
              <c:pt idx="2438">
                <c:v>-55</c:v>
              </c:pt>
              <c:pt idx="2439">
                <c:v>-55</c:v>
              </c:pt>
              <c:pt idx="2440">
                <c:v>-55</c:v>
              </c:pt>
              <c:pt idx="2441">
                <c:v>-55</c:v>
              </c:pt>
              <c:pt idx="2442">
                <c:v>-55</c:v>
              </c:pt>
              <c:pt idx="2443">
                <c:v>-55</c:v>
              </c:pt>
              <c:pt idx="2444">
                <c:v>-55</c:v>
              </c:pt>
              <c:pt idx="2445">
                <c:v>-55</c:v>
              </c:pt>
              <c:pt idx="2446">
                <c:v>-55</c:v>
              </c:pt>
              <c:pt idx="2447">
                <c:v>-55</c:v>
              </c:pt>
              <c:pt idx="2448">
                <c:v>-55</c:v>
              </c:pt>
              <c:pt idx="2449">
                <c:v>-55</c:v>
              </c:pt>
              <c:pt idx="2450">
                <c:v>-55</c:v>
              </c:pt>
              <c:pt idx="2451">
                <c:v>-55</c:v>
              </c:pt>
              <c:pt idx="2452">
                <c:v>-55</c:v>
              </c:pt>
              <c:pt idx="2453">
                <c:v>-55</c:v>
              </c:pt>
              <c:pt idx="2454">
                <c:v>-55</c:v>
              </c:pt>
              <c:pt idx="2455">
                <c:v>-55</c:v>
              </c:pt>
              <c:pt idx="2456">
                <c:v>-55</c:v>
              </c:pt>
              <c:pt idx="2457">
                <c:v>-55</c:v>
              </c:pt>
              <c:pt idx="2458">
                <c:v>-55</c:v>
              </c:pt>
              <c:pt idx="2459">
                <c:v>-55</c:v>
              </c:pt>
              <c:pt idx="2460">
                <c:v>-55</c:v>
              </c:pt>
              <c:pt idx="2461">
                <c:v>-55</c:v>
              </c:pt>
              <c:pt idx="2462">
                <c:v>-55</c:v>
              </c:pt>
              <c:pt idx="2463">
                <c:v>-55</c:v>
              </c:pt>
              <c:pt idx="2464">
                <c:v>-55</c:v>
              </c:pt>
              <c:pt idx="2465">
                <c:v>-55</c:v>
              </c:pt>
              <c:pt idx="2466">
                <c:v>-55</c:v>
              </c:pt>
              <c:pt idx="2467">
                <c:v>-55</c:v>
              </c:pt>
              <c:pt idx="2468">
                <c:v>-55</c:v>
              </c:pt>
              <c:pt idx="2469">
                <c:v>-55</c:v>
              </c:pt>
              <c:pt idx="2470">
                <c:v>-55</c:v>
              </c:pt>
              <c:pt idx="2471">
                <c:v>-55</c:v>
              </c:pt>
              <c:pt idx="2472">
                <c:v>-55</c:v>
              </c:pt>
              <c:pt idx="2473">
                <c:v>-55</c:v>
              </c:pt>
              <c:pt idx="2474">
                <c:v>-55</c:v>
              </c:pt>
              <c:pt idx="2475">
                <c:v>-55</c:v>
              </c:pt>
              <c:pt idx="2476">
                <c:v>-55</c:v>
              </c:pt>
              <c:pt idx="2477">
                <c:v>-55</c:v>
              </c:pt>
              <c:pt idx="2478">
                <c:v>-55</c:v>
              </c:pt>
              <c:pt idx="2479">
                <c:v>-55</c:v>
              </c:pt>
              <c:pt idx="2480">
                <c:v>-55</c:v>
              </c:pt>
              <c:pt idx="2481">
                <c:v>-55</c:v>
              </c:pt>
              <c:pt idx="2482">
                <c:v>-55</c:v>
              </c:pt>
              <c:pt idx="2483">
                <c:v>-55</c:v>
              </c:pt>
              <c:pt idx="2484">
                <c:v>-55</c:v>
              </c:pt>
              <c:pt idx="2485">
                <c:v>-55</c:v>
              </c:pt>
              <c:pt idx="2486">
                <c:v>-55</c:v>
              </c:pt>
              <c:pt idx="2487">
                <c:v>-55</c:v>
              </c:pt>
              <c:pt idx="2488">
                <c:v>-55</c:v>
              </c:pt>
              <c:pt idx="2489">
                <c:v>-55</c:v>
              </c:pt>
              <c:pt idx="2490">
                <c:v>-55</c:v>
              </c:pt>
              <c:pt idx="2491">
                <c:v>-55</c:v>
              </c:pt>
              <c:pt idx="2492">
                <c:v>-55</c:v>
              </c:pt>
              <c:pt idx="2493">
                <c:v>-55</c:v>
              </c:pt>
              <c:pt idx="2494">
                <c:v>-55</c:v>
              </c:pt>
              <c:pt idx="2495">
                <c:v>-55</c:v>
              </c:pt>
              <c:pt idx="2496">
                <c:v>-55</c:v>
              </c:pt>
              <c:pt idx="2497">
                <c:v>-55</c:v>
              </c:pt>
              <c:pt idx="2498">
                <c:v>-55</c:v>
              </c:pt>
              <c:pt idx="2499">
                <c:v>-55</c:v>
              </c:pt>
              <c:pt idx="2500">
                <c:v>-55</c:v>
              </c:pt>
              <c:pt idx="2501">
                <c:v>-55</c:v>
              </c:pt>
              <c:pt idx="2502">
                <c:v>-55</c:v>
              </c:pt>
              <c:pt idx="2503">
                <c:v>-55</c:v>
              </c:pt>
              <c:pt idx="2504">
                <c:v>-55</c:v>
              </c:pt>
              <c:pt idx="2505">
                <c:v>-55</c:v>
              </c:pt>
              <c:pt idx="2506">
                <c:v>-55</c:v>
              </c:pt>
              <c:pt idx="2507">
                <c:v>-55</c:v>
              </c:pt>
              <c:pt idx="2508">
                <c:v>-55</c:v>
              </c:pt>
              <c:pt idx="2509">
                <c:v>-55</c:v>
              </c:pt>
              <c:pt idx="2510">
                <c:v>-55</c:v>
              </c:pt>
              <c:pt idx="2511">
                <c:v>-55</c:v>
              </c:pt>
              <c:pt idx="2512">
                <c:v>-55</c:v>
              </c:pt>
              <c:pt idx="2513">
                <c:v>-55</c:v>
              </c:pt>
              <c:pt idx="2514">
                <c:v>-55</c:v>
              </c:pt>
              <c:pt idx="2515">
                <c:v>-55</c:v>
              </c:pt>
              <c:pt idx="2516">
                <c:v>-55</c:v>
              </c:pt>
              <c:pt idx="2517">
                <c:v>-55</c:v>
              </c:pt>
              <c:pt idx="2518">
                <c:v>-55</c:v>
              </c:pt>
              <c:pt idx="2519">
                <c:v>-55</c:v>
              </c:pt>
              <c:pt idx="2520">
                <c:v>-55</c:v>
              </c:pt>
              <c:pt idx="2521">
                <c:v>-55</c:v>
              </c:pt>
              <c:pt idx="2522">
                <c:v>-55</c:v>
              </c:pt>
              <c:pt idx="2523">
                <c:v>-55</c:v>
              </c:pt>
              <c:pt idx="2524">
                <c:v>-55</c:v>
              </c:pt>
              <c:pt idx="2525">
                <c:v>-55</c:v>
              </c:pt>
              <c:pt idx="2526">
                <c:v>-55</c:v>
              </c:pt>
              <c:pt idx="2527">
                <c:v>-55</c:v>
              </c:pt>
              <c:pt idx="2528">
                <c:v>-55</c:v>
              </c:pt>
              <c:pt idx="2529">
                <c:v>-55</c:v>
              </c:pt>
              <c:pt idx="2530">
                <c:v>-55</c:v>
              </c:pt>
              <c:pt idx="2531">
                <c:v>-55</c:v>
              </c:pt>
              <c:pt idx="2532">
                <c:v>-55</c:v>
              </c:pt>
              <c:pt idx="2533">
                <c:v>-55</c:v>
              </c:pt>
              <c:pt idx="2534">
                <c:v>-55</c:v>
              </c:pt>
              <c:pt idx="2535">
                <c:v>-55</c:v>
              </c:pt>
              <c:pt idx="2536">
                <c:v>-55</c:v>
              </c:pt>
              <c:pt idx="2537">
                <c:v>-55</c:v>
              </c:pt>
              <c:pt idx="2538">
                <c:v>-55</c:v>
              </c:pt>
              <c:pt idx="2539">
                <c:v>-55</c:v>
              </c:pt>
              <c:pt idx="2540">
                <c:v>-55</c:v>
              </c:pt>
              <c:pt idx="2541">
                <c:v>-55</c:v>
              </c:pt>
              <c:pt idx="2542">
                <c:v>-55</c:v>
              </c:pt>
              <c:pt idx="2543">
                <c:v>-55</c:v>
              </c:pt>
              <c:pt idx="2544">
                <c:v>-55</c:v>
              </c:pt>
              <c:pt idx="2545">
                <c:v>-55</c:v>
              </c:pt>
              <c:pt idx="2546">
                <c:v>-55</c:v>
              </c:pt>
              <c:pt idx="2547">
                <c:v>-55</c:v>
              </c:pt>
              <c:pt idx="2548">
                <c:v>-55</c:v>
              </c:pt>
              <c:pt idx="2549">
                <c:v>-55</c:v>
              </c:pt>
              <c:pt idx="2550">
                <c:v>-55</c:v>
              </c:pt>
              <c:pt idx="2551">
                <c:v>-55</c:v>
              </c:pt>
              <c:pt idx="2552">
                <c:v>-55</c:v>
              </c:pt>
              <c:pt idx="2553">
                <c:v>-55</c:v>
              </c:pt>
              <c:pt idx="2554">
                <c:v>-55</c:v>
              </c:pt>
              <c:pt idx="2555">
                <c:v>-55</c:v>
              </c:pt>
              <c:pt idx="2556">
                <c:v>-55</c:v>
              </c:pt>
              <c:pt idx="2557">
                <c:v>-55</c:v>
              </c:pt>
              <c:pt idx="2558">
                <c:v>-55</c:v>
              </c:pt>
              <c:pt idx="2559">
                <c:v>-55</c:v>
              </c:pt>
              <c:pt idx="2560">
                <c:v>-55</c:v>
              </c:pt>
              <c:pt idx="2561">
                <c:v>-55</c:v>
              </c:pt>
              <c:pt idx="2562">
                <c:v>-55</c:v>
              </c:pt>
              <c:pt idx="2563">
                <c:v>-55</c:v>
              </c:pt>
              <c:pt idx="2564">
                <c:v>-55</c:v>
              </c:pt>
              <c:pt idx="2565">
                <c:v>-55</c:v>
              </c:pt>
              <c:pt idx="2566">
                <c:v>-55</c:v>
              </c:pt>
              <c:pt idx="2567">
                <c:v>-55</c:v>
              </c:pt>
              <c:pt idx="2568">
                <c:v>-55</c:v>
              </c:pt>
              <c:pt idx="2569">
                <c:v>-55</c:v>
              </c:pt>
              <c:pt idx="2570">
                <c:v>-55</c:v>
              </c:pt>
              <c:pt idx="2571">
                <c:v>-55</c:v>
              </c:pt>
              <c:pt idx="2572">
                <c:v>-55</c:v>
              </c:pt>
              <c:pt idx="2573">
                <c:v>-55</c:v>
              </c:pt>
              <c:pt idx="2574">
                <c:v>-55</c:v>
              </c:pt>
              <c:pt idx="2575">
                <c:v>-55</c:v>
              </c:pt>
              <c:pt idx="2576">
                <c:v>-55</c:v>
              </c:pt>
              <c:pt idx="2577">
                <c:v>-55</c:v>
              </c:pt>
              <c:pt idx="2578">
                <c:v>-55</c:v>
              </c:pt>
              <c:pt idx="2579">
                <c:v>-55</c:v>
              </c:pt>
              <c:pt idx="2580">
                <c:v>-55</c:v>
              </c:pt>
              <c:pt idx="2581">
                <c:v>-55</c:v>
              </c:pt>
              <c:pt idx="2582">
                <c:v>-55</c:v>
              </c:pt>
              <c:pt idx="2583">
                <c:v>-55</c:v>
              </c:pt>
              <c:pt idx="2584">
                <c:v>-55</c:v>
              </c:pt>
              <c:pt idx="2585">
                <c:v>-55</c:v>
              </c:pt>
              <c:pt idx="2586">
                <c:v>-55</c:v>
              </c:pt>
              <c:pt idx="2587">
                <c:v>-55</c:v>
              </c:pt>
              <c:pt idx="2588">
                <c:v>-55</c:v>
              </c:pt>
              <c:pt idx="2589">
                <c:v>-55</c:v>
              </c:pt>
              <c:pt idx="2590">
                <c:v>-55</c:v>
              </c:pt>
              <c:pt idx="2591">
                <c:v>-55</c:v>
              </c:pt>
              <c:pt idx="2592">
                <c:v>-55</c:v>
              </c:pt>
              <c:pt idx="2593">
                <c:v>-55</c:v>
              </c:pt>
              <c:pt idx="2594">
                <c:v>-55</c:v>
              </c:pt>
              <c:pt idx="2595">
                <c:v>-55</c:v>
              </c:pt>
              <c:pt idx="2596">
                <c:v>-55</c:v>
              </c:pt>
              <c:pt idx="2597">
                <c:v>-55</c:v>
              </c:pt>
              <c:pt idx="2598">
                <c:v>-55</c:v>
              </c:pt>
              <c:pt idx="2599">
                <c:v>-55</c:v>
              </c:pt>
              <c:pt idx="2600">
                <c:v>-55</c:v>
              </c:pt>
              <c:pt idx="2601">
                <c:v>-55</c:v>
              </c:pt>
              <c:pt idx="2602">
                <c:v>-55</c:v>
              </c:pt>
              <c:pt idx="2603">
                <c:v>-55</c:v>
              </c:pt>
              <c:pt idx="2604">
                <c:v>-55</c:v>
              </c:pt>
              <c:pt idx="2605">
                <c:v>-55</c:v>
              </c:pt>
              <c:pt idx="2606">
                <c:v>-55</c:v>
              </c:pt>
              <c:pt idx="2607">
                <c:v>-55</c:v>
              </c:pt>
              <c:pt idx="2608">
                <c:v>-55</c:v>
              </c:pt>
              <c:pt idx="2609">
                <c:v>-55</c:v>
              </c:pt>
              <c:pt idx="2610">
                <c:v>-55</c:v>
              </c:pt>
              <c:pt idx="2611">
                <c:v>-55</c:v>
              </c:pt>
              <c:pt idx="2612">
                <c:v>-55</c:v>
              </c:pt>
              <c:pt idx="2613">
                <c:v>-55</c:v>
              </c:pt>
              <c:pt idx="2614">
                <c:v>-55</c:v>
              </c:pt>
              <c:pt idx="2615">
                <c:v>-55</c:v>
              </c:pt>
              <c:pt idx="2616">
                <c:v>-55</c:v>
              </c:pt>
              <c:pt idx="2617">
                <c:v>-55</c:v>
              </c:pt>
              <c:pt idx="2618">
                <c:v>-55</c:v>
              </c:pt>
              <c:pt idx="2619">
                <c:v>-55</c:v>
              </c:pt>
              <c:pt idx="2620">
                <c:v>-55</c:v>
              </c:pt>
              <c:pt idx="2621">
                <c:v>-55</c:v>
              </c:pt>
              <c:pt idx="2622">
                <c:v>-55</c:v>
              </c:pt>
              <c:pt idx="2623">
                <c:v>-55</c:v>
              </c:pt>
              <c:pt idx="2624">
                <c:v>-55</c:v>
              </c:pt>
              <c:pt idx="2625">
                <c:v>-55</c:v>
              </c:pt>
              <c:pt idx="2626">
                <c:v>-55</c:v>
              </c:pt>
              <c:pt idx="2627">
                <c:v>-55</c:v>
              </c:pt>
              <c:pt idx="2628">
                <c:v>-55</c:v>
              </c:pt>
              <c:pt idx="2629">
                <c:v>-55</c:v>
              </c:pt>
              <c:pt idx="2630">
                <c:v>-55</c:v>
              </c:pt>
              <c:pt idx="2631">
                <c:v>-55</c:v>
              </c:pt>
              <c:pt idx="2632">
                <c:v>-55</c:v>
              </c:pt>
              <c:pt idx="2633">
                <c:v>-55</c:v>
              </c:pt>
              <c:pt idx="2634">
                <c:v>-55</c:v>
              </c:pt>
              <c:pt idx="2635">
                <c:v>-55</c:v>
              </c:pt>
              <c:pt idx="2636">
                <c:v>-55</c:v>
              </c:pt>
              <c:pt idx="2637">
                <c:v>-55</c:v>
              </c:pt>
              <c:pt idx="2638">
                <c:v>-55</c:v>
              </c:pt>
              <c:pt idx="2639">
                <c:v>-55</c:v>
              </c:pt>
              <c:pt idx="2640">
                <c:v>-55</c:v>
              </c:pt>
              <c:pt idx="2641">
                <c:v>-55</c:v>
              </c:pt>
              <c:pt idx="2642">
                <c:v>-55</c:v>
              </c:pt>
              <c:pt idx="2643">
                <c:v>-55</c:v>
              </c:pt>
              <c:pt idx="2644">
                <c:v>-55</c:v>
              </c:pt>
              <c:pt idx="2645">
                <c:v>-55</c:v>
              </c:pt>
              <c:pt idx="2646">
                <c:v>-55</c:v>
              </c:pt>
              <c:pt idx="2647">
                <c:v>-55</c:v>
              </c:pt>
              <c:pt idx="2648">
                <c:v>-55</c:v>
              </c:pt>
              <c:pt idx="2649">
                <c:v>-55</c:v>
              </c:pt>
              <c:pt idx="2650">
                <c:v>-55</c:v>
              </c:pt>
              <c:pt idx="2651">
                <c:v>-55</c:v>
              </c:pt>
              <c:pt idx="2652">
                <c:v>-55</c:v>
              </c:pt>
              <c:pt idx="2653">
                <c:v>-55</c:v>
              </c:pt>
              <c:pt idx="2654">
                <c:v>-55</c:v>
              </c:pt>
              <c:pt idx="2655">
                <c:v>-55</c:v>
              </c:pt>
              <c:pt idx="2656">
                <c:v>-55</c:v>
              </c:pt>
              <c:pt idx="2657">
                <c:v>-55</c:v>
              </c:pt>
              <c:pt idx="2658">
                <c:v>-55</c:v>
              </c:pt>
              <c:pt idx="2659">
                <c:v>-55</c:v>
              </c:pt>
              <c:pt idx="2660">
                <c:v>-55</c:v>
              </c:pt>
              <c:pt idx="2661">
                <c:v>-55</c:v>
              </c:pt>
              <c:pt idx="2662">
                <c:v>-55</c:v>
              </c:pt>
              <c:pt idx="2663">
                <c:v>-55</c:v>
              </c:pt>
              <c:pt idx="2664">
                <c:v>-55</c:v>
              </c:pt>
              <c:pt idx="2665">
                <c:v>-55</c:v>
              </c:pt>
              <c:pt idx="2666">
                <c:v>-55</c:v>
              </c:pt>
              <c:pt idx="2667">
                <c:v>-55</c:v>
              </c:pt>
              <c:pt idx="2668">
                <c:v>-55</c:v>
              </c:pt>
              <c:pt idx="2669">
                <c:v>-55</c:v>
              </c:pt>
              <c:pt idx="2670">
                <c:v>-55</c:v>
              </c:pt>
              <c:pt idx="2671">
                <c:v>-55</c:v>
              </c:pt>
              <c:pt idx="2672">
                <c:v>-55</c:v>
              </c:pt>
              <c:pt idx="2673">
                <c:v>-55</c:v>
              </c:pt>
              <c:pt idx="2674">
                <c:v>-55</c:v>
              </c:pt>
              <c:pt idx="2675">
                <c:v>-55</c:v>
              </c:pt>
              <c:pt idx="2676">
                <c:v>-55</c:v>
              </c:pt>
              <c:pt idx="2677">
                <c:v>-55</c:v>
              </c:pt>
              <c:pt idx="2678">
                <c:v>-55</c:v>
              </c:pt>
              <c:pt idx="2679">
                <c:v>-55</c:v>
              </c:pt>
              <c:pt idx="2680">
                <c:v>-55</c:v>
              </c:pt>
              <c:pt idx="2681">
                <c:v>-55</c:v>
              </c:pt>
              <c:pt idx="2682">
                <c:v>-55</c:v>
              </c:pt>
              <c:pt idx="2683">
                <c:v>-55</c:v>
              </c:pt>
              <c:pt idx="2684">
                <c:v>-55</c:v>
              </c:pt>
              <c:pt idx="2685">
                <c:v>-55</c:v>
              </c:pt>
              <c:pt idx="2686">
                <c:v>-55</c:v>
              </c:pt>
              <c:pt idx="2687">
                <c:v>-55</c:v>
              </c:pt>
              <c:pt idx="2688">
                <c:v>-55</c:v>
              </c:pt>
              <c:pt idx="2689">
                <c:v>-55</c:v>
              </c:pt>
              <c:pt idx="2690">
                <c:v>-55</c:v>
              </c:pt>
              <c:pt idx="2691">
                <c:v>-55</c:v>
              </c:pt>
              <c:pt idx="2692">
                <c:v>-55</c:v>
              </c:pt>
              <c:pt idx="2693">
                <c:v>-55</c:v>
              </c:pt>
              <c:pt idx="2694">
                <c:v>-55</c:v>
              </c:pt>
              <c:pt idx="2695">
                <c:v>-55</c:v>
              </c:pt>
              <c:pt idx="2696">
                <c:v>-55</c:v>
              </c:pt>
              <c:pt idx="2697">
                <c:v>-55</c:v>
              </c:pt>
              <c:pt idx="2698">
                <c:v>-55</c:v>
              </c:pt>
              <c:pt idx="2699">
                <c:v>-55</c:v>
              </c:pt>
              <c:pt idx="2700">
                <c:v>-55</c:v>
              </c:pt>
              <c:pt idx="2701">
                <c:v>-55</c:v>
              </c:pt>
              <c:pt idx="2702">
                <c:v>-55</c:v>
              </c:pt>
              <c:pt idx="2703">
                <c:v>-55</c:v>
              </c:pt>
              <c:pt idx="2704">
                <c:v>-55</c:v>
              </c:pt>
              <c:pt idx="2705">
                <c:v>-55</c:v>
              </c:pt>
              <c:pt idx="2706">
                <c:v>-55</c:v>
              </c:pt>
              <c:pt idx="2707">
                <c:v>-55</c:v>
              </c:pt>
              <c:pt idx="2708">
                <c:v>-55</c:v>
              </c:pt>
              <c:pt idx="2709">
                <c:v>-55</c:v>
              </c:pt>
              <c:pt idx="2710">
                <c:v>-55</c:v>
              </c:pt>
              <c:pt idx="2711">
                <c:v>-55</c:v>
              </c:pt>
              <c:pt idx="2712">
                <c:v>-55</c:v>
              </c:pt>
              <c:pt idx="2713">
                <c:v>-55</c:v>
              </c:pt>
              <c:pt idx="2714">
                <c:v>-55</c:v>
              </c:pt>
              <c:pt idx="2715">
                <c:v>-55</c:v>
              </c:pt>
              <c:pt idx="2716">
                <c:v>-55</c:v>
              </c:pt>
              <c:pt idx="2717">
                <c:v>-55</c:v>
              </c:pt>
              <c:pt idx="2718">
                <c:v>-55</c:v>
              </c:pt>
              <c:pt idx="2719">
                <c:v>-55</c:v>
              </c:pt>
              <c:pt idx="2720">
                <c:v>-55</c:v>
              </c:pt>
              <c:pt idx="2721">
                <c:v>-55</c:v>
              </c:pt>
              <c:pt idx="2722">
                <c:v>-55</c:v>
              </c:pt>
              <c:pt idx="2723">
                <c:v>-55</c:v>
              </c:pt>
              <c:pt idx="2724">
                <c:v>-55</c:v>
              </c:pt>
              <c:pt idx="2725">
                <c:v>-55</c:v>
              </c:pt>
              <c:pt idx="2726">
                <c:v>-55</c:v>
              </c:pt>
              <c:pt idx="2727">
                <c:v>-55</c:v>
              </c:pt>
              <c:pt idx="2728">
                <c:v>-55</c:v>
              </c:pt>
              <c:pt idx="2729">
                <c:v>-55</c:v>
              </c:pt>
              <c:pt idx="2730">
                <c:v>-55</c:v>
              </c:pt>
              <c:pt idx="2731">
                <c:v>-55</c:v>
              </c:pt>
              <c:pt idx="2732">
                <c:v>-55</c:v>
              </c:pt>
              <c:pt idx="2733">
                <c:v>-55</c:v>
              </c:pt>
              <c:pt idx="2734">
                <c:v>-55</c:v>
              </c:pt>
              <c:pt idx="2735">
                <c:v>-55</c:v>
              </c:pt>
              <c:pt idx="2736">
                <c:v>-55</c:v>
              </c:pt>
              <c:pt idx="2737">
                <c:v>-55</c:v>
              </c:pt>
              <c:pt idx="2738">
                <c:v>-55</c:v>
              </c:pt>
              <c:pt idx="2739">
                <c:v>-55</c:v>
              </c:pt>
              <c:pt idx="2740">
                <c:v>-55</c:v>
              </c:pt>
              <c:pt idx="2741">
                <c:v>-55</c:v>
              </c:pt>
              <c:pt idx="2742">
                <c:v>-55</c:v>
              </c:pt>
              <c:pt idx="2743">
                <c:v>-55</c:v>
              </c:pt>
              <c:pt idx="2744">
                <c:v>-55</c:v>
              </c:pt>
              <c:pt idx="2745">
                <c:v>-55</c:v>
              </c:pt>
              <c:pt idx="2746">
                <c:v>-55</c:v>
              </c:pt>
              <c:pt idx="2747">
                <c:v>-55</c:v>
              </c:pt>
              <c:pt idx="2748">
                <c:v>-55</c:v>
              </c:pt>
              <c:pt idx="2749">
                <c:v>-55</c:v>
              </c:pt>
              <c:pt idx="2750">
                <c:v>-55</c:v>
              </c:pt>
              <c:pt idx="2751">
                <c:v>-55</c:v>
              </c:pt>
              <c:pt idx="2752">
                <c:v>-55</c:v>
              </c:pt>
              <c:pt idx="2753">
                <c:v>-55</c:v>
              </c:pt>
              <c:pt idx="2754">
                <c:v>-55</c:v>
              </c:pt>
              <c:pt idx="2755">
                <c:v>-55</c:v>
              </c:pt>
              <c:pt idx="2756">
                <c:v>-55</c:v>
              </c:pt>
              <c:pt idx="2757">
                <c:v>-55</c:v>
              </c:pt>
              <c:pt idx="2758">
                <c:v>-55</c:v>
              </c:pt>
              <c:pt idx="2759">
                <c:v>-55</c:v>
              </c:pt>
              <c:pt idx="2760">
                <c:v>-55</c:v>
              </c:pt>
              <c:pt idx="2761">
                <c:v>-55</c:v>
              </c:pt>
              <c:pt idx="2762">
                <c:v>-55</c:v>
              </c:pt>
              <c:pt idx="2763">
                <c:v>-55</c:v>
              </c:pt>
              <c:pt idx="2764">
                <c:v>-55</c:v>
              </c:pt>
              <c:pt idx="2765">
                <c:v>-55</c:v>
              </c:pt>
              <c:pt idx="2766">
                <c:v>-55</c:v>
              </c:pt>
              <c:pt idx="2767">
                <c:v>-55</c:v>
              </c:pt>
              <c:pt idx="2768">
                <c:v>-55</c:v>
              </c:pt>
              <c:pt idx="2769">
                <c:v>-55</c:v>
              </c:pt>
              <c:pt idx="2770">
                <c:v>-55</c:v>
              </c:pt>
              <c:pt idx="2771">
                <c:v>-55</c:v>
              </c:pt>
              <c:pt idx="2772">
                <c:v>-55</c:v>
              </c:pt>
              <c:pt idx="2773">
                <c:v>-55</c:v>
              </c:pt>
              <c:pt idx="2774">
                <c:v>-55</c:v>
              </c:pt>
              <c:pt idx="2775">
                <c:v>-55</c:v>
              </c:pt>
              <c:pt idx="2776">
                <c:v>-55</c:v>
              </c:pt>
              <c:pt idx="2777">
                <c:v>-55</c:v>
              </c:pt>
              <c:pt idx="2778">
                <c:v>-55</c:v>
              </c:pt>
              <c:pt idx="2779">
                <c:v>-55</c:v>
              </c:pt>
              <c:pt idx="2780">
                <c:v>-55</c:v>
              </c:pt>
              <c:pt idx="2781">
                <c:v>-55</c:v>
              </c:pt>
              <c:pt idx="2782">
                <c:v>-55</c:v>
              </c:pt>
              <c:pt idx="2783">
                <c:v>-55</c:v>
              </c:pt>
              <c:pt idx="2784">
                <c:v>-55</c:v>
              </c:pt>
              <c:pt idx="2785">
                <c:v>-55</c:v>
              </c:pt>
              <c:pt idx="2786">
                <c:v>-55</c:v>
              </c:pt>
              <c:pt idx="2787">
                <c:v>-55</c:v>
              </c:pt>
              <c:pt idx="2788">
                <c:v>-55</c:v>
              </c:pt>
              <c:pt idx="2789">
                <c:v>-55</c:v>
              </c:pt>
              <c:pt idx="2790">
                <c:v>-55</c:v>
              </c:pt>
              <c:pt idx="2791">
                <c:v>-55</c:v>
              </c:pt>
              <c:pt idx="2792">
                <c:v>-55</c:v>
              </c:pt>
              <c:pt idx="2793">
                <c:v>-55</c:v>
              </c:pt>
              <c:pt idx="2794">
                <c:v>-55</c:v>
              </c:pt>
              <c:pt idx="2795">
                <c:v>-55</c:v>
              </c:pt>
              <c:pt idx="2796">
                <c:v>-55</c:v>
              </c:pt>
              <c:pt idx="2797">
                <c:v>-55</c:v>
              </c:pt>
              <c:pt idx="2798">
                <c:v>-55</c:v>
              </c:pt>
              <c:pt idx="2799">
                <c:v>-55</c:v>
              </c:pt>
              <c:pt idx="2800">
                <c:v>-55</c:v>
              </c:pt>
              <c:pt idx="2801">
                <c:v>-55</c:v>
              </c:pt>
              <c:pt idx="2802">
                <c:v>-55</c:v>
              </c:pt>
              <c:pt idx="2803">
                <c:v>-55</c:v>
              </c:pt>
              <c:pt idx="2804">
                <c:v>-55</c:v>
              </c:pt>
              <c:pt idx="2805">
                <c:v>-55</c:v>
              </c:pt>
              <c:pt idx="2806">
                <c:v>-55</c:v>
              </c:pt>
              <c:pt idx="2807">
                <c:v>-55</c:v>
              </c:pt>
              <c:pt idx="2808">
                <c:v>-55</c:v>
              </c:pt>
              <c:pt idx="2809">
                <c:v>-55</c:v>
              </c:pt>
              <c:pt idx="2810">
                <c:v>-55</c:v>
              </c:pt>
              <c:pt idx="2811">
                <c:v>-55</c:v>
              </c:pt>
              <c:pt idx="2812">
                <c:v>-55</c:v>
              </c:pt>
              <c:pt idx="2813">
                <c:v>-55</c:v>
              </c:pt>
              <c:pt idx="2814">
                <c:v>-55</c:v>
              </c:pt>
              <c:pt idx="2815">
                <c:v>-55</c:v>
              </c:pt>
              <c:pt idx="2816">
                <c:v>-55</c:v>
              </c:pt>
              <c:pt idx="2817">
                <c:v>-55</c:v>
              </c:pt>
              <c:pt idx="2818">
                <c:v>-55</c:v>
              </c:pt>
              <c:pt idx="2819">
                <c:v>-55</c:v>
              </c:pt>
              <c:pt idx="2820">
                <c:v>-55</c:v>
              </c:pt>
              <c:pt idx="2821">
                <c:v>-55</c:v>
              </c:pt>
              <c:pt idx="2822">
                <c:v>-55</c:v>
              </c:pt>
              <c:pt idx="2823">
                <c:v>-55</c:v>
              </c:pt>
              <c:pt idx="2824">
                <c:v>-55</c:v>
              </c:pt>
              <c:pt idx="2825">
                <c:v>-55</c:v>
              </c:pt>
              <c:pt idx="2826">
                <c:v>-55</c:v>
              </c:pt>
              <c:pt idx="2827">
                <c:v>-55</c:v>
              </c:pt>
              <c:pt idx="2828">
                <c:v>-55</c:v>
              </c:pt>
              <c:pt idx="2829">
                <c:v>-55</c:v>
              </c:pt>
              <c:pt idx="2830">
                <c:v>-55</c:v>
              </c:pt>
              <c:pt idx="2831">
                <c:v>-55</c:v>
              </c:pt>
              <c:pt idx="2832">
                <c:v>-55</c:v>
              </c:pt>
              <c:pt idx="2833">
                <c:v>-55</c:v>
              </c:pt>
              <c:pt idx="2834">
                <c:v>-55</c:v>
              </c:pt>
              <c:pt idx="2835">
                <c:v>-55</c:v>
              </c:pt>
              <c:pt idx="2836">
                <c:v>-55</c:v>
              </c:pt>
              <c:pt idx="2837">
                <c:v>-55</c:v>
              </c:pt>
              <c:pt idx="2838">
                <c:v>-55</c:v>
              </c:pt>
              <c:pt idx="2839">
                <c:v>-55</c:v>
              </c:pt>
              <c:pt idx="2840">
                <c:v>-55</c:v>
              </c:pt>
              <c:pt idx="2841">
                <c:v>-55</c:v>
              </c:pt>
              <c:pt idx="2842">
                <c:v>-55</c:v>
              </c:pt>
              <c:pt idx="2843">
                <c:v>-55</c:v>
              </c:pt>
              <c:pt idx="2844">
                <c:v>-55</c:v>
              </c:pt>
              <c:pt idx="2845">
                <c:v>-55</c:v>
              </c:pt>
              <c:pt idx="2846">
                <c:v>-55</c:v>
              </c:pt>
              <c:pt idx="2847">
                <c:v>-55</c:v>
              </c:pt>
              <c:pt idx="2848">
                <c:v>-55</c:v>
              </c:pt>
              <c:pt idx="2849">
                <c:v>-55</c:v>
              </c:pt>
              <c:pt idx="2850">
                <c:v>-55</c:v>
              </c:pt>
              <c:pt idx="2851">
                <c:v>-55</c:v>
              </c:pt>
              <c:pt idx="2852">
                <c:v>-55</c:v>
              </c:pt>
              <c:pt idx="2853">
                <c:v>-55</c:v>
              </c:pt>
              <c:pt idx="2854">
                <c:v>-55</c:v>
              </c:pt>
              <c:pt idx="2855">
                <c:v>-55</c:v>
              </c:pt>
              <c:pt idx="2856">
                <c:v>-55</c:v>
              </c:pt>
              <c:pt idx="2857">
                <c:v>-55</c:v>
              </c:pt>
              <c:pt idx="2858">
                <c:v>-55</c:v>
              </c:pt>
              <c:pt idx="2859">
                <c:v>-55</c:v>
              </c:pt>
              <c:pt idx="2860">
                <c:v>-55</c:v>
              </c:pt>
              <c:pt idx="2861">
                <c:v>-55</c:v>
              </c:pt>
              <c:pt idx="2862">
                <c:v>-55</c:v>
              </c:pt>
              <c:pt idx="2863">
                <c:v>-55</c:v>
              </c:pt>
              <c:pt idx="2864">
                <c:v>-55</c:v>
              </c:pt>
              <c:pt idx="2865">
                <c:v>-55</c:v>
              </c:pt>
              <c:pt idx="2866">
                <c:v>-55</c:v>
              </c:pt>
              <c:pt idx="2867">
                <c:v>-55</c:v>
              </c:pt>
              <c:pt idx="2868">
                <c:v>-55</c:v>
              </c:pt>
              <c:pt idx="2869">
                <c:v>-55</c:v>
              </c:pt>
              <c:pt idx="2870">
                <c:v>-55</c:v>
              </c:pt>
              <c:pt idx="2871">
                <c:v>-55</c:v>
              </c:pt>
              <c:pt idx="2872">
                <c:v>-55</c:v>
              </c:pt>
              <c:pt idx="2873">
                <c:v>-55</c:v>
              </c:pt>
              <c:pt idx="2874">
                <c:v>-55</c:v>
              </c:pt>
              <c:pt idx="2875">
                <c:v>-55</c:v>
              </c:pt>
              <c:pt idx="2876">
                <c:v>-55</c:v>
              </c:pt>
              <c:pt idx="2877">
                <c:v>-55</c:v>
              </c:pt>
              <c:pt idx="2878">
                <c:v>-55</c:v>
              </c:pt>
              <c:pt idx="2879">
                <c:v>-55</c:v>
              </c:pt>
              <c:pt idx="2880">
                <c:v>-55</c:v>
              </c:pt>
              <c:pt idx="2881">
                <c:v>-55</c:v>
              </c:pt>
              <c:pt idx="2882">
                <c:v>-55</c:v>
              </c:pt>
              <c:pt idx="2883">
                <c:v>-55</c:v>
              </c:pt>
              <c:pt idx="2884">
                <c:v>-55</c:v>
              </c:pt>
              <c:pt idx="2885">
                <c:v>-55</c:v>
              </c:pt>
              <c:pt idx="2886">
                <c:v>-55</c:v>
              </c:pt>
              <c:pt idx="2887">
                <c:v>-55</c:v>
              </c:pt>
              <c:pt idx="2888">
                <c:v>-55</c:v>
              </c:pt>
              <c:pt idx="2889">
                <c:v>-55</c:v>
              </c:pt>
              <c:pt idx="2890">
                <c:v>-55</c:v>
              </c:pt>
              <c:pt idx="2891">
                <c:v>-55</c:v>
              </c:pt>
              <c:pt idx="2892">
                <c:v>-55</c:v>
              </c:pt>
              <c:pt idx="2893">
                <c:v>-55</c:v>
              </c:pt>
              <c:pt idx="2894">
                <c:v>-55</c:v>
              </c:pt>
              <c:pt idx="2895">
                <c:v>-55</c:v>
              </c:pt>
              <c:pt idx="2896">
                <c:v>-55</c:v>
              </c:pt>
              <c:pt idx="2897">
                <c:v>-55</c:v>
              </c:pt>
              <c:pt idx="2898">
                <c:v>-55</c:v>
              </c:pt>
              <c:pt idx="2899">
                <c:v>-55</c:v>
              </c:pt>
              <c:pt idx="2900">
                <c:v>-55</c:v>
              </c:pt>
              <c:pt idx="2901">
                <c:v>-55</c:v>
              </c:pt>
              <c:pt idx="2902">
                <c:v>-55</c:v>
              </c:pt>
              <c:pt idx="2903">
                <c:v>-55</c:v>
              </c:pt>
              <c:pt idx="2904">
                <c:v>-55</c:v>
              </c:pt>
              <c:pt idx="2905">
                <c:v>-55</c:v>
              </c:pt>
              <c:pt idx="2906">
                <c:v>-55</c:v>
              </c:pt>
              <c:pt idx="2907">
                <c:v>-55</c:v>
              </c:pt>
              <c:pt idx="2908">
                <c:v>-55</c:v>
              </c:pt>
              <c:pt idx="2909">
                <c:v>-55</c:v>
              </c:pt>
              <c:pt idx="2910">
                <c:v>-55</c:v>
              </c:pt>
              <c:pt idx="2911">
                <c:v>-55</c:v>
              </c:pt>
              <c:pt idx="2912">
                <c:v>-55</c:v>
              </c:pt>
              <c:pt idx="2913">
                <c:v>-55</c:v>
              </c:pt>
              <c:pt idx="2914">
                <c:v>-55</c:v>
              </c:pt>
              <c:pt idx="2915">
                <c:v>-55</c:v>
              </c:pt>
              <c:pt idx="2916">
                <c:v>-55</c:v>
              </c:pt>
              <c:pt idx="2917">
                <c:v>-55</c:v>
              </c:pt>
              <c:pt idx="2918">
                <c:v>-55</c:v>
              </c:pt>
              <c:pt idx="2919">
                <c:v>-55</c:v>
              </c:pt>
              <c:pt idx="2920">
                <c:v>-55</c:v>
              </c:pt>
              <c:pt idx="2921">
                <c:v>-55</c:v>
              </c:pt>
              <c:pt idx="2922">
                <c:v>-55</c:v>
              </c:pt>
              <c:pt idx="2923">
                <c:v>-55</c:v>
              </c:pt>
              <c:pt idx="2924">
                <c:v>-55</c:v>
              </c:pt>
              <c:pt idx="2925">
                <c:v>-55</c:v>
              </c:pt>
              <c:pt idx="2926">
                <c:v>-55</c:v>
              </c:pt>
              <c:pt idx="2927">
                <c:v>-55</c:v>
              </c:pt>
              <c:pt idx="2928">
                <c:v>-55</c:v>
              </c:pt>
              <c:pt idx="2929">
                <c:v>-55</c:v>
              </c:pt>
              <c:pt idx="2930">
                <c:v>-55</c:v>
              </c:pt>
              <c:pt idx="2931">
                <c:v>-55</c:v>
              </c:pt>
              <c:pt idx="2932">
                <c:v>-55</c:v>
              </c:pt>
              <c:pt idx="2933">
                <c:v>-55</c:v>
              </c:pt>
              <c:pt idx="2934">
                <c:v>-55</c:v>
              </c:pt>
              <c:pt idx="2935">
                <c:v>-55</c:v>
              </c:pt>
              <c:pt idx="2936">
                <c:v>-55</c:v>
              </c:pt>
              <c:pt idx="2937">
                <c:v>-55</c:v>
              </c:pt>
              <c:pt idx="2938">
                <c:v>-55</c:v>
              </c:pt>
              <c:pt idx="2939">
                <c:v>-55</c:v>
              </c:pt>
              <c:pt idx="2940">
                <c:v>-55</c:v>
              </c:pt>
              <c:pt idx="2941">
                <c:v>-55</c:v>
              </c:pt>
              <c:pt idx="2942">
                <c:v>-55</c:v>
              </c:pt>
              <c:pt idx="2943">
                <c:v>-55</c:v>
              </c:pt>
              <c:pt idx="2944">
                <c:v>-55</c:v>
              </c:pt>
              <c:pt idx="2945">
                <c:v>-55</c:v>
              </c:pt>
              <c:pt idx="2946">
                <c:v>-55</c:v>
              </c:pt>
              <c:pt idx="2947">
                <c:v>-55</c:v>
              </c:pt>
              <c:pt idx="2948">
                <c:v>-55</c:v>
              </c:pt>
              <c:pt idx="2949">
                <c:v>-55</c:v>
              </c:pt>
              <c:pt idx="2950">
                <c:v>-55</c:v>
              </c:pt>
              <c:pt idx="2951">
                <c:v>-55</c:v>
              </c:pt>
              <c:pt idx="2952">
                <c:v>-55</c:v>
              </c:pt>
              <c:pt idx="2953">
                <c:v>-55</c:v>
              </c:pt>
              <c:pt idx="2954">
                <c:v>-55</c:v>
              </c:pt>
              <c:pt idx="2955">
                <c:v>-55</c:v>
              </c:pt>
              <c:pt idx="2956">
                <c:v>-55</c:v>
              </c:pt>
              <c:pt idx="2957">
                <c:v>-55</c:v>
              </c:pt>
              <c:pt idx="2958">
                <c:v>-55</c:v>
              </c:pt>
              <c:pt idx="2959">
                <c:v>-55</c:v>
              </c:pt>
              <c:pt idx="2960">
                <c:v>-55</c:v>
              </c:pt>
              <c:pt idx="2961">
                <c:v>-55</c:v>
              </c:pt>
              <c:pt idx="2962">
                <c:v>-55</c:v>
              </c:pt>
              <c:pt idx="2963">
                <c:v>-55</c:v>
              </c:pt>
              <c:pt idx="2964">
                <c:v>-55</c:v>
              </c:pt>
              <c:pt idx="2965">
                <c:v>-55</c:v>
              </c:pt>
              <c:pt idx="2966">
                <c:v>-55</c:v>
              </c:pt>
              <c:pt idx="2967">
                <c:v>-55</c:v>
              </c:pt>
              <c:pt idx="2968">
                <c:v>-55</c:v>
              </c:pt>
              <c:pt idx="2969">
                <c:v>-55</c:v>
              </c:pt>
              <c:pt idx="2970">
                <c:v>-55</c:v>
              </c:pt>
              <c:pt idx="2971">
                <c:v>-55</c:v>
              </c:pt>
              <c:pt idx="2972">
                <c:v>-55</c:v>
              </c:pt>
              <c:pt idx="2973">
                <c:v>-55</c:v>
              </c:pt>
              <c:pt idx="2974">
                <c:v>-55</c:v>
              </c:pt>
              <c:pt idx="2975">
                <c:v>-55</c:v>
              </c:pt>
              <c:pt idx="2976">
                <c:v>-55</c:v>
              </c:pt>
              <c:pt idx="2977">
                <c:v>-55</c:v>
              </c:pt>
              <c:pt idx="2978">
                <c:v>-55</c:v>
              </c:pt>
              <c:pt idx="2979">
                <c:v>-55</c:v>
              </c:pt>
              <c:pt idx="2980">
                <c:v>-55</c:v>
              </c:pt>
              <c:pt idx="2981">
                <c:v>-55</c:v>
              </c:pt>
              <c:pt idx="2982">
                <c:v>-55</c:v>
              </c:pt>
              <c:pt idx="2983">
                <c:v>-55</c:v>
              </c:pt>
              <c:pt idx="2984">
                <c:v>-55</c:v>
              </c:pt>
              <c:pt idx="2985">
                <c:v>-55</c:v>
              </c:pt>
              <c:pt idx="2986">
                <c:v>-55</c:v>
              </c:pt>
              <c:pt idx="2987">
                <c:v>-55</c:v>
              </c:pt>
              <c:pt idx="2988">
                <c:v>-55</c:v>
              </c:pt>
              <c:pt idx="2989">
                <c:v>-55</c:v>
              </c:pt>
              <c:pt idx="2990">
                <c:v>-55</c:v>
              </c:pt>
              <c:pt idx="2991">
                <c:v>-55</c:v>
              </c:pt>
              <c:pt idx="2992">
                <c:v>-55</c:v>
              </c:pt>
              <c:pt idx="2993">
                <c:v>-55</c:v>
              </c:pt>
              <c:pt idx="2994">
                <c:v>-55</c:v>
              </c:pt>
              <c:pt idx="2995">
                <c:v>-55</c:v>
              </c:pt>
              <c:pt idx="2996">
                <c:v>-55</c:v>
              </c:pt>
              <c:pt idx="2997">
                <c:v>-55</c:v>
              </c:pt>
              <c:pt idx="2998">
                <c:v>-55</c:v>
              </c:pt>
              <c:pt idx="2999">
                <c:v>-55</c:v>
              </c:pt>
              <c:pt idx="3000">
                <c:v>-55</c:v>
              </c:pt>
              <c:pt idx="3001">
                <c:v>-55</c:v>
              </c:pt>
              <c:pt idx="3002">
                <c:v>-55</c:v>
              </c:pt>
              <c:pt idx="3003">
                <c:v>-55</c:v>
              </c:pt>
              <c:pt idx="3004">
                <c:v>-55</c:v>
              </c:pt>
              <c:pt idx="3005">
                <c:v>-55</c:v>
              </c:pt>
              <c:pt idx="3006">
                <c:v>-55</c:v>
              </c:pt>
              <c:pt idx="3007">
                <c:v>-55</c:v>
              </c:pt>
              <c:pt idx="3008">
                <c:v>-55</c:v>
              </c:pt>
              <c:pt idx="3009">
                <c:v>-55</c:v>
              </c:pt>
              <c:pt idx="3010">
                <c:v>-55</c:v>
              </c:pt>
              <c:pt idx="3011">
                <c:v>-55</c:v>
              </c:pt>
              <c:pt idx="3012">
                <c:v>-55</c:v>
              </c:pt>
              <c:pt idx="3013">
                <c:v>-55</c:v>
              </c:pt>
              <c:pt idx="3014">
                <c:v>-55</c:v>
              </c:pt>
              <c:pt idx="3015">
                <c:v>-55</c:v>
              </c:pt>
              <c:pt idx="3016">
                <c:v>-55</c:v>
              </c:pt>
              <c:pt idx="3017">
                <c:v>-55</c:v>
              </c:pt>
              <c:pt idx="3018">
                <c:v>-55</c:v>
              </c:pt>
              <c:pt idx="3019">
                <c:v>-55</c:v>
              </c:pt>
              <c:pt idx="3020">
                <c:v>-55</c:v>
              </c:pt>
              <c:pt idx="3021">
                <c:v>-55</c:v>
              </c:pt>
              <c:pt idx="3022">
                <c:v>-55</c:v>
              </c:pt>
              <c:pt idx="3023">
                <c:v>-55</c:v>
              </c:pt>
              <c:pt idx="3024">
                <c:v>-55</c:v>
              </c:pt>
              <c:pt idx="3025">
                <c:v>-55</c:v>
              </c:pt>
              <c:pt idx="3026">
                <c:v>-55</c:v>
              </c:pt>
              <c:pt idx="3027">
                <c:v>-55</c:v>
              </c:pt>
              <c:pt idx="3028">
                <c:v>-55</c:v>
              </c:pt>
              <c:pt idx="3029">
                <c:v>-55</c:v>
              </c:pt>
              <c:pt idx="3030">
                <c:v>-55</c:v>
              </c:pt>
              <c:pt idx="3031">
                <c:v>-55</c:v>
              </c:pt>
              <c:pt idx="3032">
                <c:v>-55</c:v>
              </c:pt>
              <c:pt idx="3033">
                <c:v>-55</c:v>
              </c:pt>
              <c:pt idx="3034">
                <c:v>-55</c:v>
              </c:pt>
              <c:pt idx="3035">
                <c:v>-55</c:v>
              </c:pt>
              <c:pt idx="3036">
                <c:v>-55</c:v>
              </c:pt>
              <c:pt idx="3037">
                <c:v>-55</c:v>
              </c:pt>
              <c:pt idx="3038">
                <c:v>-55</c:v>
              </c:pt>
              <c:pt idx="3039">
                <c:v>-55</c:v>
              </c:pt>
              <c:pt idx="3040">
                <c:v>-55</c:v>
              </c:pt>
              <c:pt idx="3041">
                <c:v>-55</c:v>
              </c:pt>
              <c:pt idx="3042">
                <c:v>-55</c:v>
              </c:pt>
              <c:pt idx="3043">
                <c:v>-55</c:v>
              </c:pt>
              <c:pt idx="3044">
                <c:v>-55</c:v>
              </c:pt>
              <c:pt idx="3045">
                <c:v>-55</c:v>
              </c:pt>
              <c:pt idx="3046">
                <c:v>-55</c:v>
              </c:pt>
              <c:pt idx="3047">
                <c:v>-55</c:v>
              </c:pt>
              <c:pt idx="3048">
                <c:v>-55</c:v>
              </c:pt>
              <c:pt idx="3049">
                <c:v>-55</c:v>
              </c:pt>
              <c:pt idx="3050">
                <c:v>-55</c:v>
              </c:pt>
              <c:pt idx="3051">
                <c:v>-55</c:v>
              </c:pt>
              <c:pt idx="3052">
                <c:v>-55</c:v>
              </c:pt>
              <c:pt idx="3053">
                <c:v>-55</c:v>
              </c:pt>
              <c:pt idx="3054">
                <c:v>-55</c:v>
              </c:pt>
              <c:pt idx="3055">
                <c:v>-55</c:v>
              </c:pt>
              <c:pt idx="3056">
                <c:v>-55</c:v>
              </c:pt>
              <c:pt idx="3057">
                <c:v>-55</c:v>
              </c:pt>
              <c:pt idx="3058">
                <c:v>-55</c:v>
              </c:pt>
              <c:pt idx="3059">
                <c:v>-55</c:v>
              </c:pt>
              <c:pt idx="3060">
                <c:v>-55</c:v>
              </c:pt>
              <c:pt idx="3061">
                <c:v>-55</c:v>
              </c:pt>
              <c:pt idx="3062">
                <c:v>-55</c:v>
              </c:pt>
              <c:pt idx="3063">
                <c:v>-55</c:v>
              </c:pt>
              <c:pt idx="3064">
                <c:v>-55</c:v>
              </c:pt>
              <c:pt idx="3065">
                <c:v>-55</c:v>
              </c:pt>
              <c:pt idx="3066">
                <c:v>-55</c:v>
              </c:pt>
              <c:pt idx="3067">
                <c:v>-55</c:v>
              </c:pt>
              <c:pt idx="3068">
                <c:v>-55</c:v>
              </c:pt>
              <c:pt idx="3069">
                <c:v>-55</c:v>
              </c:pt>
              <c:pt idx="3070">
                <c:v>-55</c:v>
              </c:pt>
              <c:pt idx="3071">
                <c:v>-55</c:v>
              </c:pt>
              <c:pt idx="3072">
                <c:v>-55</c:v>
              </c:pt>
              <c:pt idx="3073">
                <c:v>-55</c:v>
              </c:pt>
              <c:pt idx="3074">
                <c:v>-55</c:v>
              </c:pt>
              <c:pt idx="3075">
                <c:v>-55</c:v>
              </c:pt>
              <c:pt idx="3076">
                <c:v>-55</c:v>
              </c:pt>
              <c:pt idx="3077">
                <c:v>-55</c:v>
              </c:pt>
              <c:pt idx="3078">
                <c:v>-55</c:v>
              </c:pt>
              <c:pt idx="3079">
                <c:v>-55</c:v>
              </c:pt>
              <c:pt idx="3080">
                <c:v>-55</c:v>
              </c:pt>
              <c:pt idx="3081">
                <c:v>-55</c:v>
              </c:pt>
              <c:pt idx="3082">
                <c:v>-55</c:v>
              </c:pt>
              <c:pt idx="3083">
                <c:v>-55</c:v>
              </c:pt>
              <c:pt idx="3084">
                <c:v>-55</c:v>
              </c:pt>
              <c:pt idx="3085">
                <c:v>-55</c:v>
              </c:pt>
              <c:pt idx="3086">
                <c:v>-55</c:v>
              </c:pt>
              <c:pt idx="3087">
                <c:v>-55</c:v>
              </c:pt>
              <c:pt idx="3088">
                <c:v>-55</c:v>
              </c:pt>
              <c:pt idx="3089">
                <c:v>-55</c:v>
              </c:pt>
              <c:pt idx="3090">
                <c:v>-55</c:v>
              </c:pt>
              <c:pt idx="3091">
                <c:v>-55</c:v>
              </c:pt>
              <c:pt idx="3092">
                <c:v>-55</c:v>
              </c:pt>
              <c:pt idx="3093">
                <c:v>-55</c:v>
              </c:pt>
              <c:pt idx="3094">
                <c:v>-55</c:v>
              </c:pt>
              <c:pt idx="3095">
                <c:v>-55</c:v>
              </c:pt>
              <c:pt idx="3096">
                <c:v>-55</c:v>
              </c:pt>
              <c:pt idx="3097">
                <c:v>-55</c:v>
              </c:pt>
              <c:pt idx="3098">
                <c:v>-55</c:v>
              </c:pt>
              <c:pt idx="3099">
                <c:v>-55</c:v>
              </c:pt>
              <c:pt idx="3100">
                <c:v>-55</c:v>
              </c:pt>
              <c:pt idx="3101">
                <c:v>-55</c:v>
              </c:pt>
              <c:pt idx="3102">
                <c:v>-55</c:v>
              </c:pt>
              <c:pt idx="3103">
                <c:v>-55</c:v>
              </c:pt>
              <c:pt idx="3104">
                <c:v>-55</c:v>
              </c:pt>
              <c:pt idx="3105">
                <c:v>-55</c:v>
              </c:pt>
              <c:pt idx="3106">
                <c:v>-55</c:v>
              </c:pt>
              <c:pt idx="3107">
                <c:v>-55</c:v>
              </c:pt>
              <c:pt idx="3108">
                <c:v>-55</c:v>
              </c:pt>
              <c:pt idx="3109">
                <c:v>-55</c:v>
              </c:pt>
              <c:pt idx="3110">
                <c:v>-55</c:v>
              </c:pt>
              <c:pt idx="3111">
                <c:v>-55</c:v>
              </c:pt>
              <c:pt idx="3112">
                <c:v>-55</c:v>
              </c:pt>
              <c:pt idx="3113">
                <c:v>-55</c:v>
              </c:pt>
              <c:pt idx="3114">
                <c:v>-55</c:v>
              </c:pt>
              <c:pt idx="3115">
                <c:v>-55</c:v>
              </c:pt>
              <c:pt idx="3116">
                <c:v>-55</c:v>
              </c:pt>
              <c:pt idx="3117">
                <c:v>-55</c:v>
              </c:pt>
              <c:pt idx="3118">
                <c:v>-55</c:v>
              </c:pt>
              <c:pt idx="3119">
                <c:v>-55</c:v>
              </c:pt>
              <c:pt idx="3120">
                <c:v>-55</c:v>
              </c:pt>
              <c:pt idx="3121">
                <c:v>-55</c:v>
              </c:pt>
              <c:pt idx="3122">
                <c:v>-55</c:v>
              </c:pt>
              <c:pt idx="3123">
                <c:v>-55</c:v>
              </c:pt>
              <c:pt idx="3124">
                <c:v>-55</c:v>
              </c:pt>
              <c:pt idx="3125">
                <c:v>-55</c:v>
              </c:pt>
              <c:pt idx="3126">
                <c:v>-55</c:v>
              </c:pt>
              <c:pt idx="3127">
                <c:v>-55</c:v>
              </c:pt>
              <c:pt idx="3128">
                <c:v>-55</c:v>
              </c:pt>
              <c:pt idx="3129">
                <c:v>-55</c:v>
              </c:pt>
              <c:pt idx="3130">
                <c:v>-55</c:v>
              </c:pt>
              <c:pt idx="3131">
                <c:v>-55</c:v>
              </c:pt>
              <c:pt idx="3132">
                <c:v>-55</c:v>
              </c:pt>
              <c:pt idx="3133">
                <c:v>-55</c:v>
              </c:pt>
              <c:pt idx="3134">
                <c:v>-55</c:v>
              </c:pt>
              <c:pt idx="3135">
                <c:v>-55</c:v>
              </c:pt>
              <c:pt idx="3136">
                <c:v>-55</c:v>
              </c:pt>
              <c:pt idx="3137">
                <c:v>-55</c:v>
              </c:pt>
              <c:pt idx="3138">
                <c:v>-55</c:v>
              </c:pt>
              <c:pt idx="3139">
                <c:v>-55</c:v>
              </c:pt>
              <c:pt idx="3140">
                <c:v>-55</c:v>
              </c:pt>
              <c:pt idx="3141">
                <c:v>-55</c:v>
              </c:pt>
              <c:pt idx="3142">
                <c:v>-55</c:v>
              </c:pt>
              <c:pt idx="3143">
                <c:v>-55</c:v>
              </c:pt>
              <c:pt idx="3144">
                <c:v>-55</c:v>
              </c:pt>
              <c:pt idx="3145">
                <c:v>-55</c:v>
              </c:pt>
              <c:pt idx="3146">
                <c:v>-55</c:v>
              </c:pt>
              <c:pt idx="3147">
                <c:v>-55</c:v>
              </c:pt>
              <c:pt idx="3148">
                <c:v>-55</c:v>
              </c:pt>
              <c:pt idx="3149">
                <c:v>-55</c:v>
              </c:pt>
              <c:pt idx="3150">
                <c:v>-55</c:v>
              </c:pt>
              <c:pt idx="3151">
                <c:v>-55</c:v>
              </c:pt>
              <c:pt idx="3152">
                <c:v>-55</c:v>
              </c:pt>
              <c:pt idx="3153">
                <c:v>-55</c:v>
              </c:pt>
              <c:pt idx="3154">
                <c:v>-55</c:v>
              </c:pt>
              <c:pt idx="3155">
                <c:v>-55</c:v>
              </c:pt>
              <c:pt idx="3156">
                <c:v>-55</c:v>
              </c:pt>
              <c:pt idx="3157">
                <c:v>-55</c:v>
              </c:pt>
              <c:pt idx="3158">
                <c:v>-55</c:v>
              </c:pt>
              <c:pt idx="3159">
                <c:v>-55</c:v>
              </c:pt>
              <c:pt idx="3160">
                <c:v>-55</c:v>
              </c:pt>
              <c:pt idx="3161">
                <c:v>-55</c:v>
              </c:pt>
              <c:pt idx="3162">
                <c:v>-55</c:v>
              </c:pt>
              <c:pt idx="3163">
                <c:v>-55</c:v>
              </c:pt>
              <c:pt idx="3164">
                <c:v>-55</c:v>
              </c:pt>
              <c:pt idx="3165">
                <c:v>-55</c:v>
              </c:pt>
              <c:pt idx="3166">
                <c:v>-55</c:v>
              </c:pt>
              <c:pt idx="3167">
                <c:v>-55</c:v>
              </c:pt>
              <c:pt idx="3168">
                <c:v>-55</c:v>
              </c:pt>
              <c:pt idx="3169">
                <c:v>-55</c:v>
              </c:pt>
              <c:pt idx="3170">
                <c:v>-55</c:v>
              </c:pt>
              <c:pt idx="3171">
                <c:v>-55</c:v>
              </c:pt>
              <c:pt idx="3172">
                <c:v>-55</c:v>
              </c:pt>
              <c:pt idx="3173">
                <c:v>-55</c:v>
              </c:pt>
              <c:pt idx="3174">
                <c:v>-55</c:v>
              </c:pt>
              <c:pt idx="3175">
                <c:v>-55</c:v>
              </c:pt>
              <c:pt idx="3176">
                <c:v>-55</c:v>
              </c:pt>
              <c:pt idx="3177">
                <c:v>-55</c:v>
              </c:pt>
              <c:pt idx="3178">
                <c:v>-55</c:v>
              </c:pt>
              <c:pt idx="3179">
                <c:v>-55</c:v>
              </c:pt>
              <c:pt idx="3180">
                <c:v>-55</c:v>
              </c:pt>
              <c:pt idx="3181">
                <c:v>-55</c:v>
              </c:pt>
              <c:pt idx="3182">
                <c:v>-55</c:v>
              </c:pt>
              <c:pt idx="3183">
                <c:v>-55</c:v>
              </c:pt>
              <c:pt idx="3184">
                <c:v>-55</c:v>
              </c:pt>
              <c:pt idx="3185">
                <c:v>-55</c:v>
              </c:pt>
              <c:pt idx="3186">
                <c:v>-55</c:v>
              </c:pt>
              <c:pt idx="3187">
                <c:v>-55</c:v>
              </c:pt>
              <c:pt idx="3188">
                <c:v>-55</c:v>
              </c:pt>
              <c:pt idx="3189">
                <c:v>-55</c:v>
              </c:pt>
              <c:pt idx="3190">
                <c:v>-55</c:v>
              </c:pt>
              <c:pt idx="3191">
                <c:v>-55</c:v>
              </c:pt>
              <c:pt idx="3192">
                <c:v>-55</c:v>
              </c:pt>
              <c:pt idx="3193">
                <c:v>-55</c:v>
              </c:pt>
              <c:pt idx="3194">
                <c:v>-55</c:v>
              </c:pt>
              <c:pt idx="3195">
                <c:v>-55</c:v>
              </c:pt>
              <c:pt idx="3196">
                <c:v>-55</c:v>
              </c:pt>
              <c:pt idx="3197">
                <c:v>-55</c:v>
              </c:pt>
              <c:pt idx="3198">
                <c:v>-55</c:v>
              </c:pt>
              <c:pt idx="3199">
                <c:v>-55</c:v>
              </c:pt>
              <c:pt idx="3200">
                <c:v>-55</c:v>
              </c:pt>
              <c:pt idx="3201">
                <c:v>-55</c:v>
              </c:pt>
              <c:pt idx="3202">
                <c:v>-55</c:v>
              </c:pt>
              <c:pt idx="3203">
                <c:v>-55</c:v>
              </c:pt>
              <c:pt idx="3204">
                <c:v>-55</c:v>
              </c:pt>
              <c:pt idx="3205">
                <c:v>-55</c:v>
              </c:pt>
              <c:pt idx="3206">
                <c:v>-55</c:v>
              </c:pt>
              <c:pt idx="3207">
                <c:v>-55</c:v>
              </c:pt>
              <c:pt idx="3208">
                <c:v>-55</c:v>
              </c:pt>
              <c:pt idx="3209">
                <c:v>-55</c:v>
              </c:pt>
              <c:pt idx="3210">
                <c:v>-55</c:v>
              </c:pt>
              <c:pt idx="3211">
                <c:v>-55</c:v>
              </c:pt>
              <c:pt idx="3212">
                <c:v>-55</c:v>
              </c:pt>
              <c:pt idx="3213">
                <c:v>-55</c:v>
              </c:pt>
              <c:pt idx="3214">
                <c:v>-55</c:v>
              </c:pt>
              <c:pt idx="3215">
                <c:v>-55</c:v>
              </c:pt>
              <c:pt idx="3216">
                <c:v>-55</c:v>
              </c:pt>
              <c:pt idx="3217">
                <c:v>-55</c:v>
              </c:pt>
              <c:pt idx="3218">
                <c:v>-55</c:v>
              </c:pt>
              <c:pt idx="3219">
                <c:v>-55</c:v>
              </c:pt>
              <c:pt idx="3220">
                <c:v>-55</c:v>
              </c:pt>
              <c:pt idx="3221">
                <c:v>-55</c:v>
              </c:pt>
              <c:pt idx="3222">
                <c:v>-55</c:v>
              </c:pt>
              <c:pt idx="3223">
                <c:v>-55</c:v>
              </c:pt>
              <c:pt idx="3224">
                <c:v>-55</c:v>
              </c:pt>
              <c:pt idx="3225">
                <c:v>-55</c:v>
              </c:pt>
              <c:pt idx="3226">
                <c:v>-55</c:v>
              </c:pt>
              <c:pt idx="3227">
                <c:v>-55</c:v>
              </c:pt>
              <c:pt idx="3228">
                <c:v>-55</c:v>
              </c:pt>
              <c:pt idx="3229">
                <c:v>-55</c:v>
              </c:pt>
              <c:pt idx="3230">
                <c:v>-55</c:v>
              </c:pt>
              <c:pt idx="3231">
                <c:v>-55</c:v>
              </c:pt>
              <c:pt idx="3232">
                <c:v>-55</c:v>
              </c:pt>
              <c:pt idx="3233">
                <c:v>-55</c:v>
              </c:pt>
              <c:pt idx="3234">
                <c:v>-55</c:v>
              </c:pt>
              <c:pt idx="3235">
                <c:v>-55</c:v>
              </c:pt>
              <c:pt idx="3236">
                <c:v>-55</c:v>
              </c:pt>
              <c:pt idx="3237">
                <c:v>-55</c:v>
              </c:pt>
              <c:pt idx="3238">
                <c:v>-55</c:v>
              </c:pt>
              <c:pt idx="3239">
                <c:v>-55</c:v>
              </c:pt>
              <c:pt idx="3240">
                <c:v>-55</c:v>
              </c:pt>
              <c:pt idx="3241">
                <c:v>-55</c:v>
              </c:pt>
              <c:pt idx="3242">
                <c:v>-55</c:v>
              </c:pt>
              <c:pt idx="3243">
                <c:v>-55</c:v>
              </c:pt>
              <c:pt idx="3244">
                <c:v>-55</c:v>
              </c:pt>
              <c:pt idx="3245">
                <c:v>-55</c:v>
              </c:pt>
              <c:pt idx="3246">
                <c:v>-55</c:v>
              </c:pt>
              <c:pt idx="3247">
                <c:v>-55</c:v>
              </c:pt>
              <c:pt idx="3248">
                <c:v>-55</c:v>
              </c:pt>
              <c:pt idx="3249">
                <c:v>-55</c:v>
              </c:pt>
              <c:pt idx="3250">
                <c:v>-55</c:v>
              </c:pt>
              <c:pt idx="3251">
                <c:v>-55</c:v>
              </c:pt>
              <c:pt idx="3252">
                <c:v>-55</c:v>
              </c:pt>
              <c:pt idx="3253">
                <c:v>-55</c:v>
              </c:pt>
              <c:pt idx="3254">
                <c:v>-55</c:v>
              </c:pt>
              <c:pt idx="3255">
                <c:v>-55</c:v>
              </c:pt>
              <c:pt idx="3256">
                <c:v>-55</c:v>
              </c:pt>
              <c:pt idx="3257">
                <c:v>-55</c:v>
              </c:pt>
              <c:pt idx="3258">
                <c:v>-55</c:v>
              </c:pt>
              <c:pt idx="3259">
                <c:v>-55</c:v>
              </c:pt>
              <c:pt idx="3260">
                <c:v>-55</c:v>
              </c:pt>
              <c:pt idx="3261">
                <c:v>-55</c:v>
              </c:pt>
              <c:pt idx="3262">
                <c:v>-55</c:v>
              </c:pt>
              <c:pt idx="3263">
                <c:v>-55</c:v>
              </c:pt>
              <c:pt idx="3264">
                <c:v>-55</c:v>
              </c:pt>
              <c:pt idx="3265">
                <c:v>-55</c:v>
              </c:pt>
              <c:pt idx="3266">
                <c:v>-55</c:v>
              </c:pt>
              <c:pt idx="3267">
                <c:v>-55</c:v>
              </c:pt>
              <c:pt idx="3268">
                <c:v>-55</c:v>
              </c:pt>
              <c:pt idx="3269">
                <c:v>-55</c:v>
              </c:pt>
              <c:pt idx="3270">
                <c:v>-55</c:v>
              </c:pt>
              <c:pt idx="3271">
                <c:v>-55</c:v>
              </c:pt>
              <c:pt idx="3272">
                <c:v>-55</c:v>
              </c:pt>
              <c:pt idx="3273">
                <c:v>-55</c:v>
              </c:pt>
              <c:pt idx="3274">
                <c:v>-55</c:v>
              </c:pt>
              <c:pt idx="3275">
                <c:v>-55</c:v>
              </c:pt>
              <c:pt idx="3276">
                <c:v>-55</c:v>
              </c:pt>
              <c:pt idx="3277">
                <c:v>-55</c:v>
              </c:pt>
              <c:pt idx="3278">
                <c:v>-55</c:v>
              </c:pt>
              <c:pt idx="3279">
                <c:v>-55</c:v>
              </c:pt>
              <c:pt idx="3280">
                <c:v>-55</c:v>
              </c:pt>
              <c:pt idx="3281">
                <c:v>-55</c:v>
              </c:pt>
              <c:pt idx="3282">
                <c:v>-55</c:v>
              </c:pt>
              <c:pt idx="3283">
                <c:v>-55</c:v>
              </c:pt>
              <c:pt idx="3284">
                <c:v>-55</c:v>
              </c:pt>
              <c:pt idx="3285">
                <c:v>-55</c:v>
              </c:pt>
              <c:pt idx="3286">
                <c:v>-55</c:v>
              </c:pt>
              <c:pt idx="3287">
                <c:v>-55</c:v>
              </c:pt>
              <c:pt idx="3288">
                <c:v>-55</c:v>
              </c:pt>
              <c:pt idx="3289">
                <c:v>-55</c:v>
              </c:pt>
              <c:pt idx="3290">
                <c:v>-55</c:v>
              </c:pt>
              <c:pt idx="3291">
                <c:v>-55</c:v>
              </c:pt>
              <c:pt idx="3292">
                <c:v>-55</c:v>
              </c:pt>
              <c:pt idx="3293">
                <c:v>-55</c:v>
              </c:pt>
              <c:pt idx="3294">
                <c:v>-55</c:v>
              </c:pt>
              <c:pt idx="3295">
                <c:v>-55</c:v>
              </c:pt>
              <c:pt idx="3296">
                <c:v>-55</c:v>
              </c:pt>
              <c:pt idx="3297">
                <c:v>-55</c:v>
              </c:pt>
              <c:pt idx="3298">
                <c:v>-55</c:v>
              </c:pt>
              <c:pt idx="3299">
                <c:v>-55</c:v>
              </c:pt>
              <c:pt idx="3300">
                <c:v>-55</c:v>
              </c:pt>
              <c:pt idx="3301">
                <c:v>-55</c:v>
              </c:pt>
              <c:pt idx="3302">
                <c:v>-55</c:v>
              </c:pt>
              <c:pt idx="3303">
                <c:v>-55</c:v>
              </c:pt>
              <c:pt idx="3304">
                <c:v>-55</c:v>
              </c:pt>
              <c:pt idx="3305">
                <c:v>-55</c:v>
              </c:pt>
              <c:pt idx="3306">
                <c:v>-55</c:v>
              </c:pt>
              <c:pt idx="3307">
                <c:v>-55</c:v>
              </c:pt>
              <c:pt idx="3308">
                <c:v>-55</c:v>
              </c:pt>
              <c:pt idx="3309">
                <c:v>-54.985594841407384</c:v>
              </c:pt>
              <c:pt idx="3310">
                <c:v>-54.925989075424638</c:v>
              </c:pt>
              <c:pt idx="3311">
                <c:v>-54.887514602131596</c:v>
              </c:pt>
              <c:pt idx="3312">
                <c:v>-54.870018647451182</c:v>
              </c:pt>
              <c:pt idx="3313">
                <c:v>-54.873450605616924</c:v>
              </c:pt>
              <c:pt idx="3314">
                <c:v>-54.897861057006637</c:v>
              </c:pt>
              <c:pt idx="3315">
                <c:v>-54.943402750308437</c:v>
              </c:pt>
              <c:pt idx="3316">
                <c:v>-55</c:v>
              </c:pt>
              <c:pt idx="3317">
                <c:v>-55</c:v>
              </c:pt>
              <c:pt idx="3318">
                <c:v>-55</c:v>
              </c:pt>
              <c:pt idx="3319">
                <c:v>-55</c:v>
              </c:pt>
              <c:pt idx="3320">
                <c:v>-55</c:v>
              </c:pt>
              <c:pt idx="3321">
                <c:v>-55</c:v>
              </c:pt>
              <c:pt idx="3322">
                <c:v>-55</c:v>
              </c:pt>
              <c:pt idx="3323">
                <c:v>-55</c:v>
              </c:pt>
              <c:pt idx="3324">
                <c:v>-55</c:v>
              </c:pt>
              <c:pt idx="3325">
                <c:v>-55</c:v>
              </c:pt>
              <c:pt idx="3326">
                <c:v>-55</c:v>
              </c:pt>
              <c:pt idx="3327">
                <c:v>-55</c:v>
              </c:pt>
              <c:pt idx="3328">
                <c:v>-55</c:v>
              </c:pt>
              <c:pt idx="3329">
                <c:v>-55</c:v>
              </c:pt>
              <c:pt idx="3330">
                <c:v>-55</c:v>
              </c:pt>
              <c:pt idx="3331">
                <c:v>-55</c:v>
              </c:pt>
              <c:pt idx="3332">
                <c:v>-55</c:v>
              </c:pt>
              <c:pt idx="3333">
                <c:v>-55</c:v>
              </c:pt>
              <c:pt idx="3334">
                <c:v>-55</c:v>
              </c:pt>
              <c:pt idx="3335">
                <c:v>-55</c:v>
              </c:pt>
              <c:pt idx="3336">
                <c:v>-55</c:v>
              </c:pt>
              <c:pt idx="3337">
                <c:v>-55</c:v>
              </c:pt>
              <c:pt idx="3338">
                <c:v>-55</c:v>
              </c:pt>
              <c:pt idx="3339">
                <c:v>-55</c:v>
              </c:pt>
              <c:pt idx="3340">
                <c:v>-55</c:v>
              </c:pt>
              <c:pt idx="3341">
                <c:v>-55</c:v>
              </c:pt>
              <c:pt idx="3342">
                <c:v>-55</c:v>
              </c:pt>
              <c:pt idx="3343">
                <c:v>-55</c:v>
              </c:pt>
              <c:pt idx="3344">
                <c:v>-55</c:v>
              </c:pt>
              <c:pt idx="3345">
                <c:v>-55</c:v>
              </c:pt>
              <c:pt idx="3346">
                <c:v>-55</c:v>
              </c:pt>
              <c:pt idx="3347">
                <c:v>-55</c:v>
              </c:pt>
              <c:pt idx="3348">
                <c:v>-55</c:v>
              </c:pt>
              <c:pt idx="3349">
                <c:v>-55</c:v>
              </c:pt>
              <c:pt idx="3350">
                <c:v>-55</c:v>
              </c:pt>
              <c:pt idx="3351">
                <c:v>-55</c:v>
              </c:pt>
              <c:pt idx="3352">
                <c:v>-55</c:v>
              </c:pt>
              <c:pt idx="3353">
                <c:v>-55</c:v>
              </c:pt>
              <c:pt idx="3354">
                <c:v>-55</c:v>
              </c:pt>
              <c:pt idx="3355">
                <c:v>-55</c:v>
              </c:pt>
              <c:pt idx="3356">
                <c:v>-55</c:v>
              </c:pt>
              <c:pt idx="3357">
                <c:v>-55</c:v>
              </c:pt>
              <c:pt idx="3358">
                <c:v>-55</c:v>
              </c:pt>
              <c:pt idx="3359">
                <c:v>-55</c:v>
              </c:pt>
              <c:pt idx="3360">
                <c:v>-55</c:v>
              </c:pt>
              <c:pt idx="3361">
                <c:v>-55</c:v>
              </c:pt>
              <c:pt idx="3362">
                <c:v>-55</c:v>
              </c:pt>
              <c:pt idx="3363">
                <c:v>-55</c:v>
              </c:pt>
              <c:pt idx="3364">
                <c:v>-55</c:v>
              </c:pt>
              <c:pt idx="3365">
                <c:v>-55</c:v>
              </c:pt>
              <c:pt idx="3366">
                <c:v>-55</c:v>
              </c:pt>
              <c:pt idx="3367">
                <c:v>-55</c:v>
              </c:pt>
              <c:pt idx="3368">
                <c:v>-55</c:v>
              </c:pt>
              <c:pt idx="3369">
                <c:v>-54.976100901518592</c:v>
              </c:pt>
              <c:pt idx="3370">
                <c:v>-54.827600563916093</c:v>
              </c:pt>
              <c:pt idx="3371">
                <c:v>-54.701956532204179</c:v>
              </c:pt>
              <c:pt idx="3372">
                <c:v>-54.598554975904499</c:v>
              </c:pt>
              <c:pt idx="3373">
                <c:v>-54.516909949145891</c:v>
              </c:pt>
              <c:pt idx="3374">
                <c:v>-54.456653246008869</c:v>
              </c:pt>
              <c:pt idx="3375">
                <c:v>-54.417526933752086</c:v>
              </c:pt>
              <c:pt idx="3376">
                <c:v>-54.399378235201674</c:v>
              </c:pt>
              <c:pt idx="3377">
                <c:v>-54.402156541482341</c:v>
              </c:pt>
              <c:pt idx="3378">
                <c:v>-54.425912429851131</c:v>
              </c:pt>
              <c:pt idx="3379">
                <c:v>-54.470798645863297</c:v>
              </c:pt>
              <c:pt idx="3380">
                <c:v>-54.537073090640561</c:v>
              </c:pt>
              <c:pt idx="3381">
                <c:v>-54.625103938481715</c:v>
              </c:pt>
              <c:pt idx="3382">
                <c:v>-54.735377103635159</c:v>
              </c:pt>
              <c:pt idx="3383">
                <c:v>-54.8685063849546</c:v>
              </c:pt>
              <c:pt idx="3384">
                <c:v>-55</c:v>
              </c:pt>
              <c:pt idx="3385">
                <c:v>-55</c:v>
              </c:pt>
              <c:pt idx="3386">
                <c:v>-55</c:v>
              </c:pt>
              <c:pt idx="3387">
                <c:v>-55</c:v>
              </c:pt>
              <c:pt idx="3388">
                <c:v>-55</c:v>
              </c:pt>
              <c:pt idx="3389">
                <c:v>-55</c:v>
              </c:pt>
              <c:pt idx="3390">
                <c:v>-55</c:v>
              </c:pt>
              <c:pt idx="3391">
                <c:v>-55</c:v>
              </c:pt>
              <c:pt idx="3392">
                <c:v>-55</c:v>
              </c:pt>
              <c:pt idx="3393">
                <c:v>-55</c:v>
              </c:pt>
              <c:pt idx="3394">
                <c:v>-55</c:v>
              </c:pt>
              <c:pt idx="3395">
                <c:v>-55</c:v>
              </c:pt>
              <c:pt idx="3396">
                <c:v>-55</c:v>
              </c:pt>
              <c:pt idx="3397">
                <c:v>-55</c:v>
              </c:pt>
              <c:pt idx="3398">
                <c:v>-55</c:v>
              </c:pt>
              <c:pt idx="3399">
                <c:v>-55</c:v>
              </c:pt>
              <c:pt idx="3400">
                <c:v>-55</c:v>
              </c:pt>
              <c:pt idx="3401">
                <c:v>-55</c:v>
              </c:pt>
              <c:pt idx="3402">
                <c:v>-55</c:v>
              </c:pt>
              <c:pt idx="3403">
                <c:v>-55</c:v>
              </c:pt>
              <c:pt idx="3404">
                <c:v>-55</c:v>
              </c:pt>
              <c:pt idx="3405">
                <c:v>-55</c:v>
              </c:pt>
              <c:pt idx="3406">
                <c:v>-55</c:v>
              </c:pt>
              <c:pt idx="3407">
                <c:v>-55</c:v>
              </c:pt>
              <c:pt idx="3408">
                <c:v>-55</c:v>
              </c:pt>
              <c:pt idx="3409">
                <c:v>-55</c:v>
              </c:pt>
              <c:pt idx="3410">
                <c:v>-55</c:v>
              </c:pt>
              <c:pt idx="3411">
                <c:v>-55</c:v>
              </c:pt>
              <c:pt idx="3412">
                <c:v>-55</c:v>
              </c:pt>
              <c:pt idx="3413">
                <c:v>-55</c:v>
              </c:pt>
              <c:pt idx="3414">
                <c:v>-55</c:v>
              </c:pt>
              <c:pt idx="3415">
                <c:v>-55</c:v>
              </c:pt>
              <c:pt idx="3416">
                <c:v>-55</c:v>
              </c:pt>
              <c:pt idx="3417">
                <c:v>-55</c:v>
              </c:pt>
              <c:pt idx="3418">
                <c:v>-55</c:v>
              </c:pt>
              <c:pt idx="3419">
                <c:v>-55</c:v>
              </c:pt>
              <c:pt idx="3420">
                <c:v>-55</c:v>
              </c:pt>
              <c:pt idx="3421">
                <c:v>-55</c:v>
              </c:pt>
              <c:pt idx="3422">
                <c:v>-55</c:v>
              </c:pt>
              <c:pt idx="3423">
                <c:v>-55</c:v>
              </c:pt>
              <c:pt idx="3424">
                <c:v>-55</c:v>
              </c:pt>
              <c:pt idx="3425">
                <c:v>-55</c:v>
              </c:pt>
              <c:pt idx="3426">
                <c:v>-55</c:v>
              </c:pt>
              <c:pt idx="3427">
                <c:v>-55</c:v>
              </c:pt>
              <c:pt idx="3428">
                <c:v>-55</c:v>
              </c:pt>
              <c:pt idx="3429">
                <c:v>-55</c:v>
              </c:pt>
              <c:pt idx="3430">
                <c:v>-55</c:v>
              </c:pt>
              <c:pt idx="3431">
                <c:v>-54.836817891903522</c:v>
              </c:pt>
              <c:pt idx="3432">
                <c:v>-54.639472944607903</c:v>
              </c:pt>
              <c:pt idx="3433">
                <c:v>-54.46665144006996</c:v>
              </c:pt>
              <c:pt idx="3434">
                <c:v>-54.317440136063844</c:v>
              </c:pt>
              <c:pt idx="3435">
                <c:v>-54.191084027009808</c:v>
              </c:pt>
              <c:pt idx="3436">
                <c:v>-54.086969278500106</c:v>
              </c:pt>
              <c:pt idx="3437">
                <c:v>-54.004609940718069</c:v>
              </c:pt>
              <c:pt idx="3438">
                <c:v>-53.943637803782558</c:v>
              </c:pt>
              <c:pt idx="3439">
                <c:v>-53.903794930974207</c:v>
              </c:pt>
              <c:pt idx="3440">
                <c:v>-53.884928541124822</c:v>
              </c:pt>
              <c:pt idx="3441">
                <c:v>-53.886988021348294</c:v>
              </c:pt>
              <c:pt idx="3442">
                <c:v>-53.910023944874332</c:v>
              </c:pt>
              <c:pt idx="3443">
                <c:v>-53.95418905321425</c:v>
              </c:pt>
              <c:pt idx="3444">
                <c:v>-54.019741243429067</c:v>
              </c:pt>
              <c:pt idx="3445">
                <c:v>-54.107048685740125</c:v>
              </c:pt>
              <c:pt idx="3446">
                <c:v>-54.216597290301458</c:v>
              </c:pt>
              <c:pt idx="3447">
                <c:v>-54.349000851855472</c:v>
              </c:pt>
              <c:pt idx="3448">
                <c:v>-54.505014336312534</c:v>
              </c:pt>
              <c:pt idx="3449">
                <c:v>-54.685550946225526</c:v>
              </c:pt>
              <c:pt idx="3450">
                <c:v>-54.89170382964933</c:v>
              </c:pt>
              <c:pt idx="3451">
                <c:v>-55</c:v>
              </c:pt>
              <c:pt idx="3452">
                <c:v>-55</c:v>
              </c:pt>
              <c:pt idx="3453">
                <c:v>-55</c:v>
              </c:pt>
              <c:pt idx="3454">
                <c:v>-55</c:v>
              </c:pt>
              <c:pt idx="3455">
                <c:v>-55</c:v>
              </c:pt>
              <c:pt idx="3456">
                <c:v>-55</c:v>
              </c:pt>
              <c:pt idx="3457">
                <c:v>-55</c:v>
              </c:pt>
              <c:pt idx="3458">
                <c:v>-55</c:v>
              </c:pt>
              <c:pt idx="3459">
                <c:v>-55</c:v>
              </c:pt>
              <c:pt idx="3460">
                <c:v>-55</c:v>
              </c:pt>
              <c:pt idx="3461">
                <c:v>-55</c:v>
              </c:pt>
              <c:pt idx="3462">
                <c:v>-55</c:v>
              </c:pt>
              <c:pt idx="3463">
                <c:v>-55</c:v>
              </c:pt>
              <c:pt idx="3464">
                <c:v>-55</c:v>
              </c:pt>
              <c:pt idx="3465">
                <c:v>-55</c:v>
              </c:pt>
              <c:pt idx="3466">
                <c:v>-55</c:v>
              </c:pt>
              <c:pt idx="3467">
                <c:v>-55</c:v>
              </c:pt>
              <c:pt idx="3468">
                <c:v>-55</c:v>
              </c:pt>
              <c:pt idx="3469">
                <c:v>-55</c:v>
              </c:pt>
              <c:pt idx="3470">
                <c:v>-55</c:v>
              </c:pt>
              <c:pt idx="3471">
                <c:v>-55</c:v>
              </c:pt>
              <c:pt idx="3472">
                <c:v>-55</c:v>
              </c:pt>
              <c:pt idx="3473">
                <c:v>-55</c:v>
              </c:pt>
              <c:pt idx="3474">
                <c:v>-55</c:v>
              </c:pt>
              <c:pt idx="3475">
                <c:v>-55</c:v>
              </c:pt>
              <c:pt idx="3476">
                <c:v>-55</c:v>
              </c:pt>
              <c:pt idx="3477">
                <c:v>-55</c:v>
              </c:pt>
              <c:pt idx="3478">
                <c:v>-55</c:v>
              </c:pt>
              <c:pt idx="3479">
                <c:v>-55</c:v>
              </c:pt>
              <c:pt idx="3480">
                <c:v>-55</c:v>
              </c:pt>
              <c:pt idx="3481">
                <c:v>-55</c:v>
              </c:pt>
              <c:pt idx="3482">
                <c:v>-55</c:v>
              </c:pt>
              <c:pt idx="3483">
                <c:v>-55</c:v>
              </c:pt>
              <c:pt idx="3484">
                <c:v>-55</c:v>
              </c:pt>
              <c:pt idx="3485">
                <c:v>-55</c:v>
              </c:pt>
              <c:pt idx="3486">
                <c:v>-55</c:v>
              </c:pt>
              <c:pt idx="3487">
                <c:v>-55</c:v>
              </c:pt>
              <c:pt idx="3488">
                <c:v>-55</c:v>
              </c:pt>
              <c:pt idx="3489">
                <c:v>-55</c:v>
              </c:pt>
              <c:pt idx="3490">
                <c:v>-55</c:v>
              </c:pt>
              <c:pt idx="3491">
                <c:v>-55</c:v>
              </c:pt>
              <c:pt idx="3492">
                <c:v>-55</c:v>
              </c:pt>
              <c:pt idx="3493">
                <c:v>-54.755441723267168</c:v>
              </c:pt>
              <c:pt idx="3494">
                <c:v>-54.504777685610712</c:v>
              </c:pt>
              <c:pt idx="3495">
                <c:v>-54.2810295566278</c:v>
              </c:pt>
              <c:pt idx="3496">
                <c:v>-54.082896674721248</c:v>
              </c:pt>
              <c:pt idx="3497">
                <c:v>-53.909285847071935</c:v>
              </c:pt>
              <c:pt idx="3498">
                <c:v>-53.759283826345722</c:v>
              </c:pt>
              <c:pt idx="3499">
                <c:v>-53.632135601832715</c:v>
              </c:pt>
              <c:pt idx="3500">
                <c:v>-53.527227333972043</c:v>
              </c:pt>
              <c:pt idx="3501">
                <c:v>-53.444073067771491</c:v>
              </c:pt>
              <c:pt idx="3502">
                <c:v>-53.38230458815125</c:v>
              </c:pt>
              <c:pt idx="3503">
                <c:v>-53.341663953170773</c:v>
              </c:pt>
              <c:pt idx="3504">
                <c:v>-53.321998376417305</c:v>
              </c:pt>
              <c:pt idx="3505">
                <c:v>-53.323257239737146</c:v>
              </c:pt>
              <c:pt idx="3506">
                <c:v>-53.345491111069094</c:v>
              </c:pt>
              <c:pt idx="3507">
                <c:v>-53.388852726609997</c:v>
              </c:pt>
              <c:pt idx="3508">
                <c:v>-53.453599978083005</c:v>
              </c:pt>
              <c:pt idx="3509">
                <c:v>-53.540101030347678</c:v>
              </c:pt>
              <c:pt idx="3510">
                <c:v>-53.64884178817276</c:v>
              </c:pt>
              <c:pt idx="3511">
                <c:v>-53.780436040890891</c:v>
              </c:pt>
              <c:pt idx="3512">
                <c:v>-53.935638748979116</c:v>
              </c:pt>
              <c:pt idx="3513">
                <c:v>-54.115363109532154</c:v>
              </c:pt>
              <c:pt idx="3514">
                <c:v>-54.320702265123195</c:v>
              </c:pt>
              <c:pt idx="3515">
                <c:v>-54.552956827094931</c:v>
              </c:pt>
              <c:pt idx="3516">
                <c:v>-54.813669805911573</c:v>
              </c:pt>
              <c:pt idx="3517">
                <c:v>-55</c:v>
              </c:pt>
              <c:pt idx="3518">
                <c:v>-55</c:v>
              </c:pt>
              <c:pt idx="3519">
                <c:v>-55</c:v>
              </c:pt>
              <c:pt idx="3520">
                <c:v>-55</c:v>
              </c:pt>
              <c:pt idx="3521">
                <c:v>-55</c:v>
              </c:pt>
              <c:pt idx="3522">
                <c:v>-55</c:v>
              </c:pt>
              <c:pt idx="3523">
                <c:v>-55</c:v>
              </c:pt>
              <c:pt idx="3524">
                <c:v>-55</c:v>
              </c:pt>
              <c:pt idx="3525">
                <c:v>-55</c:v>
              </c:pt>
              <c:pt idx="3526">
                <c:v>-55</c:v>
              </c:pt>
              <c:pt idx="3527">
                <c:v>-55</c:v>
              </c:pt>
              <c:pt idx="3528">
                <c:v>-55</c:v>
              </c:pt>
              <c:pt idx="3529">
                <c:v>-55</c:v>
              </c:pt>
              <c:pt idx="3530">
                <c:v>-55</c:v>
              </c:pt>
              <c:pt idx="3531">
                <c:v>-55</c:v>
              </c:pt>
              <c:pt idx="3532">
                <c:v>-55</c:v>
              </c:pt>
              <c:pt idx="3533">
                <c:v>-55</c:v>
              </c:pt>
              <c:pt idx="3534">
                <c:v>-55</c:v>
              </c:pt>
              <c:pt idx="3535">
                <c:v>-55</c:v>
              </c:pt>
              <c:pt idx="3536">
                <c:v>-55</c:v>
              </c:pt>
              <c:pt idx="3537">
                <c:v>-55</c:v>
              </c:pt>
              <c:pt idx="3538">
                <c:v>-55</c:v>
              </c:pt>
              <c:pt idx="3539">
                <c:v>-55</c:v>
              </c:pt>
              <c:pt idx="3540">
                <c:v>-55</c:v>
              </c:pt>
              <c:pt idx="3541">
                <c:v>-55</c:v>
              </c:pt>
              <c:pt idx="3542">
                <c:v>-55</c:v>
              </c:pt>
              <c:pt idx="3543">
                <c:v>-55</c:v>
              </c:pt>
              <c:pt idx="3544">
                <c:v>-55</c:v>
              </c:pt>
              <c:pt idx="3545">
                <c:v>-55</c:v>
              </c:pt>
              <c:pt idx="3546">
                <c:v>-55</c:v>
              </c:pt>
              <c:pt idx="3547">
                <c:v>-55</c:v>
              </c:pt>
              <c:pt idx="3548">
                <c:v>-55</c:v>
              </c:pt>
              <c:pt idx="3549">
                <c:v>-55</c:v>
              </c:pt>
              <c:pt idx="3550">
                <c:v>-55</c:v>
              </c:pt>
              <c:pt idx="3551">
                <c:v>-55</c:v>
              </c:pt>
              <c:pt idx="3552">
                <c:v>-55</c:v>
              </c:pt>
              <c:pt idx="3553">
                <c:v>-55</c:v>
              </c:pt>
              <c:pt idx="3554">
                <c:v>-55</c:v>
              </c:pt>
              <c:pt idx="3555">
                <c:v>-54.738268175058586</c:v>
              </c:pt>
              <c:pt idx="3556">
                <c:v>-54.427975099185353</c:v>
              </c:pt>
              <c:pt idx="3557">
                <c:v>-54.147969234048972</c:v>
              </c:pt>
              <c:pt idx="3558">
                <c:v>-53.896420592235998</c:v>
              </c:pt>
              <c:pt idx="3559">
                <c:v>-53.671786106283157</c:v>
              </c:pt>
              <c:pt idx="3560">
                <c:v>-53.47276510782423</c:v>
              </c:pt>
              <c:pt idx="3561">
                <c:v>-53.298264397239372</c:v>
              </c:pt>
              <c:pt idx="3562">
                <c:v>-53.147370720361252</c:v>
              </c:pt>
              <c:pt idx="3563">
                <c:v>-53.019329059614655</c:v>
              </c:pt>
              <c:pt idx="3564">
                <c:v>-52.913525568540635</c:v>
              </c:pt>
              <c:pt idx="3565">
                <c:v>-52.82947428521625</c:v>
              </c:pt>
              <c:pt idx="3566">
                <c:v>-52.766806987598009</c:v>
              </c:pt>
              <c:pt idx="3567">
                <c:v>-52.725265726748475</c:v>
              </c:pt>
              <c:pt idx="3568">
                <c:v>-52.704697709224689</c:v>
              </c:pt>
              <c:pt idx="3569">
                <c:v>-52.705052309809204</c:v>
              </c:pt>
              <c:pt idx="3570">
                <c:v>-52.726380089343266</c:v>
              </c:pt>
              <c:pt idx="3571">
                <c:v>-52.768833776892265</c:v>
              </c:pt>
              <c:pt idx="3572">
                <c:v>-52.832671257013686</c:v>
              </c:pt>
              <c:pt idx="3573">
                <c:v>-52.918260687367095</c:v>
              </c:pt>
              <c:pt idx="3574">
                <c:v>-53.026087965486603</c:v>
              </c:pt>
              <c:pt idx="3575">
                <c:v>-53.156766873435537</c:v>
              </c:pt>
              <c:pt idx="3576">
                <c:v>-53.311052364386491</c:v>
              </c:pt>
              <c:pt idx="3577">
                <c:v>-53.489857628094668</c:v>
              </c:pt>
              <c:pt idx="3578">
                <c:v>-53.694275799758096</c:v>
              </c:pt>
              <c:pt idx="3579">
                <c:v>-53.925607483308966</c:v>
              </c:pt>
              <c:pt idx="3580">
                <c:v>-54.185395681764831</c:v>
              </c:pt>
              <c:pt idx="3581">
                <c:v>-54.475470318078465</c:v>
              </c:pt>
              <c:pt idx="3582">
                <c:v>-54.798005373302288</c:v>
              </c:pt>
              <c:pt idx="3583">
                <c:v>-55</c:v>
              </c:pt>
              <c:pt idx="3584">
                <c:v>-55</c:v>
              </c:pt>
              <c:pt idx="3585">
                <c:v>-55</c:v>
              </c:pt>
              <c:pt idx="3586">
                <c:v>-55</c:v>
              </c:pt>
              <c:pt idx="3587">
                <c:v>-55</c:v>
              </c:pt>
              <c:pt idx="3588">
                <c:v>-55</c:v>
              </c:pt>
              <c:pt idx="3589">
                <c:v>-55</c:v>
              </c:pt>
              <c:pt idx="3590">
                <c:v>-55</c:v>
              </c:pt>
              <c:pt idx="3591">
                <c:v>-55</c:v>
              </c:pt>
              <c:pt idx="3592">
                <c:v>-55</c:v>
              </c:pt>
              <c:pt idx="3593">
                <c:v>-55</c:v>
              </c:pt>
              <c:pt idx="3594">
                <c:v>-55</c:v>
              </c:pt>
              <c:pt idx="3595">
                <c:v>-55</c:v>
              </c:pt>
              <c:pt idx="3596">
                <c:v>-55</c:v>
              </c:pt>
              <c:pt idx="3597">
                <c:v>-55</c:v>
              </c:pt>
              <c:pt idx="3598">
                <c:v>-55</c:v>
              </c:pt>
              <c:pt idx="3599">
                <c:v>-55</c:v>
              </c:pt>
              <c:pt idx="3600">
                <c:v>-55</c:v>
              </c:pt>
              <c:pt idx="3601">
                <c:v>-55</c:v>
              </c:pt>
              <c:pt idx="3602">
                <c:v>-55</c:v>
              </c:pt>
              <c:pt idx="3603">
                <c:v>-55</c:v>
              </c:pt>
              <c:pt idx="3604">
                <c:v>-55</c:v>
              </c:pt>
              <c:pt idx="3605">
                <c:v>-55</c:v>
              </c:pt>
              <c:pt idx="3606">
                <c:v>-55</c:v>
              </c:pt>
              <c:pt idx="3607">
                <c:v>-55</c:v>
              </c:pt>
              <c:pt idx="3608">
                <c:v>-55</c:v>
              </c:pt>
              <c:pt idx="3609">
                <c:v>-55</c:v>
              </c:pt>
              <c:pt idx="3610">
                <c:v>-55</c:v>
              </c:pt>
              <c:pt idx="3611">
                <c:v>-55</c:v>
              </c:pt>
              <c:pt idx="3612">
                <c:v>-55</c:v>
              </c:pt>
              <c:pt idx="3613">
                <c:v>-55</c:v>
              </c:pt>
              <c:pt idx="3614">
                <c:v>-55</c:v>
              </c:pt>
              <c:pt idx="3615">
                <c:v>-55</c:v>
              </c:pt>
              <c:pt idx="3616">
                <c:v>-55</c:v>
              </c:pt>
              <c:pt idx="3617">
                <c:v>-54.794930644349755</c:v>
              </c:pt>
              <c:pt idx="3618">
                <c:v>-54.41611999350593</c:v>
              </c:pt>
              <c:pt idx="3619">
                <c:v>-54.072360488827307</c:v>
              </c:pt>
              <c:pt idx="3620">
                <c:v>-53.76106000849947</c:v>
              </c:pt>
              <c:pt idx="3621">
                <c:v>-53.480044497868604</c:v>
              </c:pt>
              <c:pt idx="3622">
                <c:v>-53.22748396034946</c:v>
              </c:pt>
              <c:pt idx="3623">
                <c:v>-53.001835319258994</c:v>
              </c:pt>
              <c:pt idx="3624">
                <c:v>-52.801797896965176</c:v>
              </c:pt>
              <c:pt idx="3625">
                <c:v>-52.62627848453387</c:v>
              </c:pt>
              <c:pt idx="3626">
                <c:v>-52.47436381843626</c:v>
              </c:pt>
              <c:pt idx="3627">
                <c:v>-52.345298871686808</c:v>
              </c:pt>
              <c:pt idx="3628">
                <c:v>-52.238469788368569</c:v>
              </c:pt>
              <c:pt idx="3629">
                <c:v>-52.1533905970512</c:v>
              </c:pt>
              <c:pt idx="3630">
                <c:v>-52.089693066135069</c:v>
              </c:pt>
              <c:pt idx="3631">
                <c:v>-52.047119237076885</c:v>
              </c:pt>
              <c:pt idx="3632">
                <c:v>-52.025516306778414</c:v>
              </c:pt>
              <c:pt idx="3633">
                <c:v>-52.024833640316629</c:v>
              </c:pt>
              <c:pt idx="3634">
                <c:v>-52.045121788776868</c:v>
              </c:pt>
              <c:pt idx="3635">
                <c:v>-52.086533471418008</c:v>
              </c:pt>
              <c:pt idx="3636">
                <c:v>-52.149326562939741</c:v>
              </c:pt>
              <c:pt idx="3637">
                <c:v>-52.23386921109266</c:v>
              </c:pt>
              <c:pt idx="3638">
                <c:v>-52.340647303449963</c:v>
              </c:pt>
              <c:pt idx="3639">
                <c:v>-52.470274612062362</c:v>
              </c:pt>
              <c:pt idx="3640">
                <c:v>-52.623506080036904</c:v>
              </c:pt>
              <c:pt idx="3641">
                <c:v>-52.801254887010913</c:v>
              </c:pt>
              <c:pt idx="3642">
                <c:v>-53.004614158011094</c:v>
              </c:pt>
              <c:pt idx="3643">
                <c:v>-53.234884486745464</c:v>
              </c:pt>
              <c:pt idx="3644">
                <c:v>-53.49360886595268</c:v>
              </c:pt>
              <c:pt idx="3645">
                <c:v>-53.782617208253143</c:v>
              </c:pt>
              <c:pt idx="3646">
                <c:v>-54.104083484312</c:v>
              </c:pt>
              <c:pt idx="3647">
                <c:v>-54.460599731930841</c:v>
              </c:pt>
              <c:pt idx="3648">
                <c:v>-54.855273010140316</c:v>
              </c:pt>
              <c:pt idx="3649">
                <c:v>-55</c:v>
              </c:pt>
              <c:pt idx="3650">
                <c:v>-55</c:v>
              </c:pt>
              <c:pt idx="3651">
                <c:v>-55</c:v>
              </c:pt>
              <c:pt idx="3652">
                <c:v>-55</c:v>
              </c:pt>
              <c:pt idx="3653">
                <c:v>-55</c:v>
              </c:pt>
              <c:pt idx="3654">
                <c:v>-55</c:v>
              </c:pt>
              <c:pt idx="3655">
                <c:v>-55</c:v>
              </c:pt>
              <c:pt idx="3656">
                <c:v>-55</c:v>
              </c:pt>
              <c:pt idx="3657">
                <c:v>-55</c:v>
              </c:pt>
              <c:pt idx="3658">
                <c:v>-55</c:v>
              </c:pt>
              <c:pt idx="3659">
                <c:v>-55</c:v>
              </c:pt>
              <c:pt idx="3660">
                <c:v>-55</c:v>
              </c:pt>
              <c:pt idx="3661">
                <c:v>-55</c:v>
              </c:pt>
              <c:pt idx="3662">
                <c:v>-55</c:v>
              </c:pt>
              <c:pt idx="3663">
                <c:v>-55</c:v>
              </c:pt>
              <c:pt idx="3664">
                <c:v>-55</c:v>
              </c:pt>
              <c:pt idx="3665">
                <c:v>-55</c:v>
              </c:pt>
              <c:pt idx="3666">
                <c:v>-55</c:v>
              </c:pt>
              <c:pt idx="3667">
                <c:v>-55</c:v>
              </c:pt>
              <c:pt idx="3668">
                <c:v>-55</c:v>
              </c:pt>
              <c:pt idx="3669">
                <c:v>-55</c:v>
              </c:pt>
              <c:pt idx="3670">
                <c:v>-55</c:v>
              </c:pt>
              <c:pt idx="3671">
                <c:v>-55</c:v>
              </c:pt>
              <c:pt idx="3672">
                <c:v>-55</c:v>
              </c:pt>
              <c:pt idx="3673">
                <c:v>-55</c:v>
              </c:pt>
              <c:pt idx="3674">
                <c:v>-55</c:v>
              </c:pt>
              <c:pt idx="3675">
                <c:v>-55</c:v>
              </c:pt>
              <c:pt idx="3676">
                <c:v>-55</c:v>
              </c:pt>
              <c:pt idx="3677">
                <c:v>-55</c:v>
              </c:pt>
              <c:pt idx="3678">
                <c:v>-55</c:v>
              </c:pt>
              <c:pt idx="3679">
                <c:v>-54.94012057882663</c:v>
              </c:pt>
              <c:pt idx="3680">
                <c:v>-54.480082582419548</c:v>
              </c:pt>
              <c:pt idx="3681">
                <c:v>-54.06195088693417</c:v>
              </c:pt>
              <c:pt idx="3682">
                <c:v>-53.681974581988271</c:v>
              </c:pt>
              <c:pt idx="3683">
                <c:v>-53.337046511823033</c:v>
              </c:pt>
              <c:pt idx="3684">
                <c:v>-53.024574541866869</c:v>
              </c:pt>
              <c:pt idx="3685">
                <c:v>-52.742384604637465</c:v>
              </c:pt>
              <c:pt idx="3686">
                <c:v>-52.488646690649489</c:v>
              </c:pt>
              <c:pt idx="3687">
                <c:v>-52.261817710247705</c:v>
              </c:pt>
              <c:pt idx="3688">
                <c:v>-52.060596972755249</c:v>
              </c:pt>
              <c:pt idx="3689">
                <c:v>-51.883891256120023</c:v>
              </c:pt>
              <c:pt idx="3690">
                <c:v>-51.730787283621552</c:v>
              </c:pt>
              <c:pt idx="3691">
                <c:v>-51.600530015008495</c:v>
              </c:pt>
              <c:pt idx="3692">
                <c:v>-51.492505581023345</c:v>
              </c:pt>
              <c:pt idx="3693">
                <c:v>-51.406227996820022</c:v>
              </c:pt>
              <c:pt idx="3694">
                <c:v>-51.341329017307302</c:v>
              </c:pt>
              <c:pt idx="3695">
                <c:v>-51.297550670374093</c:v>
              </c:pt>
              <c:pt idx="3696">
                <c:v>-51.274740139277391</c:v>
              </c:pt>
              <c:pt idx="3697">
                <c:v>-51.272846775372074</c:v>
              </c:pt>
              <c:pt idx="3698">
                <c:v>-51.291921115943396</c:v>
              </c:pt>
              <c:pt idx="3699">
                <c:v>-51.332115866371609</c:v>
              </c:pt>
              <c:pt idx="3700">
                <c:v>-51.393688887398767</c:v>
              </c:pt>
              <c:pt idx="3701">
                <c:v>-51.477008312738079</c:v>
              </c:pt>
              <c:pt idx="3702">
                <c:v>-51.58256001584526</c:v>
              </c:pt>
              <c:pt idx="3703">
                <c:v>-51.710957754572568</c:v>
              </c:pt>
              <c:pt idx="3704">
                <c:v>-51.862956457747423</c:v>
              </c:pt>
              <c:pt idx="3705">
                <c:v>-52.039469290645393</c:v>
              </c:pt>
              <c:pt idx="3706">
                <c:v>-52.241589363849037</c:v>
              </c:pt>
              <c:pt idx="3707">
                <c:v>-52.470617256538688</c:v>
              </c:pt>
              <c:pt idx="3708">
                <c:v>-52.728095946842046</c:v>
              </c:pt>
              <c:pt idx="3709">
                <c:v>-53.015855332683927</c:v>
              </c:pt>
              <c:pt idx="3710">
                <c:v>-53.336069369948973</c:v>
              </c:pt>
              <c:pt idx="3711">
                <c:v>-53.691330081572382</c:v>
              </c:pt>
              <c:pt idx="3712">
                <c:v>-54.084744511632714</c:v>
              </c:pt>
              <c:pt idx="3713">
                <c:v>-54.520063458787362</c:v>
              </c:pt>
              <c:pt idx="3714">
                <c:v>-55</c:v>
              </c:pt>
              <c:pt idx="3715">
                <c:v>-55</c:v>
              </c:pt>
              <c:pt idx="3716">
                <c:v>-55</c:v>
              </c:pt>
              <c:pt idx="3717">
                <c:v>-55</c:v>
              </c:pt>
              <c:pt idx="3718">
                <c:v>-55</c:v>
              </c:pt>
              <c:pt idx="3719">
                <c:v>-55</c:v>
              </c:pt>
              <c:pt idx="3720">
                <c:v>-55</c:v>
              </c:pt>
              <c:pt idx="3721">
                <c:v>-55</c:v>
              </c:pt>
              <c:pt idx="3722">
                <c:v>-55</c:v>
              </c:pt>
              <c:pt idx="3723">
                <c:v>-55</c:v>
              </c:pt>
              <c:pt idx="3724">
                <c:v>-55</c:v>
              </c:pt>
              <c:pt idx="3725">
                <c:v>-55</c:v>
              </c:pt>
              <c:pt idx="3726">
                <c:v>-55</c:v>
              </c:pt>
              <c:pt idx="3727">
                <c:v>-55</c:v>
              </c:pt>
              <c:pt idx="3728">
                <c:v>-55</c:v>
              </c:pt>
              <c:pt idx="3729">
                <c:v>-55</c:v>
              </c:pt>
              <c:pt idx="3730">
                <c:v>-55</c:v>
              </c:pt>
              <c:pt idx="3731">
                <c:v>-55</c:v>
              </c:pt>
              <c:pt idx="3732">
                <c:v>-55</c:v>
              </c:pt>
              <c:pt idx="3733">
                <c:v>-55</c:v>
              </c:pt>
              <c:pt idx="3734">
                <c:v>-55</c:v>
              </c:pt>
              <c:pt idx="3735">
                <c:v>-55</c:v>
              </c:pt>
              <c:pt idx="3736">
                <c:v>-55</c:v>
              </c:pt>
              <c:pt idx="3737">
                <c:v>-55</c:v>
              </c:pt>
              <c:pt idx="3738">
                <c:v>-55</c:v>
              </c:pt>
              <c:pt idx="3739">
                <c:v>-55</c:v>
              </c:pt>
              <c:pt idx="3740">
                <c:v>-55</c:v>
              </c:pt>
              <c:pt idx="3741">
                <c:v>-55</c:v>
              </c:pt>
              <c:pt idx="3742">
                <c:v>-54.636721204076856</c:v>
              </c:pt>
              <c:pt idx="3743">
                <c:v>-54.128839166404191</c:v>
              </c:pt>
              <c:pt idx="3744">
                <c:v>-53.667427887196872</c:v>
              </c:pt>
              <c:pt idx="3745">
                <c:v>-53.247919050522128</c:v>
              </c:pt>
              <c:pt idx="3746">
                <c:v>-52.866561727698418</c:v>
              </c:pt>
              <c:pt idx="3747">
                <c:v>-52.520248744557151</c:v>
              </c:pt>
              <c:pt idx="3748">
                <c:v>-52.206387948002522</c:v>
              </c:pt>
              <c:pt idx="3749">
                <c:v>-51.922805251915911</c:v>
              </c:pt>
              <c:pt idx="3750">
                <c:v>-51.667670628059966</c:v>
              </c:pt>
              <c:pt idx="3751">
                <c:v>-51.439440967912589</c:v>
              </c:pt>
              <c:pt idx="3752">
                <c:v>-51.236815561812968</c:v>
              </c:pt>
              <c:pt idx="3753">
                <c:v>-51.058701168608607</c:v>
              </c:pt>
              <c:pt idx="3754">
                <c:v>-50.904184492359803</c:v>
              </c:pt>
              <c:pt idx="3755">
                <c:v>-50.772510473477283</c:v>
              </c:pt>
              <c:pt idx="3756">
                <c:v>-50.663065223245063</c:v>
              </c:pt>
              <c:pt idx="3757">
                <c:v>-50.575362737238194</c:v>
              </c:pt>
              <c:pt idx="3758">
                <c:v>-50.509034750664235</c:v>
              </c:pt>
              <c:pt idx="3759">
                <c:v>-50.463823271588176</c:v>
              </c:pt>
              <c:pt idx="3760">
                <c:v>-50.439575463319095</c:v>
              </c:pt>
              <c:pt idx="3761">
                <c:v>-50.43624065713928</c:v>
              </c:pt>
              <c:pt idx="3762">
                <c:v>-50.453869370135536</c:v>
              </c:pt>
              <c:pt idx="3763">
                <c:v>-50.492614287362763</c:v>
              </c:pt>
              <c:pt idx="3764">
                <c:v>-50.552733249110069</c:v>
              </c:pt>
              <c:pt idx="3765">
                <c:v>-50.634594368508665</c:v>
              </c:pt>
              <c:pt idx="3766">
                <c:v>-50.738683498302599</c:v>
              </c:pt>
              <c:pt idx="3767">
                <c:v>-50.865614375501458</c:v>
              </c:pt>
              <c:pt idx="3768">
                <c:v>-51.016141907958414</c:v>
              </c:pt>
              <c:pt idx="3769">
                <c:v>-51.191179239841262</c:v>
              </c:pt>
              <c:pt idx="3770">
                <c:v>-51.391819460491242</c:v>
              </c:pt>
              <c:pt idx="3771">
                <c:v>-51.619363127712063</c:v>
              </c:pt>
              <c:pt idx="3772">
                <c:v>-51.875353198118987</c:v>
              </c:pt>
              <c:pt idx="3773">
                <c:v>-52.16161954798639</c:v>
              </c:pt>
              <c:pt idx="3774">
                <c:v>-52.480336111410786</c:v>
              </c:pt>
              <c:pt idx="3775">
                <c:v>-52.834094889399459</c:v>
              </c:pt>
              <c:pt idx="3776">
                <c:v>-53.226002903962986</c:v>
              </c:pt>
              <c:pt idx="3777">
                <c:v>-53.659810931547874</c:v>
              </c:pt>
              <c:pt idx="3778">
                <c:v>-54.140087135773328</c:v>
              </c:pt>
              <c:pt idx="3779">
                <c:v>-54.672455551238379</c:v>
              </c:pt>
              <c:pt idx="3780">
                <c:v>-55</c:v>
              </c:pt>
              <c:pt idx="3781">
                <c:v>-55</c:v>
              </c:pt>
              <c:pt idx="3782">
                <c:v>-55</c:v>
              </c:pt>
              <c:pt idx="3783">
                <c:v>-55</c:v>
              </c:pt>
              <c:pt idx="3784">
                <c:v>-55</c:v>
              </c:pt>
              <c:pt idx="3785">
                <c:v>-55</c:v>
              </c:pt>
              <c:pt idx="3786">
                <c:v>-55</c:v>
              </c:pt>
              <c:pt idx="3787">
                <c:v>-55</c:v>
              </c:pt>
              <c:pt idx="3788">
                <c:v>-55</c:v>
              </c:pt>
              <c:pt idx="3789">
                <c:v>-55</c:v>
              </c:pt>
              <c:pt idx="3790">
                <c:v>-55</c:v>
              </c:pt>
              <c:pt idx="3791">
                <c:v>-55</c:v>
              </c:pt>
              <c:pt idx="3792">
                <c:v>-55</c:v>
              </c:pt>
              <c:pt idx="3793">
                <c:v>-55</c:v>
              </c:pt>
              <c:pt idx="3794">
                <c:v>-55</c:v>
              </c:pt>
              <c:pt idx="3795">
                <c:v>-55</c:v>
              </c:pt>
              <c:pt idx="3796">
                <c:v>-55</c:v>
              </c:pt>
              <c:pt idx="3797">
                <c:v>-55</c:v>
              </c:pt>
              <c:pt idx="3798">
                <c:v>-55</c:v>
              </c:pt>
              <c:pt idx="3799">
                <c:v>-55</c:v>
              </c:pt>
              <c:pt idx="3800">
                <c:v>-55</c:v>
              </c:pt>
              <c:pt idx="3801">
                <c:v>-55</c:v>
              </c:pt>
              <c:pt idx="3802">
                <c:v>-55</c:v>
              </c:pt>
              <c:pt idx="3803">
                <c:v>-55</c:v>
              </c:pt>
              <c:pt idx="3804">
                <c:v>-54.912949541197371</c:v>
              </c:pt>
              <c:pt idx="3805">
                <c:v>-54.292216384496044</c:v>
              </c:pt>
              <c:pt idx="3806">
                <c:v>-53.730587521625907</c:v>
              </c:pt>
              <c:pt idx="3807">
                <c:v>-53.221048361829688</c:v>
              </c:pt>
              <c:pt idx="3808">
                <c:v>-52.7579746908754</c:v>
              </c:pt>
              <c:pt idx="3809">
                <c:v>-52.336798165413647</c:v>
              </c:pt>
              <c:pt idx="3810">
                <c:v>-51.953767829160014</c:v>
              </c:pt>
              <c:pt idx="3811">
                <c:v>-51.605776480155328</c:v>
              </c:pt>
              <c:pt idx="3812">
                <c:v>-51.290231937323782</c:v>
              </c:pt>
              <c:pt idx="3813">
                <c:v>-51.00496008637581</c:v>
              </c:pt>
              <c:pt idx="3814">
                <c:v>-50.748130870710511</c:v>
              </c:pt>
              <c:pt idx="3815">
                <c:v>-50.51820115324788</c:v>
              </c:pt>
              <c:pt idx="3816">
                <c:v>-50.313870195573294</c:v>
              </c:pt>
              <c:pt idx="3817">
                <c:v>-50.134044727582783</c:v>
              </c:pt>
              <c:pt idx="3818">
                <c:v>-49.977811424185816</c:v>
              </c:pt>
              <c:pt idx="3819">
                <c:v>-49.844415196441183</c:v>
              </c:pt>
              <c:pt idx="3820">
                <c:v>-49.733242126078203</c:v>
              </c:pt>
              <c:pt idx="3821">
                <c:v>-49.64380617891257</c:v>
              </c:pt>
              <c:pt idx="3822">
                <c:v>-49.575739060186137</c:v>
              </c:pt>
              <c:pt idx="3823">
                <c:v>-49.528782747790061</c:v>
              </c:pt>
              <c:pt idx="3824">
                <c:v>-49.502784374649536</c:v>
              </c:pt>
              <c:pt idx="3825">
                <c:v>-49.497693241451202</c:v>
              </c:pt>
              <c:pt idx="3826">
                <c:v>-49.513559834472488</c:v>
              </c:pt>
              <c:pt idx="3827">
                <c:v>-49.550536807743384</c:v>
              </c:pt>
              <c:pt idx="3828">
                <c:v>-49.60888197031062</c:v>
              </c:pt>
              <c:pt idx="3829">
                <c:v>-49.688963403843694</c:v>
              </c:pt>
              <c:pt idx="3830">
                <c:v>-49.791266929403619</c:v>
              </c:pt>
              <c:pt idx="3831">
                <c:v>-49.916406252093694</c:v>
              </c:pt>
              <c:pt idx="3832">
                <c:v>-50.065136247635429</c:v>
              </c:pt>
              <c:pt idx="3833">
                <c:v>-50.238370027838002</c:v>
              </c:pt>
              <c:pt idx="3834">
                <c:v>-50.437200649454525</c:v>
              </c:pt>
              <c:pt idx="3835">
                <c:v>-50.662928637469435</c:v>
              </c:pt>
              <c:pt idx="3836">
                <c:v>-50.917096915445121</c:v>
              </c:pt>
              <c:pt idx="3837">
                <c:v>-51.201535326367996</c:v>
              </c:pt>
              <c:pt idx="3838">
                <c:v>-51.518417770808767</c:v>
              </c:pt>
              <c:pt idx="3839">
                <c:v>-51.87033621600942</c:v>
              </c:pt>
              <c:pt idx="3840">
                <c:v>-52.260397649972816</c:v>
              </c:pt>
              <c:pt idx="3841">
                <c:v>-52.692352814895173</c:v>
              </c:pt>
              <c:pt idx="3842">
                <c:v>-53.170769839897162</c:v>
              </c:pt>
              <c:pt idx="3843">
                <c:v>-53.701272724832535</c:v>
              </c:pt>
              <c:pt idx="3844">
                <c:v>-54.290875845921931</c:v>
              </c:pt>
              <c:pt idx="3845">
                <c:v>-54.948464709911129</c:v>
              </c:pt>
              <c:pt idx="3846">
                <c:v>-55</c:v>
              </c:pt>
              <c:pt idx="3847">
                <c:v>-55</c:v>
              </c:pt>
              <c:pt idx="3848">
                <c:v>-55</c:v>
              </c:pt>
              <c:pt idx="3849">
                <c:v>-55</c:v>
              </c:pt>
              <c:pt idx="3850">
                <c:v>-55</c:v>
              </c:pt>
              <c:pt idx="3851">
                <c:v>-55</c:v>
              </c:pt>
              <c:pt idx="3852">
                <c:v>-55</c:v>
              </c:pt>
              <c:pt idx="3853">
                <c:v>-55</c:v>
              </c:pt>
              <c:pt idx="3854">
                <c:v>-55</c:v>
              </c:pt>
              <c:pt idx="3855">
                <c:v>-55</c:v>
              </c:pt>
              <c:pt idx="3856">
                <c:v>-55</c:v>
              </c:pt>
              <c:pt idx="3857">
                <c:v>-55</c:v>
              </c:pt>
              <c:pt idx="3858">
                <c:v>-55</c:v>
              </c:pt>
              <c:pt idx="3859">
                <c:v>-55</c:v>
              </c:pt>
              <c:pt idx="3860">
                <c:v>-55</c:v>
              </c:pt>
              <c:pt idx="3861">
                <c:v>-55</c:v>
              </c:pt>
              <c:pt idx="3862">
                <c:v>-55</c:v>
              </c:pt>
              <c:pt idx="3863">
                <c:v>-55</c:v>
              </c:pt>
              <c:pt idx="3864">
                <c:v>-55</c:v>
              </c:pt>
              <c:pt idx="3865">
                <c:v>-55</c:v>
              </c:pt>
              <c:pt idx="3866">
                <c:v>-55</c:v>
              </c:pt>
              <c:pt idx="3867">
                <c:v>-54.583716831782134</c:v>
              </c:pt>
              <c:pt idx="3868">
                <c:v>-53.892957278890179</c:v>
              </c:pt>
              <c:pt idx="3869">
                <c:v>-53.270180391470291</c:v>
              </c:pt>
              <c:pt idx="3870">
                <c:v>-52.70650040568286</c:v>
              </c:pt>
              <c:pt idx="3871">
                <c:v>-52.194902688056743</c:v>
              </c:pt>
              <c:pt idx="3872">
                <c:v>-51.729762981322558</c:v>
              </c:pt>
              <c:pt idx="3873">
                <c:v>-51.306512898763955</c:v>
              </c:pt>
              <c:pt idx="3874">
                <c:v>-50.921401440400444</c:v>
              </c:pt>
              <c:pt idx="3875">
                <c:v>-50.571321360240809</c:v>
              </c:pt>
              <c:pt idx="3876">
                <c:v>-50.253680432840888</c:v>
              </c:pt>
              <c:pt idx="3877">
                <c:v>-49.966304499200689</c:v>
              </c:pt>
              <c:pt idx="3878">
                <c:v>-49.707363457666233</c:v>
              </c:pt>
              <c:pt idx="3879">
                <c:v>-49.475314125756057</c:v>
              </c:pt>
              <c:pt idx="3880">
                <c:v>-49.268855719303957</c:v>
              </c:pt>
              <c:pt idx="3881">
                <c:v>-49.086894922099511</c:v>
              </c:pt>
              <c:pt idx="3882">
                <c:v>-48.928518362589003</c:v>
              </c:pt>
              <c:pt idx="3883">
                <c:v>-48.792970905006321</c:v>
              </c:pt>
              <c:pt idx="3884">
                <c:v>-48.679638583891638</c:v>
              </c:pt>
              <c:pt idx="3885">
                <c:v>-48.588035317502943</c:v>
              </c:pt>
              <c:pt idx="3886">
                <c:v>-48.517792763153068</c:v>
              </c:pt>
              <c:pt idx="3887">
                <c:v>-48.468652850428356</c:v>
              </c:pt>
              <c:pt idx="3888">
                <c:v>-48.440462663570258</c:v>
              </c:pt>
              <c:pt idx="3889">
                <c:v>-48.433171454198643</c:v>
              </c:pt>
              <c:pt idx="3890">
                <c:v>-48.446829659137656</c:v>
              </c:pt>
              <c:pt idx="3891">
                <c:v>-48.481589882573466</c:v>
              </c:pt>
              <c:pt idx="3892">
                <c:v>-48.537709883314577</c:v>
              </c:pt>
              <c:pt idx="3893">
                <c:v>-48.615557692394155</c:v>
              </c:pt>
              <c:pt idx="3894">
                <c:v>-48.715619079834354</c:v>
              </c:pt>
              <c:pt idx="3895">
                <c:v>-48.838507699293636</c:v>
              </c:pt>
              <c:pt idx="3896">
                <c:v>-48.984978374638153</c:v>
              </c:pt>
              <c:pt idx="3897">
                <c:v>-49.155944165407625</c:v>
              </c:pt>
              <c:pt idx="3898">
                <c:v>-49.352498075666531</c:v>
              </c:pt>
              <c:pt idx="3899">
                <c:v>-49.575940577288421</c:v>
              </c:pt>
              <c:pt idx="3900">
                <c:v>-49.827814540297354</c:v>
              </c:pt>
              <c:pt idx="3901">
                <c:v>-50.109949753710595</c:v>
              </c:pt>
              <c:pt idx="3902">
                <c:v>-50.424520063693031</c:v>
              </c:pt>
              <c:pt idx="3903">
                <c:v>-50.774117382641478</c:v>
              </c:pt>
              <c:pt idx="3904">
                <c:v>-51.161848643268641</c:v>
              </c:pt>
              <c:pt idx="3905">
                <c:v>-51.591464532031438</c:v>
              </c:pt>
              <c:pt idx="3906">
                <c:v>-52.067533121857529</c:v>
              </c:pt>
              <c:pt idx="3907">
                <c:v>-52.595678355949204</c:v>
              </c:pt>
              <c:pt idx="3908">
                <c:v>-53.182914553412573</c:v>
              </c:pt>
              <c:pt idx="3909">
                <c:v>-53.838127163411016</c:v>
              </c:pt>
              <c:pt idx="3910">
                <c:v>-54.572783641965117</c:v>
              </c:pt>
              <c:pt idx="3911">
                <c:v>-55</c:v>
              </c:pt>
              <c:pt idx="3912">
                <c:v>-55</c:v>
              </c:pt>
              <c:pt idx="3913">
                <c:v>-55</c:v>
              </c:pt>
              <c:pt idx="3914">
                <c:v>-55</c:v>
              </c:pt>
              <c:pt idx="3915">
                <c:v>-55</c:v>
              </c:pt>
              <c:pt idx="3916">
                <c:v>-55</c:v>
              </c:pt>
              <c:pt idx="3917">
                <c:v>-55</c:v>
              </c:pt>
              <c:pt idx="3918">
                <c:v>-55</c:v>
              </c:pt>
              <c:pt idx="3919">
                <c:v>-55</c:v>
              </c:pt>
              <c:pt idx="3920">
                <c:v>-55</c:v>
              </c:pt>
              <c:pt idx="3921">
                <c:v>-55</c:v>
              </c:pt>
              <c:pt idx="3922">
                <c:v>-55</c:v>
              </c:pt>
              <c:pt idx="3923">
                <c:v>-55</c:v>
              </c:pt>
              <c:pt idx="3924">
                <c:v>-55</c:v>
              </c:pt>
              <c:pt idx="3925">
                <c:v>-55</c:v>
              </c:pt>
              <c:pt idx="3926">
                <c:v>-55</c:v>
              </c:pt>
              <c:pt idx="3927">
                <c:v>-55</c:v>
              </c:pt>
              <c:pt idx="3928">
                <c:v>-55</c:v>
              </c:pt>
              <c:pt idx="3929">
                <c:v>-55</c:v>
              </c:pt>
              <c:pt idx="3930">
                <c:v>-54.191425410013892</c:v>
              </c:pt>
              <c:pt idx="3931">
                <c:v>-53.41861831909214</c:v>
              </c:pt>
              <c:pt idx="3932">
                <c:v>-52.72525086890775</c:v>
              </c:pt>
              <c:pt idx="3933">
                <c:v>-52.099855218026867</c:v>
              </c:pt>
              <c:pt idx="3934">
                <c:v>-51.533545531597291</c:v>
              </c:pt>
              <c:pt idx="3935">
                <c:v>-51.019307104520372</c:v>
              </c:pt>
              <c:pt idx="3936">
                <c:v>-50.551515607277636</c:v>
              </c:pt>
              <c:pt idx="3937">
                <c:v>-50.125602580275192</c:v>
              </c:pt>
              <c:pt idx="3938">
                <c:v>-49.737816950019855</c:v>
              </c:pt>
              <c:pt idx="3939">
                <c:v>-49.385051396365462</c:v>
              </c:pt>
              <c:pt idx="3940">
                <c:v>-49.064713619063618</c:v>
              </c:pt>
              <c:pt idx="3941">
                <c:v>-48.774629383653767</c:v>
              </c:pt>
              <c:pt idx="3942">
                <c:v>-48.512968512357723</c:v>
              </c:pt>
              <c:pt idx="3943">
                <c:v>-48.278187745898826</c:v>
              </c:pt>
              <c:pt idx="3944">
                <c:v>-48.068986222637314</c:v>
              </c:pt>
              <c:pt idx="3945">
                <c:v>-47.884270548203276</c:v>
              </c:pt>
              <c:pt idx="3946">
                <c:v>-47.723127272189956</c:v>
              </c:pt>
              <c:pt idx="3947">
                <c:v>-47.584801179276923</c:v>
              </c:pt>
              <c:pt idx="3948">
                <c:v>-47.468678223740916</c:v>
              </c:pt>
              <c:pt idx="3949">
                <c:v>-47.374272242859433</c:v>
              </c:pt>
              <c:pt idx="3950">
                <c:v>-47.301214812239714</c:v>
              </c:pt>
              <c:pt idx="3951">
                <c:v>-47.249247779029247</c:v>
              </c:pt>
              <c:pt idx="3952">
                <c:v>-47.218218144289096</c:v>
              </c:pt>
              <c:pt idx="3953">
                <c:v>-47.208075075708855</c:v>
              </c:pt>
              <c:pt idx="3954">
                <c:v>-47.218868925423941</c:v>
              </c:pt>
              <c:pt idx="3955">
                <c:v>-47.250752212164841</c:v>
              </c:pt>
              <c:pt idx="3956">
                <c:v>-47.303982608508619</c:v>
              </c:pt>
              <c:pt idx="3957">
                <c:v>-47.378928058472368</c:v>
              </c:pt>
              <c:pt idx="3958">
                <c:v>-47.476074244268702</c:v>
              </c:pt>
              <c:pt idx="3959">
                <c:v>-47.596034730943813</c:v>
              </c:pt>
              <c:pt idx="3960">
                <c:v>-47.739564252939829</c:v>
              </c:pt>
              <c:pt idx="3961">
                <c:v>-47.907575779551017</c:v>
              </c:pt>
              <c:pt idx="3962">
                <c:v>-48.101162223766003</c:v>
              </c:pt>
              <c:pt idx="3963">
                <c:v>-48.321623965541995</c:v>
              </c:pt>
              <c:pt idx="3964">
                <c:v>-48.570503782136811</c:v>
              </c:pt>
              <c:pt idx="3965">
                <c:v>-48.849631368941317</c:v>
              </c:pt>
              <c:pt idx="3966">
                <c:v>-49.161180477624498</c:v>
              </c:pt>
              <c:pt idx="3967">
                <c:v>-49.507742925206692</c:v>
              </c:pt>
              <c:pt idx="3968">
                <c:v>-49.892425548134291</c:v>
              </c:pt>
              <c:pt idx="3969">
                <c:v>-50.318978935696279</c:v>
              </c:pt>
              <c:pt idx="3970">
                <c:v>-50.791971062742498</c:v>
              </c:pt>
              <c:pt idx="3971">
                <c:v>-51.317025773473148</c:v>
              </c:pt>
              <c:pt idx="3972">
                <c:v>-51.901157287061139</c:v>
              </c:pt>
              <c:pt idx="3973">
                <c:v>-52.553250951790758</c:v>
              </c:pt>
              <c:pt idx="3974">
                <c:v>-53.284774121850795</c:v>
              </c:pt>
              <c:pt idx="3975">
                <c:v>-54.110863184109242</c:v>
              </c:pt>
              <c:pt idx="3976">
                <c:v>-55</c:v>
              </c:pt>
              <c:pt idx="3977">
                <c:v>-55</c:v>
              </c:pt>
              <c:pt idx="3978">
                <c:v>-55</c:v>
              </c:pt>
              <c:pt idx="3979">
                <c:v>-55</c:v>
              </c:pt>
              <c:pt idx="3980">
                <c:v>-55</c:v>
              </c:pt>
              <c:pt idx="3981">
                <c:v>-55</c:v>
              </c:pt>
              <c:pt idx="3982">
                <c:v>-55</c:v>
              </c:pt>
              <c:pt idx="3983">
                <c:v>-55</c:v>
              </c:pt>
              <c:pt idx="3984">
                <c:v>-55</c:v>
              </c:pt>
              <c:pt idx="3985">
                <c:v>-55</c:v>
              </c:pt>
              <c:pt idx="3986">
                <c:v>-55</c:v>
              </c:pt>
              <c:pt idx="3987">
                <c:v>-55</c:v>
              </c:pt>
              <c:pt idx="3988">
                <c:v>-55</c:v>
              </c:pt>
              <c:pt idx="3989">
                <c:v>-55</c:v>
              </c:pt>
              <c:pt idx="3990">
                <c:v>-55</c:v>
              </c:pt>
              <c:pt idx="3991">
                <c:v>-55</c:v>
              </c:pt>
              <c:pt idx="3992">
                <c:v>-54.694318028200151</c:v>
              </c:pt>
              <c:pt idx="3993">
                <c:v>-53.708394795971444</c:v>
              </c:pt>
              <c:pt idx="3994">
                <c:v>-52.83756765387232</c:v>
              </c:pt>
              <c:pt idx="3995">
                <c:v>-52.061300283265354</c:v>
              </c:pt>
              <c:pt idx="3996">
                <c:v>-51.36445568328309</c:v>
              </c:pt>
              <c:pt idx="3997">
                <c:v>-50.735565885188834</c:v>
              </c:pt>
              <c:pt idx="3998">
                <c:v>-50.165744925546122</c:v>
              </c:pt>
              <c:pt idx="3999">
                <c:v>-49.647977969379305</c:v>
              </c:pt>
              <c:pt idx="4000">
                <c:v>-49.176640555979105</c:v>
              </c:pt>
              <c:pt idx="4001">
                <c:v>-48.747164093233543</c:v>
              </c:pt>
              <c:pt idx="4002">
                <c:v>-48.355797373785379</c:v>
              </c:pt>
              <c:pt idx="4003">
                <c:v>-47.999432942261961</c:v>
              </c:pt>
              <c:pt idx="4004">
                <c:v>-47.675478361808715</c:v>
              </c:pt>
              <c:pt idx="4005">
                <c:v>-47.381759259961868</c:v>
              </c:pt>
              <c:pt idx="4006">
                <c:v>-47.116445319522654</c:v>
              </c:pt>
              <c:pt idx="4007">
                <c:v>-46.877993140362044</c:v>
              </c:pt>
              <c:pt idx="4008">
                <c:v>-46.665101718533919</c:v>
              </c:pt>
              <c:pt idx="4009">
                <c:v>-46.476677515891993</c:v>
              </c:pt>
              <c:pt idx="4010">
                <c:v>-46.311806936762167</c:v>
              </c:pt>
              <c:pt idx="4011">
                <c:v>-46.169734619047027</c:v>
              </c:pt>
              <c:pt idx="4012">
                <c:v>-46.04984636871702</c:v>
              </c:pt>
              <c:pt idx="4013">
                <c:v>-45.951655873194063</c:v>
              </c:pt>
              <c:pt idx="4014">
                <c:v>-45.874794556659396</c:v>
              </c:pt>
              <c:pt idx="4015">
                <c:v>-45.819004113244652</c:v>
              </c:pt>
              <c:pt idx="4016">
                <c:v>-45.784131389383155</c:v>
              </c:pt>
              <c:pt idx="4017">
                <c:v>-45.770125396504142</c:v>
              </c:pt>
              <c:pt idx="4018">
                <c:v>-45.777036328828096</c:v>
              </c:pt>
              <c:pt idx="4019">
                <c:v>-45.805016545494126</c:v>
              </c:pt>
              <c:pt idx="4020">
                <c:v>-45.854323557788994</c:v>
              </c:pt>
              <c:pt idx="4021">
                <c:v>-45.925325146717782</c:v>
              </c:pt>
              <c:pt idx="4022">
                <c:v>-46.018506829736708</c:v>
              </c:pt>
              <c:pt idx="4023">
                <c:v>-46.13448200536692</c:v>
              </c:pt>
              <c:pt idx="4024">
                <c:v>-46.27400523973396</c:v>
              </c:pt>
              <c:pt idx="4025">
                <c:v>-46.437989331998807</c:v>
              </c:pt>
              <c:pt idx="4026">
                <c:v>-46.627527023176079</c:v>
              </c:pt>
              <c:pt idx="4027">
                <c:v>-46.843918519383138</c:v>
              </c:pt>
              <c:pt idx="4028">
                <c:v>-47.088706422146387</c:v>
              </c:pt>
              <c:pt idx="4029">
                <c:v>-47.363720249207631</c:v>
              </c:pt>
              <c:pt idx="4030">
                <c:v>-47.671133572644344</c:v>
              </c:pt>
              <c:pt idx="4031">
                <c:v>-48.013538027913647</c:v>
              </c:pt>
              <c:pt idx="4032">
                <c:v>-48.394040267902554</c:v>
              </c:pt>
              <c:pt idx="4033">
                <c:v>-48.816390696314649</c:v>
              </c:pt>
              <c:pt idx="4034">
                <c:v>-49.285157100360777</c:v>
              </c:pt>
              <c:pt idx="4035">
                <c:v>-49.805963134522415</c:v>
              </c:pt>
              <c:pt idx="4036">
                <c:v>-50.385822826140938</c:v>
              </c:pt>
              <c:pt idx="4037">
                <c:v>-51.033621329528927</c:v>
              </c:pt>
              <c:pt idx="4038">
                <c:v>-51.760825802734473</c:v>
              </c:pt>
              <c:pt idx="4039">
                <c:v>-52.58257243428254</c:v>
              </c:pt>
              <c:pt idx="4040">
                <c:v>-53.51939672874299</c:v>
              </c:pt>
              <c:pt idx="4041">
                <c:v>-54.600125580486399</c:v>
              </c:pt>
              <c:pt idx="4042">
                <c:v>-55</c:v>
              </c:pt>
              <c:pt idx="4043">
                <c:v>-55</c:v>
              </c:pt>
              <c:pt idx="4044">
                <c:v>-55</c:v>
              </c:pt>
              <c:pt idx="4045">
                <c:v>-55</c:v>
              </c:pt>
              <c:pt idx="4046">
                <c:v>-55</c:v>
              </c:pt>
              <c:pt idx="4047">
                <c:v>-55</c:v>
              </c:pt>
              <c:pt idx="4048">
                <c:v>-55</c:v>
              </c:pt>
              <c:pt idx="4049">
                <c:v>-55</c:v>
              </c:pt>
              <c:pt idx="4050">
                <c:v>-55</c:v>
              </c:pt>
              <c:pt idx="4051">
                <c:v>-55</c:v>
              </c:pt>
              <c:pt idx="4052">
                <c:v>-55</c:v>
              </c:pt>
              <c:pt idx="4053">
                <c:v>-55</c:v>
              </c:pt>
              <c:pt idx="4054">
                <c:v>-55</c:v>
              </c:pt>
              <c:pt idx="4055">
                <c:v>-54.222996734592151</c:v>
              </c:pt>
              <c:pt idx="4056">
                <c:v>-53.088371157635798</c:v>
              </c:pt>
              <c:pt idx="4057">
                <c:v>-52.097641662566957</c:v>
              </c:pt>
              <c:pt idx="4058">
                <c:v>-51.221980292414358</c:v>
              </c:pt>
              <c:pt idx="4059">
                <c:v>-50.440850478886468</c:v>
              </c:pt>
              <c:pt idx="4060">
                <c:v>-49.739114968485879</c:v>
              </c:pt>
              <c:pt idx="4061">
                <c:v>-49.105305536820907</c:v>
              </c:pt>
              <c:pt idx="4062">
                <c:v>-48.530535961728916</c:v>
              </c:pt>
              <c:pt idx="4063">
                <c:v>-48.007791146393288</c:v>
              </c:pt>
              <c:pt idx="4064">
                <c:v>-47.531446365099285</c:v>
              </c:pt>
              <c:pt idx="4065">
                <c:v>-47.096932757519284</c:v>
              </c:pt>
              <c:pt idx="4066">
                <c:v>-46.700498844819109</c:v>
              </c:pt>
              <c:pt idx="4067">
                <c:v>-46.339036896839175</c:v>
              </c:pt>
              <c:pt idx="4068">
                <c:v>-46.009954198576807</c:v>
              </c:pt>
              <c:pt idx="4069">
                <c:v>-45.711076096007524</c:v>
              </c:pt>
              <c:pt idx="4070">
                <c:v>-45.440571986906299</c:v>
              </c:pt>
              <c:pt idx="4071">
                <c:v>-45.196898182598709</c:v>
              </c:pt>
              <c:pt idx="4072">
                <c:v>-44.978753387019637</c:v>
              </c:pt>
              <c:pt idx="4073">
                <c:v>-44.7850437662741</c:v>
              </c:pt>
              <c:pt idx="4074">
                <c:v>-44.614855425253225</c:v>
              </c:pt>
              <c:pt idx="4075">
                <c:v>-44.467432698680788</c:v>
              </c:pt>
              <c:pt idx="4076">
                <c:v>-44.342161085545541</c:v>
              </c:pt>
              <c:pt idx="4077">
                <c:v>-44.238553962424696</c:v>
              </c:pt>
              <c:pt idx="4078">
                <c:v>-44.1562424387308</c:v>
              </c:pt>
              <c:pt idx="4079">
                <c:v>-44.094967889840191</c:v>
              </c:pt>
              <c:pt idx="4080">
                <c:v>-44.054576839381042</c:v>
              </c:pt>
              <c:pt idx="4081">
                <c:v>-44.035017971862658</c:v>
              </c:pt>
              <c:pt idx="4082">
                <c:v>-44.03634115040488</c:v>
              </c:pt>
              <c:pt idx="4083">
                <c:v>-44.058698398798086</c:v>
              </c:pt>
              <c:pt idx="4084">
                <c:v>-44.102346888663753</c:v>
              </c:pt>
              <c:pt idx="4085">
                <c:v>-44.167654056955172</c:v>
              </c:pt>
              <c:pt idx="4086">
                <c:v>-44.255105072618761</c:v>
              </c:pt>
              <c:pt idx="4087">
                <c:v>-44.365312981135546</c:v>
              </c:pt>
              <c:pt idx="4088">
                <c:v>-44.499031990986026</c:v>
              </c:pt>
              <c:pt idx="4089">
                <c:v>-44.657174539006093</c:v>
              </c:pt>
              <c:pt idx="4090">
                <c:v>-44.840832999127798</c:v>
              </c:pt>
              <c:pt idx="4091">
                <c:v>-45.051307205549982</c:v>
              </c:pt>
              <c:pt idx="4092">
                <c:v>-45.290139382964185</c:v>
              </c:pt>
              <c:pt idx="4093">
                <c:v>-45.559158667279632</c:v>
              </c:pt>
              <c:pt idx="4094">
                <c:v>-45.860538243659377</c:v>
              </c:pt>
              <c:pt idx="4095">
                <c:v>-46.196869355480018</c:v>
              </c:pt>
              <c:pt idx="4096">
                <c:v>-46.571258258294066</c:v>
              </c:pt>
              <c:pt idx="4097">
                <c:v>-46.987454953128953</c:v>
              </c:pt>
              <c:pt idx="4098">
                <c:v>-47.45002681908673</c:v>
              </c:pt>
              <c:pt idx="4099">
                <c:v>-47.964597097015314</c:v>
              </c:pt>
              <c:pt idx="4100">
                <c:v>-48.538179395002729</c:v>
              </c:pt>
              <c:pt idx="4101">
                <c:v>-49.179658442396061</c:v>
              </c:pt>
              <c:pt idx="4102">
                <c:v>-49.900500966460427</c:v>
              </c:pt>
              <c:pt idx="4103">
                <c:v>-50.715842719027926</c:v>
              </c:pt>
              <c:pt idx="4104">
                <c:v>-51.646218761958103</c:v>
              </c:pt>
              <c:pt idx="4105">
                <c:v>-52.720455540792976</c:v>
              </c:pt>
              <c:pt idx="4106">
                <c:v>-53.980807773897823</c:v>
              </c:pt>
              <c:pt idx="4107">
                <c:v>-55</c:v>
              </c:pt>
              <c:pt idx="4108">
                <c:v>-55</c:v>
              </c:pt>
              <c:pt idx="4109">
                <c:v>-55</c:v>
              </c:pt>
              <c:pt idx="4110">
                <c:v>-55</c:v>
              </c:pt>
              <c:pt idx="4111">
                <c:v>-55</c:v>
              </c:pt>
              <c:pt idx="4112">
                <c:v>-55</c:v>
              </c:pt>
              <c:pt idx="4113">
                <c:v>-55</c:v>
              </c:pt>
              <c:pt idx="4114">
                <c:v>-55</c:v>
              </c:pt>
              <c:pt idx="4115">
                <c:v>-55</c:v>
              </c:pt>
              <c:pt idx="4116">
                <c:v>-55</c:v>
              </c:pt>
              <c:pt idx="4117">
                <c:v>-55</c:v>
              </c:pt>
              <c:pt idx="4118">
                <c:v>-53.575503851751705</c:v>
              </c:pt>
              <c:pt idx="4119">
                <c:v>-52.247569563284117</c:v>
              </c:pt>
              <c:pt idx="4120">
                <c:v>-51.105736225373249</c:v>
              </c:pt>
              <c:pt idx="4121">
                <c:v>-50.107747040090061</c:v>
              </c:pt>
              <c:pt idx="4122">
                <c:v>-49.224773479282092</c:v>
              </c:pt>
              <c:pt idx="4123">
                <c:v>-48.436278395043459</c:v>
              </c:pt>
              <c:pt idx="4124">
                <c:v>-47.727123945676659</c:v>
              </c:pt>
              <c:pt idx="4125">
                <c:v>-47.085841309837456</c:v>
              </c:pt>
              <c:pt idx="4126">
                <c:v>-46.503543659503279</c:v>
              </c:pt>
              <c:pt idx="4127">
                <c:v>-45.973215282913742</c:v>
              </c:pt>
              <c:pt idx="4128">
                <c:v>-45.489230830160238</c:v>
              </c:pt>
              <c:pt idx="4129">
                <c:v>-45.047020807293279</c:v>
              </c:pt>
              <c:pt idx="4130">
                <c:v>-44.64283309225101</c:v>
              </c:pt>
              <c:pt idx="4131">
                <c:v>-44.273559301855073</c:v>
              </c:pt>
              <c:pt idx="4132">
                <c:v>-43.936606058106989</c:v>
              </c:pt>
              <c:pt idx="4133">
                <c:v>-43.629798033814289</c:v>
              </c:pt>
              <c:pt idx="4134">
                <c:v>-43.351303943219236</c:v>
              </c:pt>
              <c:pt idx="4135">
                <c:v>-43.099579403544752</c:v>
              </c:pt>
              <c:pt idx="4136">
                <c:v>-42.873322413849181</c:v>
              </c:pt>
              <c:pt idx="4137">
                <c:v>-42.671438424375651</c:v>
              </c:pt>
              <c:pt idx="4138">
                <c:v>-42.493012812952358</c:v>
              </c:pt>
              <c:pt idx="4139">
                <c:v>-42.337289175817652</c:v>
              </c:pt>
              <c:pt idx="4140">
                <c:v>-42.203652261826718</c:v>
              </c:pt>
              <c:pt idx="4141">
                <c:v>-42.091614685542282</c:v>
              </c:pt>
              <c:pt idx="4142">
                <c:v>-42.000806782245583</c:v>
              </c:pt>
              <c:pt idx="4143">
                <c:v>-41.930969140820508</c:v>
              </c:pt>
              <c:pt idx="4144">
                <c:v>-41.881947485793305</c:v>
              </c:pt>
              <c:pt idx="4145">
                <c:v>-41.853689689706648</c:v>
              </c:pt>
              <c:pt idx="4146">
                <c:v>-41.846244790587868</c:v>
              </c:pt>
              <c:pt idx="4147">
                <c:v>-41.859763973741131</c:v>
              </c:pt>
              <c:pt idx="4148">
                <c:v>-41.894503558633723</c:v>
              </c:pt>
              <c:pt idx="4149">
                <c:v>-41.950830116115803</c:v>
              </c:pt>
              <c:pt idx="4150">
                <c:v>-42.029227934793212</c:v>
              </c:pt>
              <c:pt idx="4151">
                <c:v>-42.130309165273999</c:v>
              </c:pt>
              <c:pt idx="4152">
                <c:v>-42.25482710633031</c:v>
              </c:pt>
              <c:pt idx="4153">
                <c:v>-42.403693269944057</c:v>
              </c:pt>
              <c:pt idx="4154">
                <c:v>-42.577999089729175</c:v>
              </c:pt>
              <c:pt idx="4155">
                <c:v>-42.77904344377626</c:v>
              </c:pt>
              <c:pt idx="4156">
                <c:v>-43.00836758454323</c:v>
              </c:pt>
              <c:pt idx="4157">
                <c:v>-43.267799659238229</c:v>
              </c:pt>
              <c:pt idx="4158">
                <c:v>-43.559511847501405</c:v>
              </c:pt>
              <c:pt idx="4159">
                <c:v>-43.886094370005509</c:v>
              </c:pt>
              <c:pt idx="4160">
                <c:v>-44.250652442046523</c:v>
              </c:pt>
              <c:pt idx="4161">
                <c:v>-44.656935006462547</c:v>
              </c:pt>
              <c:pt idx="4162">
                <c:v>-45.109508365842629</c:v>
              </c:pt>
              <c:pt idx="4163">
                <c:v>-45.613994665798394</c:v>
              </c:pt>
              <c:pt idx="4164">
                <c:v>-46.177406400045925</c:v>
              </c:pt>
              <c:pt idx="4165">
                <c:v>-46.808627164002999</c:v>
              </c:pt>
              <c:pt idx="4166">
                <c:v>-47.519122531014403</c:v>
              </c:pt>
              <c:pt idx="4167">
                <c:v>-48.324027078555709</c:v>
              </c:pt>
              <c:pt idx="4168">
                <c:v>-49.243874673236483</c:v>
              </c:pt>
              <c:pt idx="4169">
                <c:v>-50.307490543985764</c:v>
              </c:pt>
              <c:pt idx="4170">
                <c:v>-51.557128170710264</c:v>
              </c:pt>
              <c:pt idx="4171">
                <c:v>-53.058332431772456</c:v>
              </c:pt>
              <c:pt idx="4172">
                <c:v>-54.920949410143919</c:v>
              </c:pt>
              <c:pt idx="4173">
                <c:v>-55</c:v>
              </c:pt>
              <c:pt idx="4174">
                <c:v>-55</c:v>
              </c:pt>
              <c:pt idx="4175">
                <c:v>-55</c:v>
              </c:pt>
              <c:pt idx="4176">
                <c:v>-55</c:v>
              </c:pt>
              <c:pt idx="4177">
                <c:v>-55</c:v>
              </c:pt>
              <c:pt idx="4178">
                <c:v>-55</c:v>
              </c:pt>
              <c:pt idx="4179">
                <c:v>-55</c:v>
              </c:pt>
              <c:pt idx="4180">
                <c:v>-54.559901181433013</c:v>
              </c:pt>
              <c:pt idx="4181">
                <c:v>-52.606985319992965</c:v>
              </c:pt>
              <c:pt idx="4182">
                <c:v>-51.015457607669461</c:v>
              </c:pt>
              <c:pt idx="4183">
                <c:v>-49.675467030226628</c:v>
              </c:pt>
              <c:pt idx="4184">
                <c:v>-48.521463768406782</c:v>
              </c:pt>
              <c:pt idx="4185">
                <c:v>-47.51118939014421</c:v>
              </c:pt>
              <c:pt idx="4186">
                <c:v>-46.615813701456482</c:v>
              </c:pt>
              <c:pt idx="4187">
                <c:v>-45.814797856136721</c:v>
              </c:pt>
              <c:pt idx="4188">
                <c:v>-45.093002280914689</c:v>
              </c:pt>
              <c:pt idx="4189">
                <c:v>-44.438956388776781</c:v>
              </c:pt>
              <c:pt idx="4190">
                <c:v>-43.84377155108487</c:v>
              </c:pt>
              <c:pt idx="4191">
                <c:v>-43.300430219641434</c:v>
              </c:pt>
              <c:pt idx="4192">
                <c:v>-42.803305171377175</c:v>
              </c:pt>
              <c:pt idx="4193">
                <c:v>-42.347825001528818</c:v>
              </c:pt>
              <c:pt idx="4194">
                <c:v>-41.930235638609417</c:v>
              </c:pt>
              <c:pt idx="4195">
                <c:v>-41.547426710416474</c:v>
              </c:pt>
              <c:pt idx="4196">
                <c:v>-41.196802809309752</c:v>
              </c:pt>
              <c:pt idx="4197">
                <c:v>-40.876186536787401</c:v>
              </c:pt>
              <c:pt idx="4198">
                <c:v>-40.5837444930307</c:v>
              </c:pt>
              <c:pt idx="4199">
                <c:v>-40.317930137333065</c:v>
              </c:pt>
              <c:pt idx="4200">
                <c:v>-40.077439265801388</c:v>
              </c:pt>
              <c:pt idx="4201">
                <c:v>-39.861175079515512</c:v>
              </c:pt>
              <c:pt idx="4202">
                <c:v>-39.668220659700424</c:v>
              </c:pt>
              <c:pt idx="4203">
                <c:v>-39.497817257283472</c:v>
              </c:pt>
              <c:pt idx="4204">
                <c:v>-39.349347225791711</c:v>
              </c:pt>
              <c:pt idx="4205">
                <c:v>-39.222320733091252</c:v>
              </c:pt>
              <c:pt idx="4206">
                <c:v>-39.116365615001392</c:v>
              </c:pt>
              <c:pt idx="4207">
                <c:v>-39.031219906736688</c:v>
              </c:pt>
              <c:pt idx="4208">
                <c:v>-38.966726723455963</c:v>
              </c:pt>
              <c:pt idx="4209">
                <c:v>-38.9228312710962</c:v>
              </c:pt>
              <c:pt idx="4210">
                <c:v>-38.899579862248572</c:v>
              </c:pt>
              <c:pt idx="4211">
                <c:v>-38.897120896304521</c:v>
              </c:pt>
              <c:pt idx="4212">
                <c:v>-38.915707844640046</c:v>
              </c:pt>
              <c:pt idx="4213">
                <c:v>-38.955704366074883</c:v>
              </c:pt>
              <c:pt idx="4214">
                <c:v>-39.017591771424406</c:v>
              </c:pt>
              <c:pt idx="4215">
                <c:v>-39.101979165861735</c:v>
              </c:pt>
              <c:pt idx="4216">
                <c:v>-39.2096167331297</c:v>
              </c:pt>
              <c:pt idx="4217">
                <c:v>-39.34141279856793</c:v>
              </c:pt>
              <c:pt idx="4218">
                <c:v>-39.49845553544565</c:v>
              </c:pt>
              <c:pt idx="4219">
                <c:v>-39.682040485641721</c:v>
              </c:pt>
              <c:pt idx="4220">
                <c:v>-39.893705487294554</c:v>
              </c:pt>
              <c:pt idx="4221">
                <c:v>-40.135275192861982</c:v>
              </c:pt>
              <c:pt idx="4222">
                <c:v>-40.408918204397622</c:v>
              </c:pt>
              <c:pt idx="4223">
                <c:v>-40.717221079656781</c:v>
              </c:pt>
              <c:pt idx="4224">
                <c:v>-41.063285283101806</c:v>
              </c:pt>
              <c:pt idx="4225">
                <c:v>-41.450855916139197</c:v>
              </c:pt>
              <c:pt idx="4226">
                <c:v>-41.884495346550288</c:v>
              </c:pt>
              <c:pt idx="4227">
                <c:v>-42.369821688873003</c:v>
              </c:pt>
              <c:pt idx="4228">
                <c:v>-42.913843306495387</c:v>
              </c:pt>
              <c:pt idx="4229">
                <c:v>-43.52543956214226</c:v>
              </c:pt>
              <c:pt idx="4230">
                <c:v>-44.216071690876852</c:v>
              </c:pt>
              <c:pt idx="4231">
                <c:v>-45.000869822952687</c:v>
              </c:pt>
              <c:pt idx="4232">
                <c:v>-45.900363265339706</c:v>
              </c:pt>
              <c:pt idx="4233">
                <c:v>-46.943372571290638</c:v>
              </c:pt>
              <c:pt idx="4234">
                <c:v>-48.172146425250745</c:v>
              </c:pt>
              <c:pt idx="4235">
                <c:v>-49.652224786415672</c:v>
              </c:pt>
              <c:pt idx="4236">
                <c:v>-51.493448690839152</c:v>
              </c:pt>
              <c:pt idx="4237">
                <c:v>-53.901779053837096</c:v>
              </c:pt>
              <c:pt idx="4238">
                <c:v>-55</c:v>
              </c:pt>
              <c:pt idx="4239">
                <c:v>-55</c:v>
              </c:pt>
              <c:pt idx="4240">
                <c:v>-55</c:v>
              </c:pt>
              <c:pt idx="4241">
                <c:v>-55</c:v>
              </c:pt>
              <c:pt idx="4242">
                <c:v>-55</c:v>
              </c:pt>
              <c:pt idx="4243">
                <c:v>-53.494990295516075</c:v>
              </c:pt>
              <c:pt idx="4244">
                <c:v>-50.9509863044008</c:v>
              </c:pt>
              <c:pt idx="4245">
                <c:v>-48.974022377168176</c:v>
              </c:pt>
              <c:pt idx="4246">
                <c:v>-47.358120908472458</c:v>
              </c:pt>
              <c:pt idx="4247">
                <c:v>-45.993424111072841</c:v>
              </c:pt>
              <c:pt idx="4248">
                <c:v>-44.814375200949513</c:v>
              </c:pt>
              <c:pt idx="4249">
                <c:v>-43.778708582597005</c:v>
              </c:pt>
              <c:pt idx="4250">
                <c:v>-42.857586692672676</c:v>
              </c:pt>
              <c:pt idx="4251">
                <c:v>-42.030463102145887</c:v>
              </c:pt>
              <c:pt idx="4252">
                <c:v>-41.282190433551534</c:v>
              </c:pt>
              <c:pt idx="4253">
                <c:v>-40.601290066063953</c:v>
              </c:pt>
              <c:pt idx="4254">
                <c:v>-39.978865098982219</c:v>
              </c:pt>
              <c:pt idx="4255">
                <c:v>-39.407889464770051</c:v>
              </c:pt>
              <c:pt idx="4256">
                <c:v>-38.88272716429406</c:v>
              </c:pt>
              <c:pt idx="4257">
                <c:v>-38.398797750114767</c:v>
              </c:pt>
              <c:pt idx="4258">
                <c:v>-37.952337831096308</c:v>
              </c:pt>
              <c:pt idx="4259">
                <c:v>-37.540227427570429</c:v>
              </c:pt>
              <c:pt idx="4260">
                <c:v>-37.159861225237336</c:v>
              </c:pt>
              <c:pt idx="4261">
                <c:v>-36.809051607822035</c:v>
              </c:pt>
              <c:pt idx="4262">
                <c:v>-36.485954634112431</c:v>
              </c:pt>
              <c:pt idx="4263">
                <c:v>-36.189012885265718</c:v>
              </c:pt>
              <c:pt idx="4264">
                <c:v>-35.916910928732321</c:v>
              </c:pt>
              <c:pt idx="4265">
                <c:v>-35.668540371948062</c:v>
              </c:pt>
              <c:pt idx="4266">
                <c:v>-35.442972322301628</c:v>
              </c:pt>
              <c:pt idx="4267">
                <c:v>-35.239435660713909</c:v>
              </c:pt>
              <c:pt idx="4268">
                <c:v>-35.05729995772662</c:v>
              </c:pt>
              <c:pt idx="4269">
                <c:v>-34.896062167559442</c:v>
              </c:pt>
              <c:pt idx="4270">
                <c:v>-34.755336463109941</c:v>
              </c:pt>
              <c:pt idx="4271">
                <c:v>-34.634846747791485</c:v>
              </c:pt>
              <c:pt idx="4272">
                <c:v>-34.53442151542508</c:v>
              </c:pt>
              <c:pt idx="4273">
                <c:v>-34.453990839296885</c:v>
              </c:pt>
              <c:pt idx="4274">
                <c:v>-34.393585365063629</c:v>
              </c:pt>
              <c:pt idx="4275">
                <c:v>-34.353337266658663</c:v>
              </c:pt>
              <c:pt idx="4276">
                <c:v>-34.33348320587983</c:v>
              </c:pt>
              <c:pt idx="4277">
                <c:v>-34.334369420807292</c:v>
              </c:pt>
              <c:pt idx="4278">
                <c:v>-34.356459161770715</c:v>
              </c:pt>
              <c:pt idx="4279">
                <c:v>-34.400342803477642</c:v>
              </c:pt>
              <c:pt idx="4280">
                <c:v>-34.466751097229285</c:v>
              </c:pt>
              <c:pt idx="4281">
                <c:v>-34.556572200065766</c:v>
              </c:pt>
              <c:pt idx="4282">
                <c:v>-34.670873345198665</c:v>
              </c:pt>
              <c:pt idx="4283">
                <c:v>-34.810928324626559</c:v>
              </c:pt>
              <c:pt idx="4284">
                <c:v>-34.978252376403461</c:v>
              </c:pt>
              <c:pt idx="4285">
                <c:v>-35.174646659827012</c:v>
              </c:pt>
              <c:pt idx="4286">
                <c:v>-35.402255345171739</c:v>
              </c:pt>
              <c:pt idx="4287">
                <c:v>-35.663639571378994</c:v>
              </c:pt>
              <c:pt idx="4288">
                <c:v>-35.961874345557561</c:v>
              </c:pt>
              <c:pt idx="4289">
                <c:v>-36.300677218388991</c:v>
              </c:pt>
              <c:pt idx="4290">
                <c:v>-36.684581855142667</c:v>
              </c:pt>
              <c:pt idx="4291">
                <c:v>-37.119176453776326</c:v>
              </c:pt>
              <c:pt idx="4292">
                <c:v>-37.611438180575234</c:v>
              </c:pt>
              <c:pt idx="4293">
                <c:v>-38.170213849675093</c:v>
              </c:pt>
              <c:pt idx="4294">
                <c:v>-38.806930720223285</c:v>
              </c:pt>
              <c:pt idx="4295">
                <c:v>-39.536683438109833</c:v>
              </c:pt>
              <c:pt idx="4296">
                <c:v>-40.379964230649449</c:v>
              </c:pt>
              <c:pt idx="4297">
                <c:v>-41.365554883096145</c:v>
              </c:pt>
              <c:pt idx="4298">
                <c:v>-42.535663523756703</c:v>
              </c:pt>
              <c:pt idx="4299">
                <c:v>-43.955787660421173</c:v>
              </c:pt>
              <c:pt idx="4300">
                <c:v>-45.735723867361237</c:v>
              </c:pt>
              <c:pt idx="4301">
                <c:v>-48.081386463926918</c:v>
              </c:pt>
              <c:pt idx="4302">
                <c:v>-51.455171154339105</c:v>
              </c:pt>
              <c:pt idx="4303">
                <c:v>-55</c:v>
              </c:pt>
              <c:pt idx="4304">
                <c:v>-55</c:v>
              </c:pt>
              <c:pt idx="4305">
                <c:v>-55</c:v>
              </c:pt>
              <c:pt idx="4306">
                <c:v>-50.912265148760547</c:v>
              </c:pt>
              <c:pt idx="4307">
                <c:v>-47.266695487167716</c:v>
              </c:pt>
              <c:pt idx="4308">
                <c:v>-44.64884846461662</c:v>
              </c:pt>
              <c:pt idx="4309">
                <c:v>-42.596193395444146</c:v>
              </c:pt>
              <c:pt idx="4310">
                <c:v>-40.902679393069342</c:v>
              </c:pt>
              <c:pt idx="4311">
                <c:v>-39.458371311753034</c:v>
              </c:pt>
              <c:pt idx="4312">
                <c:v>-38.19763063445626</c:v>
              </c:pt>
              <c:pt idx="4313">
                <c:v>-37.078105333727748</c:v>
              </c:pt>
              <c:pt idx="4314">
                <c:v>-36.07086636078806</c:v>
              </c:pt>
              <c:pt idx="4315">
                <c:v>-35.155270359555701</c:v>
              </c:pt>
              <c:pt idx="4316">
                <c:v>-34.316067158357605</c:v>
              </c:pt>
              <c:pt idx="4317">
                <c:v>-33.541669007658257</c:v>
              </c:pt>
              <c:pt idx="4318">
                <c:v>-32.823063029404416</c:v>
              </c:pt>
              <c:pt idx="4319">
                <c:v>-32.153099763426845</c:v>
              </c:pt>
              <c:pt idx="4320">
                <c:v>-31.526011777016684</c:v>
              </c:pt>
              <c:pt idx="4321">
                <c:v>-30.937078456042194</c:v>
              </c:pt>
              <c:pt idx="4322">
                <c:v>-30.382386742249604</c:v>
              </c:pt>
              <c:pt idx="4323">
                <c:v>-29.858656636035565</c:v>
              </c:pt>
              <c:pt idx="4324">
                <c:v>-29.363111501358006</c:v>
              </c:pt>
              <c:pt idx="4325">
                <c:v>-28.893380039427537</c:v>
              </c:pt>
              <c:pt idx="4326">
                <c:v>-28.447421081228352</c:v>
              </c:pt>
              <c:pt idx="4327">
                <c:v>-28.023465106540087</c:v>
              </c:pt>
              <c:pt idx="4328">
                <c:v>-27.619968214445745</c:v>
              </c:pt>
              <c:pt idx="4329">
                <c:v>-27.235575493318443</c:v>
              </c:pt>
              <c:pt idx="4330">
                <c:v>-26.869091577056707</c:v>
              </c:pt>
              <c:pt idx="4331">
                <c:v>-26.519456759607483</c:v>
              </c:pt>
              <c:pt idx="4332">
                <c:v>-26.185727454600954</c:v>
              </c:pt>
              <c:pt idx="4333">
                <c:v>-25.867060085173943</c:v>
              </c:pt>
              <c:pt idx="4334">
                <c:v>-25.562697706342735</c:v>
              </c:pt>
              <c:pt idx="4335">
                <c:v>-25.271958822522784</c:v>
              </c:pt>
              <c:pt idx="4336">
                <c:v>-24.994227982311131</c:v>
              </c:pt>
              <c:pt idx="4337">
                <c:v>-24.728947822722699</c:v>
              </c:pt>
              <c:pt idx="4338">
                <c:v>-24.475612303612252</c:v>
              </c:pt>
              <c:pt idx="4339">
                <c:v>-24.233760925671678</c:v>
              </c:pt>
              <c:pt idx="4340">
                <c:v>-24.002973766157506</c:v>
              </c:pt>
              <c:pt idx="4341">
                <c:v>-23.7828671983468</c:v>
              </c:pt>
              <c:pt idx="4342">
                <c:v>-23.573090185762414</c:v>
              </c:pt>
              <c:pt idx="4343">
                <c:v>-23.373321062042631</c:v>
              </c:pt>
              <c:pt idx="4344">
                <c:v>-23.183264723158668</c:v>
              </c:pt>
              <c:pt idx="4345">
                <c:v>-23.00265017137939</c:v>
              </c:pt>
              <c:pt idx="4346">
                <c:v>-22.831228360631503</c:v>
              </c:pt>
              <c:pt idx="4347">
                <c:v>-22.668770301235341</c:v>
              </c:pt>
              <c:pt idx="4348">
                <c:v>-22.515065388785995</c:v>
              </c:pt>
              <c:pt idx="4349">
                <c:v>-22.369919927532273</c:v>
              </c:pt>
              <c:pt idx="4350">
                <c:v>-22.233155823206609</c:v>
              </c:pt>
              <c:pt idx="4351">
                <c:v>-22.104609424069004</c:v>
              </c:pt>
              <c:pt idx="4352">
                <c:v>-21.984130492107766</c:v>
              </c:pt>
              <c:pt idx="4353">
                <c:v>-21.871581288994854</c:v>
              </c:pt>
              <c:pt idx="4354">
                <c:v>-21.76683576362381</c:v>
              </c:pt>
              <c:pt idx="4355">
                <c:v>-21.669778829947376</c:v>
              </c:pt>
              <c:pt idx="4356">
                <c:v>-21.580305725425355</c:v>
              </c:pt>
              <c:pt idx="4357">
                <c:v>-21.498321441757344</c:v>
              </c:pt>
              <c:pt idx="4358">
                <c:v>-21.423740220741188</c:v>
              </c:pt>
              <c:pt idx="4359">
                <c:v>-21.356485109096802</c:v>
              </c:pt>
              <c:pt idx="4360">
                <c:v>-21.296487566967922</c:v>
              </c:pt>
              <c:pt idx="4361">
                <c:v>-21.24368712556376</c:v>
              </c:pt>
              <c:pt idx="4362">
                <c:v>-21.198031090067147</c:v>
              </c:pt>
              <c:pt idx="4363">
                <c:v>-21.15947428451743</c:v>
              </c:pt>
              <c:pt idx="4364">
                <c:v>-21.127978835894293</c:v>
              </c:pt>
              <c:pt idx="4365">
                <c:v>-21.103513995094985</c:v>
              </c:pt>
              <c:pt idx="4366">
                <c:v>-21.086055992919217</c:v>
              </c:pt>
              <c:pt idx="4367">
                <c:v>-21.075587929562349</c:v>
              </c:pt>
              <c:pt idx="4368">
                <c:v>-21.072099696478684</c:v>
              </c:pt>
              <c:pt idx="4369">
                <c:v>-21.075587929815143</c:v>
              </c:pt>
              <c:pt idx="4370">
                <c:v>-21.08605599494156</c:v>
              </c:pt>
              <c:pt idx="4371">
                <c:v>-21.103514001920413</c:v>
              </c:pt>
              <c:pt idx="4372">
                <c:v>-21.127978852073038</c:v>
              </c:pt>
              <c:pt idx="4373">
                <c:v>-21.159474316116594</c:v>
              </c:pt>
              <c:pt idx="4374">
                <c:v>-21.19803114467048</c:v>
              </c:pt>
              <c:pt idx="4375">
                <c:v>-21.243687212271904</c:v>
              </c:pt>
              <c:pt idx="4376">
                <c:v>-21.296487696398309</c:v>
              </c:pt>
              <c:pt idx="4377">
                <c:v>-21.35648529338355</c:v>
              </c:pt>
              <c:pt idx="4378">
                <c:v>-21.423740473535354</c:v>
              </c:pt>
              <c:pt idx="4379">
                <c:v>-21.498321778226895</c:v>
              </c:pt>
              <c:pt idx="4380">
                <c:v>-21.580306162254818</c:v>
              </c:pt>
              <c:pt idx="4381">
                <c:v>-21.669779385338551</c:v>
              </c:pt>
              <c:pt idx="4382">
                <c:v>-21.766836457294971</c:v>
              </c:pt>
              <c:pt idx="4383">
                <c:v>-21.871582142181548</c:v>
              </c:pt>
              <c:pt idx="4384">
                <c:v>-21.984131527562411</c:v>
              </c:pt>
              <c:pt idx="4385">
                <c:v>-22.104610666060761</c:v>
              </c:pt>
              <c:pt idx="4386">
                <c:v>-22.233157297521991</c:v>
              </c:pt>
              <c:pt idx="4387">
                <c:v>-22.369921661474596</c:v>
              </c:pt>
              <c:pt idx="4388">
                <c:v>-22.515067411175487</c:v>
              </c:pt>
              <c:pt idx="4389">
                <c:v>-22.668772642409841</c:v>
              </c:pt>
              <c:pt idx="4390">
                <c:v>-22.831231052445389</c:v>
              </c:pt>
              <c:pt idx="4391">
                <c:v>-23.002653247204698</c:v>
              </c:pt>
              <c:pt idx="4392">
                <c:v>-23.183268217884539</c:v>
              </c:pt>
              <c:pt idx="4393">
                <c:v>-23.373325012075121</c:v>
              </c:pt>
              <c:pt idx="4394">
                <c:v>-23.573094629025405</c:v>
              </c:pt>
              <c:pt idx="4395">
                <c:v>-23.782872174281163</c:v>
              </c:pt>
              <c:pt idx="4396">
                <c:v>-24.002979315721277</c:v>
              </c:pt>
              <c:pt idx="4397">
                <c:v>-24.233767091341107</c:v>
              </c:pt>
              <c:pt idx="4398">
                <c:v>-24.475619129380174</c:v>
              </c:pt>
              <c:pt idx="4399">
                <c:v>-24.728955354100222</c:v>
              </c:pt>
              <c:pt idx="4400">
                <c:v>-24.994236266326801</c:v>
              </c:pt>
              <c:pt idx="4401">
                <c:v>-25.271967907722292</c:v>
              </c:pt>
              <c:pt idx="4402">
                <c:v>-25.562707642790251</c:v>
              </c:pt>
              <c:pt idx="4403">
                <c:v>-25.867070924450822</c:v>
              </c:pt>
              <c:pt idx="4404">
                <c:v>-26.185739249806282</c:v>
              </c:pt>
              <c:pt idx="4405">
                <c:v>-26.519469565359142</c:v>
              </c:pt>
              <c:pt idx="4406">
                <c:v>-26.869105449489297</c:v>
              </c:pt>
              <c:pt idx="4407">
                <c:v>-27.235590490085634</c:v>
              </c:pt>
              <c:pt idx="4408">
                <c:v>-27.61998439471909</c:v>
              </c:pt>
              <c:pt idx="4409">
                <c:v>-28.023482531008565</c:v>
              </c:pt>
              <c:pt idx="4410">
                <c:v>-28.447439812100303</c:v>
              </c:pt>
              <c:pt idx="4411">
                <c:v>-28.89340014042876</c:v>
              </c:pt>
              <c:pt idx="4412">
                <c:v>-29.36313303773251</c:v>
              </c:pt>
              <c:pt idx="4413">
                <c:v>-29.858679674547197</c:v>
              </c:pt>
              <c:pt idx="4414">
                <c:v>-30.382411351178881</c:v>
              </c:pt>
              <c:pt idx="4415">
                <c:v>-30.937104705189832</c:v>
              </c:pt>
              <c:pt idx="4416">
                <c:v>-31.526039737701801</c:v>
              </c:pt>
              <c:pt idx="4417">
                <c:v>-32.153129508486046</c:v>
              </c:pt>
              <c:pt idx="4418">
                <c:v>-32.823094633195581</c:v>
              </c:pt>
              <c:pt idx="4419">
                <c:v>-33.541702546055745</c:v>
              </c:pt>
              <c:pt idx="4420">
                <c:v>-34.316102708755707</c:v>
              </c:pt>
              <c:pt idx="4421">
                <c:v>-35.155308000869432</c:v>
              </c:pt>
              <c:pt idx="4422">
                <c:v>-36.070906173448925</c:v>
              </c:pt>
              <c:pt idx="4423">
                <c:v>-37.078147399688135</c:v>
              </c:pt>
              <c:pt idx="4424">
                <c:v>-38.197675037189711</c:v>
              </c:pt>
              <c:pt idx="4425">
                <c:v>-39.458418136248312</c:v>
              </c:pt>
              <c:pt idx="4426">
                <c:v>-40.902728725840269</c:v>
              </c:pt>
              <c:pt idx="4427">
                <c:v>-42.596245324519018</c:v>
              </c:pt>
              <c:pt idx="4428">
                <c:v>-44.648903079545121</c:v>
              </c:pt>
              <c:pt idx="4429">
                <c:v>-47.266752879024409</c:v>
              </c:pt>
              <c:pt idx="4430">
                <c:v>-50.912325410131302</c:v>
              </c:pt>
              <c:pt idx="4431">
                <c:v>-55</c:v>
              </c:pt>
              <c:pt idx="4432">
                <c:v>-55</c:v>
              </c:pt>
              <c:pt idx="4433">
                <c:v>-55</c:v>
              </c:pt>
              <c:pt idx="4434">
                <c:v>-51.45524385007738</c:v>
              </c:pt>
              <c:pt idx="4435">
                <c:v>-48.08146251494135</c:v>
              </c:pt>
              <c:pt idx="4436">
                <c:v>-45.735803375363986</c:v>
              </c:pt>
              <c:pt idx="4437">
                <c:v>-43.955870728642964</c:v>
              </c:pt>
              <c:pt idx="4438">
                <c:v>-42.535750256955325</c:v>
              </c:pt>
              <c:pt idx="4439">
                <c:v>-41.365645387547161</c:v>
              </c:pt>
              <c:pt idx="4440">
                <c:v>-40.380058614148709</c:v>
              </c:pt>
              <c:pt idx="4441">
                <c:v>-39.53678180997813</c:v>
              </c:pt>
              <c:pt idx="4442">
                <c:v>-38.807033191299325</c:v>
              </c:pt>
              <c:pt idx="4443">
                <c:v>-38.170320532322023</c:v>
              </c:pt>
              <c:pt idx="4444">
                <c:v>-37.611549188676847</c:v>
              </c:pt>
              <c:pt idx="4445">
                <c:v>-37.119291902737423</c:v>
              </c:pt>
              <c:pt idx="4446">
                <c:v>-36.684701861891725</c:v>
              </c:pt>
              <c:pt idx="4447">
                <c:v>-36.300801901375721</c:v>
              </c:pt>
              <c:pt idx="4448">
                <c:v>-35.962003824753587</c:v>
              </c:pt>
              <c:pt idx="4449">
                <c:v>-35.663773968279664</c:v>
              </c:pt>
              <c:pt idx="4450">
                <c:v>-35.402394782793742</c:v>
              </c:pt>
              <c:pt idx="4451">
                <c:v>-35.17479126271077</c:v>
              </c:pt>
              <c:pt idx="4452">
                <c:v>-34.978402270611902</c:v>
              </c:pt>
              <c:pt idx="4453">
                <c:v>-34.811083637745369</c:v>
              </c:pt>
              <c:pt idx="4454">
                <c:v>-34.671034206337268</c:v>
              </c:pt>
              <c:pt idx="4455">
                <c:v>-34.556738739856627</c:v>
              </c:pt>
              <c:pt idx="4456">
                <c:v>-34.466923447828286</c:v>
              </c:pt>
              <c:pt idx="4457">
                <c:v>-34.400521098564653</c:v>
              </c:pt>
              <c:pt idx="4458">
                <c:v>-34.35664353654915</c:v>
              </c:pt>
              <c:pt idx="4459">
                <c:v>-34.334560012004744</c:v>
              </c:pt>
              <c:pt idx="4460">
                <c:v>-34.33368015174792</c:v>
              </c:pt>
              <c:pt idx="4461">
                <c:v>-34.353540706973391</c:v>
              </c:pt>
              <c:pt idx="4462">
                <c:v>-34.393795441125398</c:v>
              </c:pt>
              <c:pt idx="4463">
                <c:v>-34.454207693930819</c:v>
              </c:pt>
              <c:pt idx="4464">
                <c:v>-34.534645292981153</c:v>
              </c:pt>
              <c:pt idx="4465">
                <c:v>-34.635077594144434</c:v>
              </c:pt>
              <c:pt idx="4466">
                <c:v>-34.755574525660059</c:v>
              </c:pt>
              <c:pt idx="4467">
                <c:v>-34.89630759523191</c:v>
              </c:pt>
              <c:pt idx="4468">
                <c:v>-35.057552900972276</c:v>
              </c:pt>
              <c:pt idx="4469">
                <c:v>-35.239696271509629</c:v>
              </c:pt>
              <c:pt idx="4470">
                <c:v>-35.443240754149556</c:v>
              </c:pt>
              <c:pt idx="4471">
                <c:v>-35.668816779876835</c:v>
              </c:pt>
              <c:pt idx="4472">
                <c:v>-35.917195469296864</c:v>
              </c:pt>
              <c:pt idx="4473">
                <c:v>-36.189305716546748</c:v>
              </c:pt>
              <c:pt idx="4474">
                <c:v>-36.486255915718331</c:v>
              </c:pt>
              <c:pt idx="4475">
                <c:v>-36.809361500886844</c:v>
              </c:pt>
              <c:pt idx="4476">
                <c:v>-37.160179892422505</c:v>
              </c:pt>
              <c:pt idx="4477">
                <c:v>-37.540555033065274</c:v>
              </c:pt>
              <c:pt idx="4478">
                <c:v>-37.952674540616307</c:v>
              </c:pt>
              <c:pt idx="4479">
                <c:v>-38.399143730903859</c:v>
              </c:pt>
              <c:pt idx="4480">
                <c:v>-38.883082585124015</c:v>
              </c:pt>
              <c:pt idx="4481">
                <c:v>-39.408254495939424</c:v>
              </c:pt>
              <c:pt idx="4482">
                <c:v>-39.979239912319741</c:v>
              </c:pt>
              <c:pt idx="4483">
                <c:v>-40.601674834924346</c:v>
              </c:pt>
              <c:pt idx="4484">
                <c:v>-41.282585332819686</c:v>
              </c:pt>
              <c:pt idx="4485">
                <c:v>-42.030868308235974</c:v>
              </c:pt>
              <c:pt idx="4486">
                <c:v>-42.858002383525701</c:v>
              </c:pt>
              <c:pt idx="4487">
                <c:v>-43.779134937685036</c:v>
              </c:pt>
              <c:pt idx="4488">
                <c:v>-44.814812401274217</c:v>
              </c:pt>
              <c:pt idx="4489">
                <c:v>-45.993872339162927</c:v>
              </c:pt>
              <c:pt idx="4490">
                <c:v>-47.358580348391051</c:v>
              </c:pt>
              <c:pt idx="4491">
                <c:v>-48.974493214502665</c:v>
              </c:pt>
              <c:pt idx="4492">
                <c:v>-50.951468726272793</c:v>
              </c:pt>
              <c:pt idx="4493">
                <c:v>-53.495484490579919</c:v>
              </c:pt>
              <c:pt idx="4494">
                <c:v>-55</c:v>
              </c:pt>
              <c:pt idx="4495">
                <c:v>-55</c:v>
              </c:pt>
              <c:pt idx="4496">
                <c:v>-55</c:v>
              </c:pt>
              <c:pt idx="4497">
                <c:v>-55</c:v>
              </c:pt>
              <c:pt idx="4498">
                <c:v>-55</c:v>
              </c:pt>
              <c:pt idx="4499">
                <c:v>-53.902347935444233</c:v>
              </c:pt>
              <c:pt idx="4500">
                <c:v>-51.494030709067559</c:v>
              </c:pt>
              <c:pt idx="4501">
                <c:v>-49.652820142166583</c:v>
              </c:pt>
              <c:pt idx="4502">
                <c:v>-48.172755320962793</c:v>
              </c:pt>
              <c:pt idx="4503">
                <c:v>-46.943995210931455</c:v>
              </c:pt>
              <c:pt idx="4504">
                <c:v>-45.900999854410415</c:v>
              </c:pt>
              <c:pt idx="4505">
                <c:v>-45.001520568489923</c:v>
              </c:pt>
              <c:pt idx="4506">
                <c:v>-44.216736801447524</c:v>
              </c:pt>
              <c:pt idx="4507">
                <c:v>-43.526119247850346</c:v>
              </c:pt>
              <c:pt idx="4508">
                <c:v>-42.914537778976786</c:v>
              </c:pt>
              <c:pt idx="4509">
                <c:v>-42.370531161297819</c:v>
              </c:pt>
              <c:pt idx="4510">
                <c:v>-41.885220033624634</c:v>
              </c:pt>
              <c:pt idx="4511">
                <c:v>-41.451596034102742</c:v>
              </c:pt>
              <c:pt idx="4512">
                <c:v>-41.06404104972939</c:v>
              </c:pt>
              <c:pt idx="4513">
                <c:v>-40.717992714259339</c:v>
              </c:pt>
              <c:pt idx="4514">
                <c:v>-40.409705927820461</c:v>
              </c:pt>
              <c:pt idx="4515">
                <c:v>-40.136079227487322</c:v>
              </c:pt>
              <c:pt idx="4516">
                <c:v>-39.894526057040039</c:v>
              </c:pt>
              <c:pt idx="4517">
                <c:v>-39.682877815961263</c:v>
              </c:pt>
              <c:pt idx="4518">
                <c:v>-39.499309853330288</c:v>
              </c:pt>
              <c:pt idx="4519">
                <c:v>-39.342284332545013</c:v>
              </c:pt>
              <c:pt idx="4520">
                <c:v>-39.210505713264148</c:v>
              </c:pt>
              <c:pt idx="4521">
                <c:v>-39.102885823755749</c:v>
              </c:pt>
              <c:pt idx="4522">
                <c:v>-39.018516340217644</c:v>
              </c:pt>
              <c:pt idx="4523">
                <c:v>-38.956647080445222</c:v>
              </c:pt>
              <c:pt idx="4524">
                <c:v>-38.916668940803461</c:v>
              </c:pt>
              <c:pt idx="4525">
                <c:v>-38.898100612015512</c:v>
              </c:pt>
              <c:pt idx="4526">
                <c:v>-38.900578436800444</c:v>
              </c:pt>
              <c:pt idx="4527">
                <c:v>-38.923848945321353</c:v>
              </c:pt>
              <c:pt idx="4528">
                <c:v>-38.96776373972606</c:v>
              </c:pt>
              <c:pt idx="4529">
                <c:v>-39.032276508963037</c:v>
              </c:pt>
              <c:pt idx="4530">
                <c:v>-39.117442048635375</c:v>
              </c:pt>
              <c:pt idx="4531">
                <c:v>-39.223417245124203</c:v>
              </c:pt>
              <c:pt idx="4532">
                <c:v>-39.350464064755634</c:v>
              </c:pt>
              <c:pt idx="4533">
                <c:v>-39.498954673251276</c:v>
              </c:pt>
              <c:pt idx="4534">
                <c:v>-39.669378904285708</c:v>
              </c:pt>
              <c:pt idx="4535">
                <c:v>-39.862354405873781</c:v>
              </c:pt>
              <c:pt idx="4536">
                <c:v>-40.078639928629244</c:v>
              </c:pt>
              <c:pt idx="4537">
                <c:v>-40.319152392869306</c:v>
              </c:pt>
              <c:pt idx="4538">
                <c:v>-40.584988599056857</c:v>
              </c:pt>
              <c:pt idx="4539">
                <c:v>-40.877452752626724</c:v>
              </c:pt>
              <c:pt idx="4540">
                <c:v>-41.198091395828939</c:v>
              </c:pt>
              <c:pt idx="4541">
                <c:v>-41.548737930025688</c:v>
              </c:pt>
              <c:pt idx="4542">
                <c:v>-41.931569755261236</c:v>
              </c:pt>
              <c:pt idx="4543">
                <c:v>-42.349182280721124</c:v>
              </c:pt>
              <c:pt idx="4544">
                <c:v>-42.804685880150458</c:v>
              </c:pt>
              <c:pt idx="4545">
                <c:v>-43.301834626581098</c:v>
              </c:pt>
              <c:pt idx="4546">
                <c:v>-43.845199926322074</c:v>
              </c:pt>
              <c:pt idx="4547">
                <c:v>-44.440409003986034</c:v>
              </c:pt>
              <c:pt idx="4548">
                <c:v>-45.094479409316754</c:v>
              </c:pt>
              <c:pt idx="4549">
                <c:v>-45.816299772499192</c:v>
              </c:pt>
              <c:pt idx="4550">
                <c:v>-46.617340682090223</c:v>
              </c:pt>
              <c:pt idx="4551">
                <c:v>-47.512741712909772</c:v>
              </c:pt>
              <c:pt idx="4552">
                <c:v>-48.523041712708135</c:v>
              </c:pt>
              <c:pt idx="4553">
                <c:v>-49.677070877015794</c:v>
              </c:pt>
              <c:pt idx="4554">
                <c:v>-51.017087639448192</c:v>
              </c:pt>
              <c:pt idx="4555">
                <c:v>-52.608641820806426</c:v>
              </c:pt>
              <c:pt idx="4556">
                <c:v>-54.56158443687648</c:v>
              </c:pt>
              <c:pt idx="4557">
                <c:v>-55</c:v>
              </c:pt>
              <c:pt idx="4558">
                <c:v>-55</c:v>
              </c:pt>
              <c:pt idx="4559">
                <c:v>-55</c:v>
              </c:pt>
              <c:pt idx="4560">
                <c:v>-55</c:v>
              </c:pt>
              <c:pt idx="4561">
                <c:v>-55</c:v>
              </c:pt>
              <c:pt idx="4562">
                <c:v>-55</c:v>
              </c:pt>
              <c:pt idx="4563">
                <c:v>-55</c:v>
              </c:pt>
              <c:pt idx="4564">
                <c:v>-54.92285716993451</c:v>
              </c:pt>
              <c:pt idx="4565">
                <c:v>-53.060269586264056</c:v>
              </c:pt>
              <c:pt idx="4566">
                <c:v>-51.559095021000033</c:v>
              </c:pt>
              <c:pt idx="4567">
                <c:v>-50.30948739271625</c:v>
              </c:pt>
              <c:pt idx="4568">
                <c:v>-49.245901824607117</c:v>
              </c:pt>
              <c:pt idx="4569">
                <c:v>-48.32608483831639</c:v>
              </c:pt>
              <c:pt idx="4570">
                <c:v>-47.521211206466432</c:v>
              </c:pt>
              <c:pt idx="4571">
                <c:v>-46.810747064003493</c:v>
              </c:pt>
              <c:pt idx="4572">
                <c:v>-46.179557835003912</c:v>
              </c:pt>
              <c:pt idx="4573">
                <c:v>-45.616177947676206</c:v>
              </c:pt>
              <c:pt idx="4574">
                <c:v>-45.111723808158779</c:v>
              </c:pt>
              <c:pt idx="4575">
                <c:v>-44.659182924288096</c:v>
              </c:pt>
              <c:pt idx="4576">
                <c:v>-44.252933152009184</c:v>
              </c:pt>
              <c:pt idx="4577">
                <c:v>-43.888408190287649</c:v>
              </c:pt>
              <c:pt idx="4578">
                <c:v>-43.56185909784049</c:v>
              </c:pt>
              <c:pt idx="4579">
                <c:v>-43.27018066092883</c:v>
              </c:pt>
              <c:pt idx="4580">
                <c:v>-43.010782660435787</c:v>
              </c:pt>
              <c:pt idx="4581">
                <c:v>-42.781492918277742</c:v>
              </c:pt>
              <c:pt idx="4582">
                <c:v>-42.580483288804565</c:v>
              </c:pt>
              <c:pt idx="4583">
                <c:v>-42.40621252111508</c:v>
              </c:pt>
              <c:pt idx="4584">
                <c:v>-42.257381738677282</c:v>
              </c:pt>
              <c:pt idx="4585">
                <c:v>-42.132899509435305</c:v>
              </c:pt>
              <c:pt idx="4586">
                <c:v>-42.031854322965785</c:v>
              </c:pt>
              <c:pt idx="4587">
                <c:v>-41.953492882055954</c:v>
              </c:pt>
              <c:pt idx="4588">
                <c:v>-41.897203037657093</c:v>
              </c:pt>
              <c:pt idx="4589">
                <c:v>-41.862500502723222</c:v>
              </c:pt>
              <c:pt idx="4590">
                <c:v>-41.849018707964525</c:v>
              </c:pt>
              <c:pt idx="4591">
                <c:v>-41.856501335474334</c:v>
              </c:pt>
              <c:pt idx="4592">
                <c:v>-41.884797201509507</c:v>
              </c:pt>
              <c:pt idx="4593">
                <c:v>-41.93385726960414</c:v>
              </c:pt>
              <c:pt idx="4594">
                <c:v>-42.0037336687775</c:v>
              </c:pt>
              <c:pt idx="4595">
                <c:v>-42.094580676065398</c:v>
              </c:pt>
              <c:pt idx="4596">
                <c:v>-42.206657704146707</c:v>
              </c:pt>
              <c:pt idx="4597">
                <c:v>-42.340334419303318</c:v>
              </c:pt>
              <c:pt idx="4598">
                <c:v>-42.496098208535578</c:v>
              </c:pt>
              <c:pt idx="4599">
                <c:v>-42.674564324552726</c:v>
              </c:pt>
              <c:pt idx="4600">
                <c:v>-42.876489172680053</c:v>
              </c:pt>
              <c:pt idx="4601">
                <c:v>-43.102787376654206</c:v>
              </c:pt>
              <c:pt idx="4602">
                <c:v>-43.354553487797602</c:v>
              </c:pt>
              <c:pt idx="4603">
                <c:v>-43.633089508616564</c:v>
              </c:pt>
              <c:pt idx="4604">
                <c:v>-43.939939823454672</c:v>
              </c:pt>
              <c:pt idx="4605">
                <c:v>-44.276935719636015</c:v>
              </c:pt>
              <c:pt idx="4606">
                <c:v>-44.646252525918982</c:v>
              </c:pt>
              <c:pt idx="4607">
                <c:v>-45.050483621870598</c:v>
              </c:pt>
              <c:pt idx="4608">
                <c:v>-45.492737392235497</c:v>
              </c:pt>
              <c:pt idx="4609">
                <c:v>-45.976765960643384</c:v>
              </c:pt>
              <c:pt idx="4610">
                <c:v>-46.50713882261379</c:v>
              </c:pt>
              <c:pt idx="4611">
                <c:v>-47.089481329622267</c:v>
              </c:pt>
              <c:pt idx="4612">
                <c:v>-47.730809194999615</c:v>
              </c:pt>
              <c:pt idx="4613">
                <c:v>-48.440009248338363</c:v>
              </c:pt>
              <c:pt idx="4614">
                <c:v>-49.228550312551029</c:v>
              </c:pt>
              <c:pt idx="4615">
                <c:v>-50.111570230908683</c:v>
              </c:pt>
              <c:pt idx="4616">
                <c:v>-51.109606152884496</c:v>
              </c:pt>
              <c:pt idx="4617">
                <c:v>-52.2514866082049</c:v>
              </c:pt>
              <c:pt idx="4618">
                <c:v>-53.579468396371695</c:v>
              </c:pt>
              <c:pt idx="4619">
                <c:v>-55</c:v>
              </c:pt>
              <c:pt idx="4620">
                <c:v>-55</c:v>
              </c:pt>
              <c:pt idx="4621">
                <c:v>-55</c:v>
              </c:pt>
              <c:pt idx="4622">
                <c:v>-55</c:v>
              </c:pt>
              <c:pt idx="4623">
                <c:v>-55</c:v>
              </c:pt>
              <c:pt idx="4624">
                <c:v>-55</c:v>
              </c:pt>
              <c:pt idx="4625">
                <c:v>-55</c:v>
              </c:pt>
              <c:pt idx="4626">
                <c:v>-55</c:v>
              </c:pt>
              <c:pt idx="4627">
                <c:v>-55</c:v>
              </c:pt>
              <c:pt idx="4628">
                <c:v>-55</c:v>
              </c:pt>
              <c:pt idx="4629">
                <c:v>-55</c:v>
              </c:pt>
              <c:pt idx="4630">
                <c:v>-53.985372706124394</c:v>
              </c:pt>
              <c:pt idx="4631">
                <c:v>-52.725073085702391</c:v>
              </c:pt>
              <c:pt idx="4632">
                <c:v>-51.650889323893587</c:v>
              </c:pt>
              <c:pt idx="4633">
                <c:v>-50.72056670390814</c:v>
              </c:pt>
              <c:pt idx="4634">
                <c:v>-49.905278781782947</c:v>
              </c:pt>
              <c:pt idx="4635">
                <c:v>-49.184490497240262</c:v>
              </c:pt>
              <c:pt idx="4636">
                <c:v>-48.543066100026095</c:v>
              </c:pt>
              <c:pt idx="4637">
                <c:v>-47.969538864456077</c:v>
              </c:pt>
              <c:pt idx="4638">
                <c:v>-47.455024062765155</c:v>
              </c:pt>
              <c:pt idx="4639">
                <c:v>-46.992508088445049</c:v>
              </c:pt>
              <c:pt idx="4640">
                <c:v>-46.576367702231273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AAE-44C4-BFF8-B21B3A9F1715}"/>
            </c:ext>
          </c:extLst>
        </c:ser>
        <c:ser>
          <c:idx val="1"/>
          <c:order val="1"/>
          <c:tx>
            <c:v>Residual Carrier</c:v>
          </c:tx>
          <c:spPr>
            <a:ln w="23813">
              <a:solidFill>
                <a:srgbClr val="A8661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0</c:formatCode>
              <c:ptCount val="2"/>
              <c:pt idx="0">
                <c:v>-55</c:v>
              </c:pt>
              <c:pt idx="1">
                <c:v>-3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EAAE-44C4-BFF8-B21B3A9F1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60"/>
        </c:scaling>
        <c:delete val="0"/>
        <c:axPos val="l"/>
        <c:majorGridlines>
          <c:spPr>
            <a:ln w="6668">
              <a:solidFill>
                <a:srgbClr val="E1E5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Relative Power (dB)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20"/>
      </c:valAx>
      <c:valAx>
        <c:axId val="48650112"/>
        <c:scaling>
          <c:orientation val="minMax"/>
          <c:max val="1.2"/>
          <c:min val="-1.2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Frequency Offset from RF Carrier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0.4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Coherent BPSK / Gray QPSK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Coherent BPSK / Gray QPSK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0.2</c:v>
              </c:pt>
              <c:pt idx="2">
                <c:v>0.4</c:v>
              </c:pt>
              <c:pt idx="3">
                <c:v>0.60000000000000009</c:v>
              </c:pt>
              <c:pt idx="4">
                <c:v>0.8</c:v>
              </c:pt>
              <c:pt idx="5">
                <c:v>1</c:v>
              </c:pt>
              <c:pt idx="6">
                <c:v>1.2</c:v>
              </c:pt>
              <c:pt idx="7">
                <c:v>1.4</c:v>
              </c:pt>
              <c:pt idx="8">
                <c:v>1.5999999999999999</c:v>
              </c:pt>
              <c:pt idx="9">
                <c:v>1.7999999999999998</c:v>
              </c:pt>
              <c:pt idx="10">
                <c:v>1.9999999999999998</c:v>
              </c:pt>
              <c:pt idx="11">
                <c:v>2.1999999999999997</c:v>
              </c:pt>
              <c:pt idx="12">
                <c:v>2.4</c:v>
              </c:pt>
              <c:pt idx="13">
                <c:v>2.6</c:v>
              </c:pt>
              <c:pt idx="14">
                <c:v>2.8000000000000003</c:v>
              </c:pt>
              <c:pt idx="15">
                <c:v>3.0000000000000004</c:v>
              </c:pt>
              <c:pt idx="16">
                <c:v>3.2000000000000006</c:v>
              </c:pt>
              <c:pt idx="17">
                <c:v>3.4000000000000008</c:v>
              </c:pt>
              <c:pt idx="18">
                <c:v>3.600000000000001</c:v>
              </c:pt>
              <c:pt idx="19">
                <c:v>3.8000000000000012</c:v>
              </c:pt>
              <c:pt idx="20">
                <c:v>4.0000000000000009</c:v>
              </c:pt>
              <c:pt idx="21">
                <c:v>4.2000000000000011</c:v>
              </c:pt>
              <c:pt idx="22">
                <c:v>4.4000000000000012</c:v>
              </c:pt>
              <c:pt idx="23">
                <c:v>4.6000000000000014</c:v>
              </c:pt>
              <c:pt idx="24">
                <c:v>4.8000000000000016</c:v>
              </c:pt>
              <c:pt idx="25">
                <c:v>5.0000000000000018</c:v>
              </c:pt>
              <c:pt idx="26">
                <c:v>5.200000000000002</c:v>
              </c:pt>
              <c:pt idx="27">
                <c:v>5.4000000000000021</c:v>
              </c:pt>
              <c:pt idx="28">
                <c:v>5.6000000000000023</c:v>
              </c:pt>
              <c:pt idx="29">
                <c:v>5.8000000000000025</c:v>
              </c:pt>
              <c:pt idx="30">
                <c:v>6.0000000000000027</c:v>
              </c:pt>
              <c:pt idx="31">
                <c:v>6.2000000000000028</c:v>
              </c:pt>
              <c:pt idx="32">
                <c:v>6.400000000000003</c:v>
              </c:pt>
              <c:pt idx="33">
                <c:v>6.6000000000000032</c:v>
              </c:pt>
              <c:pt idx="34">
                <c:v>6.8000000000000034</c:v>
              </c:pt>
              <c:pt idx="35">
                <c:v>7.0000000000000036</c:v>
              </c:pt>
              <c:pt idx="36">
                <c:v>7.2000000000000037</c:v>
              </c:pt>
              <c:pt idx="37">
                <c:v>7.4000000000000039</c:v>
              </c:pt>
              <c:pt idx="38">
                <c:v>7.6000000000000041</c:v>
              </c:pt>
              <c:pt idx="39">
                <c:v>7.8000000000000043</c:v>
              </c:pt>
              <c:pt idx="40">
                <c:v>8.0000000000000036</c:v>
              </c:pt>
              <c:pt idx="41">
                <c:v>8.2000000000000028</c:v>
              </c:pt>
              <c:pt idx="42">
                <c:v>8.4000000000000021</c:v>
              </c:pt>
              <c:pt idx="43">
                <c:v>8.6000000000000014</c:v>
              </c:pt>
              <c:pt idx="44">
                <c:v>8.8000000000000007</c:v>
              </c:pt>
              <c:pt idx="45">
                <c:v>9</c:v>
              </c:pt>
              <c:pt idx="46">
                <c:v>9.1999999999999993</c:v>
              </c:pt>
              <c:pt idx="47">
                <c:v>9.3999999999999986</c:v>
              </c:pt>
              <c:pt idx="48">
                <c:v>9.5999999999999979</c:v>
              </c:pt>
              <c:pt idx="49">
                <c:v>9.7999999999999972</c:v>
              </c:pt>
              <c:pt idx="50">
                <c:v>9.9999999999999964</c:v>
              </c:pt>
              <c:pt idx="51">
                <c:v>10.199999999999996</c:v>
              </c:pt>
              <c:pt idx="52">
                <c:v>10.399999999999995</c:v>
              </c:pt>
              <c:pt idx="53">
                <c:v>10.599999999999994</c:v>
              </c:pt>
              <c:pt idx="54">
                <c:v>10.799999999999994</c:v>
              </c:pt>
              <c:pt idx="55">
                <c:v>10.999999999999993</c:v>
              </c:pt>
              <c:pt idx="56">
                <c:v>11.199999999999992</c:v>
              </c:pt>
              <c:pt idx="57">
                <c:v>11.399999999999991</c:v>
              </c:pt>
              <c:pt idx="58">
                <c:v>11.599999999999991</c:v>
              </c:pt>
              <c:pt idx="59">
                <c:v>11.79999999999999</c:v>
              </c:pt>
              <c:pt idx="60">
                <c:v>11.999999999999989</c:v>
              </c:pt>
            </c:numLit>
          </c:xVal>
          <c:yVal>
            <c:numLit>
              <c:formatCode>0</c:formatCode>
              <c:ptCount val="61"/>
              <c:pt idx="0">
                <c:v>-1.104303177390529</c:v>
              </c:pt>
              <c:pt idx="1">
                <c:v>-1.1311979374007284</c:v>
              </c:pt>
              <c:pt idx="2">
                <c:v>-1.1591318935269799</c:v>
              </c:pt>
              <c:pt idx="3">
                <c:v>-1.1881501710555917</c:v>
              </c:pt>
              <c:pt idx="4">
                <c:v>-1.2183000008710245</c:v>
              </c:pt>
              <c:pt idx="5">
                <c:v>-1.2496308205391609</c:v>
              </c:pt>
              <c:pt idx="6">
                <c:v>-1.2821943802137874</c:v>
              </c:pt>
              <c:pt idx="7">
                <c:v>-1.3160448535902789</c:v>
              </c:pt>
              <c:pt idx="8">
                <c:v>-1.3512389541407126</c:v>
              </c:pt>
              <c:pt idx="9">
                <c:v>-1.3878360568753469</c:v>
              </c:pt>
              <c:pt idx="10">
                <c:v>-1.4258983258866282</c:v>
              </c:pt>
              <c:pt idx="11">
                <c:v>-1.4654908479436637</c:v>
              </c:pt>
              <c:pt idx="12">
                <c:v>-1.5066817724174479</c:v>
              </c:pt>
              <c:pt idx="13">
                <c:v>-1.5495424578300923</c:v>
              </c:pt>
              <c:pt idx="14">
                <c:v>-1.5941476253348903</c:v>
              </c:pt>
              <c:pt idx="15">
                <c:v>-1.6405755194483238</c:v>
              </c:pt>
              <c:pt idx="16">
                <c:v>-1.6889080763700888</c:v>
              </c:pt>
              <c:pt idx="17">
                <c:v>-1.7392311002429315</c:v>
              </c:pt>
              <c:pt idx="18">
                <c:v>-1.791634447720585</c:v>
              </c:pt>
              <c:pt idx="19">
                <c:v>-1.8462122212294274</c:v>
              </c:pt>
              <c:pt idx="20">
                <c:v>-1.9030629713276519</c:v>
              </c:pt>
              <c:pt idx="21">
                <c:v>-1.9622899085848489</c:v>
              </c:pt>
              <c:pt idx="22">
                <c:v>-2.0240011254249204</c:v>
              </c:pt>
              <c:pt idx="23">
                <c:v>-2.0883098283963148</c:v>
              </c:pt>
              <c:pt idx="24">
                <c:v>-2.1553345813556222</c:v>
              </c:pt>
              <c:pt idx="25">
                <c:v>-2.2251995600737757</c:v>
              </c:pt>
              <c:pt idx="26">
                <c:v>-2.2980348187984001</c:v>
              </c:pt>
              <c:pt idx="27">
                <c:v>-2.3739765693313863</c:v>
              </c:pt>
              <c:pt idx="28">
                <c:v>-2.4531674732075257</c:v>
              </c:pt>
              <c:pt idx="29">
                <c:v>-2.5357569475881094</c:v>
              </c:pt>
              <c:pt idx="30">
                <c:v>-2.6219014855128497</c:v>
              </c:pt>
              <c:pt idx="31">
                <c:v>-2.7117649911843094</c:v>
              </c:pt>
              <c:pt idx="32">
                <c:v>-2.8055191309914114</c:v>
              </c:pt>
              <c:pt idx="33">
                <c:v>-2.9033437010124534</c:v>
              </c:pt>
              <c:pt idx="34">
                <c:v>-3.0054270117735684</c:v>
              </c:pt>
              <c:pt idx="35">
                <c:v>-3.1119662910757944</c:v>
              </c:pt>
              <c:pt idx="36">
                <c:v>-3.2231681057427997</c:v>
              </c:pt>
              <c:pt idx="37">
                <c:v>-3.3392488031821408</c:v>
              </c:pt>
              <c:pt idx="38">
                <c:v>-3.4604349736955671</c:v>
              </c:pt>
              <c:pt idx="39">
                <c:v>-3.5869639345185815</c:v>
              </c:pt>
              <c:pt idx="40">
                <c:v>-3.71908423661618</c:v>
              </c:pt>
              <c:pt idx="41">
                <c:v>-3.8570561953106206</c:v>
              </c:pt>
              <c:pt idx="42">
                <c:v>-4.001152445868188</c:v>
              </c:pt>
              <c:pt idx="43">
                <c:v>-4.1516585252254794</c:v>
              </c:pt>
              <c:pt idx="44">
                <c:v>-4.3088734810916476</c:v>
              </c:pt>
              <c:pt idx="45">
                <c:v>-4.4731105097216055</c:v>
              </c:pt>
              <c:pt idx="46">
                <c:v>-4.6446976237163886</c:v>
              </c:pt>
              <c:pt idx="47">
                <c:v>-4.8239783512708874</c:v>
              </c:pt>
              <c:pt idx="48">
                <c:v>-5.0113124683561088</c:v>
              </c:pt>
              <c:pt idx="49">
                <c:v>-5.2070767653931158</c:v>
              </c:pt>
              <c:pt idx="50">
                <c:v>-5.4116658500490171</c:v>
              </c:pt>
              <c:pt idx="51">
                <c:v>-5.6254929878619784</c:v>
              </c:pt>
              <c:pt idx="52">
                <c:v>-5.8489909824822703</c:v>
              </c:pt>
              <c:pt idx="53">
                <c:v>-6.0826130974001478</c:v>
              </c:pt>
              <c:pt idx="54">
                <c:v>-6.3268340211190948</c:v>
              </c:pt>
              <c:pt idx="55">
                <c:v>-6.582150877824466</c:v>
              </c:pt>
              <c:pt idx="56">
                <c:v>-6.8490842856937402</c:v>
              </c:pt>
              <c:pt idx="57">
                <c:v>-7.128179465094771</c:v>
              </c:pt>
              <c:pt idx="58">
                <c:v>-7.4200073990236461</c:v>
              </c:pt>
              <c:pt idx="59">
                <c:v>-7.7251660482437003</c:v>
              </c:pt>
              <c:pt idx="60">
                <c:v>-8.0442816237023109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B332-465A-B92E-616861303C3E}"/>
            </c:ext>
          </c:extLst>
        </c:ser>
        <c:ser>
          <c:idx val="1"/>
          <c:order val="1"/>
          <c:tx>
            <c:v>BER target (0.00001)</c:v>
          </c:tx>
          <c:spPr>
            <a:ln w="23813">
              <a:solidFill>
                <a:srgbClr val="A8661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12</c:v>
              </c:pt>
            </c:numLit>
          </c:xVal>
          <c:yVal>
            <c:numLit>
              <c:formatCode>0</c:formatCode>
              <c:ptCount val="2"/>
              <c:pt idx="0">
                <c:v>-5</c:v>
              </c:pt>
              <c:pt idx="1">
                <c:v>-5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B332-465A-B92E-616861303C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-1"/>
          <c:min val="-9"/>
        </c:scaling>
        <c:delete val="0"/>
        <c:axPos val="l"/>
        <c:majorGridlines>
          <c:spPr>
            <a:ln w="6668">
              <a:solidFill>
                <a:srgbClr val="E1E5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log₁₀(BER)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12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E</a:t>
                </a:r>
                <a:r>
                  <a:rPr lang="en-US" sz="2160" baseline="-25000"/>
                  <a:t>b</a:t>
                </a:r>
                <a:r>
                  <a:rPr lang="en-US"/>
                  <a:t>/N</a:t>
                </a:r>
                <a:r>
                  <a:rPr lang="en-US" sz="2160" baseline="-25000"/>
                  <a:t>0</a:t>
                </a:r>
                <a:r>
                  <a:rPr lang="en-US"/>
                  <a:t>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252525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NRZ-M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NRZ-M</c:v>
          </c:tx>
          <c:spPr>
            <a:ln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-1</c:v>
              </c:pt>
              <c:pt idx="1">
                <c:v>-1</c:v>
              </c:pt>
              <c:pt idx="2">
                <c:v>-1</c:v>
              </c:pt>
              <c:pt idx="3">
                <c:v>-1</c:v>
              </c:pt>
              <c:pt idx="4">
                <c:v>-1</c:v>
              </c:pt>
              <c:pt idx="5">
                <c:v>-1</c:v>
              </c:pt>
              <c:pt idx="6">
                <c:v>-1</c:v>
              </c:pt>
              <c:pt idx="7">
                <c:v>-1</c:v>
              </c:pt>
              <c:pt idx="8">
                <c:v>-1</c:v>
              </c:pt>
              <c:pt idx="9">
                <c:v>-1</c:v>
              </c:pt>
              <c:pt idx="10">
                <c:v>-1</c:v>
              </c:pt>
              <c:pt idx="11">
                <c:v>-1</c:v>
              </c:pt>
              <c:pt idx="12">
                <c:v>-1</c:v>
              </c:pt>
              <c:pt idx="13">
                <c:v>-1</c:v>
              </c:pt>
              <c:pt idx="14">
                <c:v>-1</c:v>
              </c:pt>
              <c:pt idx="15">
                <c:v>-1</c:v>
              </c:pt>
              <c:pt idx="16">
                <c:v>-1</c:v>
              </c:pt>
              <c:pt idx="17">
                <c:v>-1</c:v>
              </c:pt>
              <c:pt idx="18">
                <c:v>-1</c:v>
              </c:pt>
              <c:pt idx="19">
                <c:v>-1</c:v>
              </c:pt>
              <c:pt idx="20">
                <c:v>-1</c:v>
              </c:pt>
              <c:pt idx="21">
                <c:v>-1</c:v>
              </c:pt>
              <c:pt idx="22">
                <c:v>-1</c:v>
              </c:pt>
              <c:pt idx="23">
                <c:v>-1</c:v>
              </c:pt>
              <c:pt idx="24">
                <c:v>-1</c:v>
              </c:pt>
              <c:pt idx="25">
                <c:v>-1</c:v>
              </c:pt>
              <c:pt idx="26">
                <c:v>-1</c:v>
              </c:pt>
              <c:pt idx="27">
                <c:v>-1</c:v>
              </c:pt>
              <c:pt idx="28">
                <c:v>-1</c:v>
              </c:pt>
              <c:pt idx="29">
                <c:v>-1</c:v>
              </c:pt>
              <c:pt idx="30">
                <c:v>-1</c:v>
              </c:pt>
              <c:pt idx="31">
                <c:v>-1</c:v>
              </c:pt>
              <c:pt idx="32">
                <c:v>-1</c:v>
              </c:pt>
              <c:pt idx="33">
                <c:v>-1</c:v>
              </c:pt>
              <c:pt idx="34">
                <c:v>-1</c:v>
              </c:pt>
              <c:pt idx="35">
                <c:v>-1</c:v>
              </c:pt>
              <c:pt idx="36">
                <c:v>-1</c:v>
              </c:pt>
              <c:pt idx="37">
                <c:v>-1</c:v>
              </c:pt>
              <c:pt idx="38">
                <c:v>-1</c:v>
              </c:pt>
              <c:pt idx="39">
                <c:v>-1</c:v>
              </c:pt>
              <c:pt idx="40">
                <c:v>-1</c:v>
              </c:pt>
              <c:pt idx="41">
                <c:v>-1</c:v>
              </c:pt>
              <c:pt idx="42">
                <c:v>-1</c:v>
              </c:pt>
              <c:pt idx="43">
                <c:v>-1</c:v>
              </c:pt>
              <c:pt idx="44">
                <c:v>-1</c:v>
              </c:pt>
              <c:pt idx="45">
                <c:v>-1</c:v>
              </c:pt>
              <c:pt idx="46">
                <c:v>-1</c:v>
              </c:pt>
              <c:pt idx="47">
                <c:v>-1</c:v>
              </c:pt>
              <c:pt idx="48">
                <c:v>-1</c:v>
              </c:pt>
              <c:pt idx="49">
                <c:v>-1</c:v>
              </c:pt>
              <c:pt idx="50">
                <c:v>-1</c:v>
              </c:pt>
              <c:pt idx="51">
                <c:v>-1</c:v>
              </c:pt>
              <c:pt idx="52">
                <c:v>-1</c:v>
              </c:pt>
              <c:pt idx="53">
                <c:v>-1</c:v>
              </c:pt>
              <c:pt idx="54">
                <c:v>-1</c:v>
              </c:pt>
              <c:pt idx="55">
                <c:v>-1</c:v>
              </c:pt>
              <c:pt idx="56">
                <c:v>-1</c:v>
              </c:pt>
              <c:pt idx="57">
                <c:v>-1</c:v>
              </c:pt>
              <c:pt idx="58">
                <c:v>-1</c:v>
              </c:pt>
              <c:pt idx="59">
                <c:v>-1</c:v>
              </c:pt>
              <c:pt idx="60">
                <c:v>-1</c:v>
              </c:pt>
              <c:pt idx="61">
                <c:v>-1</c:v>
              </c:pt>
              <c:pt idx="62">
                <c:v>-1</c:v>
              </c:pt>
              <c:pt idx="63">
                <c:v>-1</c:v>
              </c:pt>
              <c:pt idx="64">
                <c:v>-1</c:v>
              </c:pt>
              <c:pt idx="65">
                <c:v>-1</c:v>
              </c:pt>
              <c:pt idx="66">
                <c:v>-1</c:v>
              </c:pt>
              <c:pt idx="67">
                <c:v>-1</c:v>
              </c:pt>
              <c:pt idx="68">
                <c:v>-1</c:v>
              </c:pt>
              <c:pt idx="69">
                <c:v>-1</c:v>
              </c:pt>
              <c:pt idx="70">
                <c:v>-1</c:v>
              </c:pt>
              <c:pt idx="71">
                <c:v>-1</c:v>
              </c:pt>
              <c:pt idx="72">
                <c:v>-1</c:v>
              </c:pt>
              <c:pt idx="73">
                <c:v>-1</c:v>
              </c:pt>
              <c:pt idx="74">
                <c:v>-1</c:v>
              </c:pt>
              <c:pt idx="75">
                <c:v>-1</c:v>
              </c:pt>
              <c:pt idx="76">
                <c:v>-1</c:v>
              </c:pt>
              <c:pt idx="77">
                <c:v>-1</c:v>
              </c:pt>
              <c:pt idx="78">
                <c:v>-1</c:v>
              </c:pt>
              <c:pt idx="79">
                <c:v>-1</c:v>
              </c:pt>
              <c:pt idx="80">
                <c:v>-1</c:v>
              </c:pt>
              <c:pt idx="81">
                <c:v>-1</c:v>
              </c:pt>
              <c:pt idx="82">
                <c:v>-1</c:v>
              </c:pt>
              <c:pt idx="83">
                <c:v>-1</c:v>
              </c:pt>
              <c:pt idx="84">
                <c:v>-1</c:v>
              </c:pt>
              <c:pt idx="85">
                <c:v>-1</c:v>
              </c:pt>
              <c:pt idx="86">
                <c:v>-1</c:v>
              </c:pt>
              <c:pt idx="87">
                <c:v>-1</c:v>
              </c:pt>
              <c:pt idx="88">
                <c:v>-1</c:v>
              </c:pt>
              <c:pt idx="89">
                <c:v>-1</c:v>
              </c:pt>
              <c:pt idx="90">
                <c:v>-1</c:v>
              </c:pt>
              <c:pt idx="91">
                <c:v>-1</c:v>
              </c:pt>
              <c:pt idx="92">
                <c:v>-1</c:v>
              </c:pt>
              <c:pt idx="93">
                <c:v>-1</c:v>
              </c:pt>
              <c:pt idx="94">
                <c:v>-1</c:v>
              </c:pt>
              <c:pt idx="95">
                <c:v>-1</c:v>
              </c:pt>
              <c:pt idx="96">
                <c:v>-1</c:v>
              </c:pt>
              <c:pt idx="97">
                <c:v>-1</c:v>
              </c:pt>
              <c:pt idx="98">
                <c:v>-1</c:v>
              </c:pt>
              <c:pt idx="99">
                <c:v>-1</c:v>
              </c:pt>
              <c:pt idx="100">
                <c:v>1</c:v>
              </c:pt>
              <c:pt idx="101">
                <c:v>1</c:v>
              </c:pt>
              <c:pt idx="102">
                <c:v>1</c:v>
              </c:pt>
              <c:pt idx="103">
                <c:v>1</c:v>
              </c:pt>
              <c:pt idx="104">
                <c:v>1</c:v>
              </c:pt>
              <c:pt idx="105">
                <c:v>1</c:v>
              </c:pt>
              <c:pt idx="106">
                <c:v>1</c:v>
              </c:pt>
              <c:pt idx="107">
                <c:v>1</c:v>
              </c:pt>
              <c:pt idx="108">
                <c:v>1</c:v>
              </c:pt>
              <c:pt idx="109">
                <c:v>1</c:v>
              </c:pt>
              <c:pt idx="110">
                <c:v>1</c:v>
              </c:pt>
              <c:pt idx="111">
                <c:v>1</c:v>
              </c:pt>
              <c:pt idx="112">
                <c:v>1</c:v>
              </c:pt>
              <c:pt idx="113">
                <c:v>1</c:v>
              </c:pt>
              <c:pt idx="114">
                <c:v>1</c:v>
              </c:pt>
              <c:pt idx="115">
                <c:v>1</c:v>
              </c:pt>
              <c:pt idx="116">
                <c:v>1</c:v>
              </c:pt>
              <c:pt idx="117">
                <c:v>1</c:v>
              </c:pt>
              <c:pt idx="118">
                <c:v>1</c:v>
              </c:pt>
              <c:pt idx="119">
                <c:v>1</c:v>
              </c:pt>
              <c:pt idx="120">
                <c:v>1</c:v>
              </c:pt>
              <c:pt idx="121">
                <c:v>1</c:v>
              </c:pt>
              <c:pt idx="122">
                <c:v>1</c:v>
              </c:pt>
              <c:pt idx="123">
                <c:v>1</c:v>
              </c:pt>
              <c:pt idx="124">
                <c:v>1</c:v>
              </c:pt>
              <c:pt idx="125">
                <c:v>1</c:v>
              </c:pt>
              <c:pt idx="126">
                <c:v>1</c:v>
              </c:pt>
              <c:pt idx="127">
                <c:v>1</c:v>
              </c:pt>
              <c:pt idx="128">
                <c:v>1</c:v>
              </c:pt>
              <c:pt idx="129">
                <c:v>1</c:v>
              </c:pt>
              <c:pt idx="130">
                <c:v>1</c:v>
              </c:pt>
              <c:pt idx="131">
                <c:v>1</c:v>
              </c:pt>
              <c:pt idx="132">
                <c:v>1</c:v>
              </c:pt>
              <c:pt idx="133">
                <c:v>1</c:v>
              </c:pt>
              <c:pt idx="134">
                <c:v>1</c:v>
              </c:pt>
              <c:pt idx="135">
                <c:v>1</c:v>
              </c:pt>
              <c:pt idx="136">
                <c:v>1</c:v>
              </c:pt>
              <c:pt idx="137">
                <c:v>1</c:v>
              </c:pt>
              <c:pt idx="138">
                <c:v>1</c:v>
              </c:pt>
              <c:pt idx="139">
                <c:v>1</c:v>
              </c:pt>
              <c:pt idx="140">
                <c:v>1</c:v>
              </c:pt>
              <c:pt idx="141">
                <c:v>1</c:v>
              </c:pt>
              <c:pt idx="142">
                <c:v>1</c:v>
              </c:pt>
              <c:pt idx="143">
                <c:v>1</c:v>
              </c:pt>
              <c:pt idx="144">
                <c:v>1</c:v>
              </c:pt>
              <c:pt idx="145">
                <c:v>1</c:v>
              </c:pt>
              <c:pt idx="146">
                <c:v>1</c:v>
              </c:pt>
              <c:pt idx="147">
                <c:v>1</c:v>
              </c:pt>
              <c:pt idx="148">
                <c:v>1</c:v>
              </c:pt>
              <c:pt idx="149">
                <c:v>1</c:v>
              </c:pt>
              <c:pt idx="150">
                <c:v>-1</c:v>
              </c:pt>
              <c:pt idx="151">
                <c:v>-1</c:v>
              </c:pt>
              <c:pt idx="152">
                <c:v>-1</c:v>
              </c:pt>
              <c:pt idx="153">
                <c:v>-1</c:v>
              </c:pt>
              <c:pt idx="154">
                <c:v>-1</c:v>
              </c:pt>
              <c:pt idx="155">
                <c:v>-1</c:v>
              </c:pt>
              <c:pt idx="156">
                <c:v>-1</c:v>
              </c:pt>
              <c:pt idx="157">
                <c:v>-1</c:v>
              </c:pt>
              <c:pt idx="158">
                <c:v>-1</c:v>
              </c:pt>
              <c:pt idx="159">
                <c:v>-1</c:v>
              </c:pt>
              <c:pt idx="160">
                <c:v>-1</c:v>
              </c:pt>
              <c:pt idx="161">
                <c:v>-1</c:v>
              </c:pt>
              <c:pt idx="162">
                <c:v>-1</c:v>
              </c:pt>
              <c:pt idx="163">
                <c:v>-1</c:v>
              </c:pt>
              <c:pt idx="164">
                <c:v>-1</c:v>
              </c:pt>
              <c:pt idx="165">
                <c:v>-1</c:v>
              </c:pt>
              <c:pt idx="166">
                <c:v>-1</c:v>
              </c:pt>
              <c:pt idx="167">
                <c:v>-1</c:v>
              </c:pt>
              <c:pt idx="168">
                <c:v>-1</c:v>
              </c:pt>
              <c:pt idx="169">
                <c:v>-1</c:v>
              </c:pt>
              <c:pt idx="170">
                <c:v>-1</c:v>
              </c:pt>
              <c:pt idx="171">
                <c:v>-1</c:v>
              </c:pt>
              <c:pt idx="172">
                <c:v>-1</c:v>
              </c:pt>
              <c:pt idx="173">
                <c:v>-1</c:v>
              </c:pt>
              <c:pt idx="174">
                <c:v>-1</c:v>
              </c:pt>
              <c:pt idx="175">
                <c:v>-1</c:v>
              </c:pt>
              <c:pt idx="176">
                <c:v>-1</c:v>
              </c:pt>
              <c:pt idx="177">
                <c:v>-1</c:v>
              </c:pt>
              <c:pt idx="178">
                <c:v>-1</c:v>
              </c:pt>
              <c:pt idx="179">
                <c:v>-1</c:v>
              </c:pt>
              <c:pt idx="180">
                <c:v>-1</c:v>
              </c:pt>
              <c:pt idx="181">
                <c:v>-1</c:v>
              </c:pt>
              <c:pt idx="182">
                <c:v>-1</c:v>
              </c:pt>
              <c:pt idx="183">
                <c:v>-1</c:v>
              </c:pt>
              <c:pt idx="184">
                <c:v>-1</c:v>
              </c:pt>
              <c:pt idx="185">
                <c:v>-1</c:v>
              </c:pt>
              <c:pt idx="186">
                <c:v>-1</c:v>
              </c:pt>
              <c:pt idx="187">
                <c:v>-1</c:v>
              </c:pt>
              <c:pt idx="188">
                <c:v>-1</c:v>
              </c:pt>
              <c:pt idx="189">
                <c:v>-1</c:v>
              </c:pt>
              <c:pt idx="190">
                <c:v>-1</c:v>
              </c:pt>
              <c:pt idx="191">
                <c:v>-1</c:v>
              </c:pt>
              <c:pt idx="192">
                <c:v>-1</c:v>
              </c:pt>
              <c:pt idx="193">
                <c:v>-1</c:v>
              </c:pt>
              <c:pt idx="194">
                <c:v>-1</c:v>
              </c:pt>
              <c:pt idx="195">
                <c:v>-1</c:v>
              </c:pt>
              <c:pt idx="196">
                <c:v>-1</c:v>
              </c:pt>
              <c:pt idx="197">
                <c:v>-1</c:v>
              </c:pt>
              <c:pt idx="198">
                <c:v>-1</c:v>
              </c:pt>
              <c:pt idx="199">
                <c:v>-1</c:v>
              </c:pt>
              <c:pt idx="200">
                <c:v>-1</c:v>
              </c:pt>
              <c:pt idx="201">
                <c:v>-1</c:v>
              </c:pt>
              <c:pt idx="202">
                <c:v>-1</c:v>
              </c:pt>
              <c:pt idx="203">
                <c:v>-1</c:v>
              </c:pt>
              <c:pt idx="204">
                <c:v>-1</c:v>
              </c:pt>
              <c:pt idx="205">
                <c:v>-1</c:v>
              </c:pt>
              <c:pt idx="206">
                <c:v>-1</c:v>
              </c:pt>
              <c:pt idx="207">
                <c:v>-1</c:v>
              </c:pt>
              <c:pt idx="208">
                <c:v>-1</c:v>
              </c:pt>
              <c:pt idx="209">
                <c:v>-1</c:v>
              </c:pt>
              <c:pt idx="210">
                <c:v>-1</c:v>
              </c:pt>
              <c:pt idx="211">
                <c:v>-1</c:v>
              </c:pt>
              <c:pt idx="212">
                <c:v>-1</c:v>
              </c:pt>
              <c:pt idx="213">
                <c:v>-1</c:v>
              </c:pt>
              <c:pt idx="214">
                <c:v>-1</c:v>
              </c:pt>
              <c:pt idx="215">
                <c:v>-1</c:v>
              </c:pt>
              <c:pt idx="216">
                <c:v>-1</c:v>
              </c:pt>
              <c:pt idx="217">
                <c:v>-1</c:v>
              </c:pt>
              <c:pt idx="218">
                <c:v>-1</c:v>
              </c:pt>
              <c:pt idx="219">
                <c:v>-1</c:v>
              </c:pt>
              <c:pt idx="220">
                <c:v>-1</c:v>
              </c:pt>
              <c:pt idx="221">
                <c:v>-1</c:v>
              </c:pt>
              <c:pt idx="222">
                <c:v>-1</c:v>
              </c:pt>
              <c:pt idx="223">
                <c:v>-1</c:v>
              </c:pt>
              <c:pt idx="224">
                <c:v>-1</c:v>
              </c:pt>
              <c:pt idx="225">
                <c:v>-1</c:v>
              </c:pt>
              <c:pt idx="226">
                <c:v>-1</c:v>
              </c:pt>
              <c:pt idx="227">
                <c:v>-1</c:v>
              </c:pt>
              <c:pt idx="228">
                <c:v>-1</c:v>
              </c:pt>
              <c:pt idx="229">
                <c:v>-1</c:v>
              </c:pt>
              <c:pt idx="230">
                <c:v>-1</c:v>
              </c:pt>
              <c:pt idx="231">
                <c:v>-1</c:v>
              </c:pt>
              <c:pt idx="232">
                <c:v>-1</c:v>
              </c:pt>
              <c:pt idx="233">
                <c:v>-1</c:v>
              </c:pt>
              <c:pt idx="234">
                <c:v>-1</c:v>
              </c:pt>
              <c:pt idx="235">
                <c:v>-1</c:v>
              </c:pt>
              <c:pt idx="236">
                <c:v>-1</c:v>
              </c:pt>
              <c:pt idx="237">
                <c:v>-1</c:v>
              </c:pt>
              <c:pt idx="238">
                <c:v>-1</c:v>
              </c:pt>
              <c:pt idx="239">
                <c:v>-1</c:v>
              </c:pt>
              <c:pt idx="240">
                <c:v>-1</c:v>
              </c:pt>
              <c:pt idx="241">
                <c:v>-1</c:v>
              </c:pt>
              <c:pt idx="242">
                <c:v>-1</c:v>
              </c:pt>
              <c:pt idx="243">
                <c:v>-1</c:v>
              </c:pt>
              <c:pt idx="244">
                <c:v>-1</c:v>
              </c:pt>
              <c:pt idx="245">
                <c:v>-1</c:v>
              </c:pt>
              <c:pt idx="246">
                <c:v>-1</c:v>
              </c:pt>
              <c:pt idx="247">
                <c:v>-1</c:v>
              </c:pt>
              <c:pt idx="248">
                <c:v>-1</c:v>
              </c:pt>
              <c:pt idx="249">
                <c:v>-1</c:v>
              </c:pt>
              <c:pt idx="250">
                <c:v>-1</c:v>
              </c:pt>
              <c:pt idx="251">
                <c:v>-1</c:v>
              </c:pt>
              <c:pt idx="252">
                <c:v>-1</c:v>
              </c:pt>
              <c:pt idx="253">
                <c:v>-1</c:v>
              </c:pt>
              <c:pt idx="254">
                <c:v>-1</c:v>
              </c:pt>
              <c:pt idx="255">
                <c:v>-1</c:v>
              </c:pt>
              <c:pt idx="256">
                <c:v>-1</c:v>
              </c:pt>
              <c:pt idx="257">
                <c:v>-1</c:v>
              </c:pt>
              <c:pt idx="258">
                <c:v>-1</c:v>
              </c:pt>
              <c:pt idx="259">
                <c:v>-1</c:v>
              </c:pt>
              <c:pt idx="260">
                <c:v>-1</c:v>
              </c:pt>
              <c:pt idx="261">
                <c:v>-1</c:v>
              </c:pt>
              <c:pt idx="262">
                <c:v>-1</c:v>
              </c:pt>
              <c:pt idx="263">
                <c:v>-1</c:v>
              </c:pt>
              <c:pt idx="264">
                <c:v>-1</c:v>
              </c:pt>
              <c:pt idx="265">
                <c:v>-1</c:v>
              </c:pt>
              <c:pt idx="266">
                <c:v>-1</c:v>
              </c:pt>
              <c:pt idx="267">
                <c:v>-1</c:v>
              </c:pt>
              <c:pt idx="268">
                <c:v>-1</c:v>
              </c:pt>
              <c:pt idx="269">
                <c:v>-1</c:v>
              </c:pt>
              <c:pt idx="270">
                <c:v>-1</c:v>
              </c:pt>
              <c:pt idx="271">
                <c:v>-1</c:v>
              </c:pt>
              <c:pt idx="272">
                <c:v>-1</c:v>
              </c:pt>
              <c:pt idx="273">
                <c:v>-1</c:v>
              </c:pt>
              <c:pt idx="274">
                <c:v>-1</c:v>
              </c:pt>
              <c:pt idx="275">
                <c:v>-1</c:v>
              </c:pt>
              <c:pt idx="276">
                <c:v>-1</c:v>
              </c:pt>
              <c:pt idx="277">
                <c:v>-1</c:v>
              </c:pt>
              <c:pt idx="278">
                <c:v>-1</c:v>
              </c:pt>
              <c:pt idx="279">
                <c:v>-1</c:v>
              </c:pt>
              <c:pt idx="280">
                <c:v>-1</c:v>
              </c:pt>
              <c:pt idx="281">
                <c:v>-1</c:v>
              </c:pt>
              <c:pt idx="282">
                <c:v>-1</c:v>
              </c:pt>
              <c:pt idx="283">
                <c:v>-1</c:v>
              </c:pt>
              <c:pt idx="284">
                <c:v>-1</c:v>
              </c:pt>
              <c:pt idx="285">
                <c:v>-1</c:v>
              </c:pt>
              <c:pt idx="286">
                <c:v>-1</c:v>
              </c:pt>
              <c:pt idx="287">
                <c:v>-1</c:v>
              </c:pt>
              <c:pt idx="288">
                <c:v>-1</c:v>
              </c:pt>
              <c:pt idx="289">
                <c:v>-1</c:v>
              </c:pt>
              <c:pt idx="290">
                <c:v>-1</c:v>
              </c:pt>
              <c:pt idx="291">
                <c:v>-1</c:v>
              </c:pt>
              <c:pt idx="292">
                <c:v>-1</c:v>
              </c:pt>
              <c:pt idx="293">
                <c:v>-1</c:v>
              </c:pt>
              <c:pt idx="294">
                <c:v>-1</c:v>
              </c:pt>
              <c:pt idx="295">
                <c:v>-1</c:v>
              </c:pt>
              <c:pt idx="296">
                <c:v>-1</c:v>
              </c:pt>
              <c:pt idx="297">
                <c:v>-1</c:v>
              </c:pt>
              <c:pt idx="298">
                <c:v>-1</c:v>
              </c:pt>
              <c:pt idx="299">
                <c:v>-1</c:v>
              </c:pt>
              <c:pt idx="300">
                <c:v>-1</c:v>
              </c:pt>
              <c:pt idx="301">
                <c:v>1</c:v>
              </c:pt>
              <c:pt idx="302">
                <c:v>1</c:v>
              </c:pt>
              <c:pt idx="303">
                <c:v>1</c:v>
              </c:pt>
              <c:pt idx="304">
                <c:v>1</c:v>
              </c:pt>
              <c:pt idx="305">
                <c:v>1</c:v>
              </c:pt>
              <c:pt idx="306">
                <c:v>1</c:v>
              </c:pt>
              <c:pt idx="307">
                <c:v>1</c:v>
              </c:pt>
              <c:pt idx="308">
                <c:v>1</c:v>
              </c:pt>
              <c:pt idx="309">
                <c:v>1</c:v>
              </c:pt>
              <c:pt idx="310">
                <c:v>1</c:v>
              </c:pt>
              <c:pt idx="311">
                <c:v>1</c:v>
              </c:pt>
              <c:pt idx="312">
                <c:v>1</c:v>
              </c:pt>
              <c:pt idx="313">
                <c:v>1</c:v>
              </c:pt>
              <c:pt idx="314">
                <c:v>1</c:v>
              </c:pt>
              <c:pt idx="315">
                <c:v>1</c:v>
              </c:pt>
              <c:pt idx="316">
                <c:v>1</c:v>
              </c:pt>
              <c:pt idx="317">
                <c:v>1</c:v>
              </c:pt>
              <c:pt idx="318">
                <c:v>1</c:v>
              </c:pt>
              <c:pt idx="319">
                <c:v>1</c:v>
              </c:pt>
              <c:pt idx="320">
                <c:v>1</c:v>
              </c:pt>
              <c:pt idx="321">
                <c:v>1</c:v>
              </c:pt>
              <c:pt idx="322">
                <c:v>1</c:v>
              </c:pt>
              <c:pt idx="323">
                <c:v>1</c:v>
              </c:pt>
              <c:pt idx="324">
                <c:v>1</c:v>
              </c:pt>
              <c:pt idx="325">
                <c:v>1</c:v>
              </c:pt>
              <c:pt idx="326">
                <c:v>1</c:v>
              </c:pt>
              <c:pt idx="327">
                <c:v>1</c:v>
              </c:pt>
              <c:pt idx="328">
                <c:v>1</c:v>
              </c:pt>
              <c:pt idx="329">
                <c:v>1</c:v>
              </c:pt>
              <c:pt idx="330">
                <c:v>1</c:v>
              </c:pt>
              <c:pt idx="331">
                <c:v>1</c:v>
              </c:pt>
              <c:pt idx="332">
                <c:v>1</c:v>
              </c:pt>
              <c:pt idx="333">
                <c:v>1</c:v>
              </c:pt>
              <c:pt idx="334">
                <c:v>1</c:v>
              </c:pt>
              <c:pt idx="335">
                <c:v>1</c:v>
              </c:pt>
              <c:pt idx="336">
                <c:v>1</c:v>
              </c:pt>
              <c:pt idx="337">
                <c:v>1</c:v>
              </c:pt>
              <c:pt idx="338">
                <c:v>1</c:v>
              </c:pt>
              <c:pt idx="339">
                <c:v>1</c:v>
              </c:pt>
              <c:pt idx="340">
                <c:v>1</c:v>
              </c:pt>
              <c:pt idx="341">
                <c:v>1</c:v>
              </c:pt>
              <c:pt idx="342">
                <c:v>1</c:v>
              </c:pt>
              <c:pt idx="343">
                <c:v>1</c:v>
              </c:pt>
              <c:pt idx="344">
                <c:v>1</c:v>
              </c:pt>
              <c:pt idx="345">
                <c:v>1</c:v>
              </c:pt>
              <c:pt idx="346">
                <c:v>1</c:v>
              </c:pt>
              <c:pt idx="347">
                <c:v>1</c:v>
              </c:pt>
              <c:pt idx="348">
                <c:v>1</c:v>
              </c:pt>
              <c:pt idx="349">
                <c:v>1</c:v>
              </c:pt>
              <c:pt idx="350">
                <c:v>1</c:v>
              </c:pt>
              <c:pt idx="351">
                <c:v>1</c:v>
              </c:pt>
              <c:pt idx="352">
                <c:v>1</c:v>
              </c:pt>
              <c:pt idx="353">
                <c:v>1</c:v>
              </c:pt>
              <c:pt idx="354">
                <c:v>1</c:v>
              </c:pt>
              <c:pt idx="355">
                <c:v>1</c:v>
              </c:pt>
              <c:pt idx="356">
                <c:v>1</c:v>
              </c:pt>
              <c:pt idx="357">
                <c:v>1</c:v>
              </c:pt>
              <c:pt idx="358">
                <c:v>1</c:v>
              </c:pt>
              <c:pt idx="359">
                <c:v>1</c:v>
              </c:pt>
              <c:pt idx="360">
                <c:v>1</c:v>
              </c:pt>
              <c:pt idx="361">
                <c:v>1</c:v>
              </c:pt>
              <c:pt idx="362">
                <c:v>1</c:v>
              </c:pt>
              <c:pt idx="363">
                <c:v>1</c:v>
              </c:pt>
              <c:pt idx="364">
                <c:v>1</c:v>
              </c:pt>
              <c:pt idx="365">
                <c:v>1</c:v>
              </c:pt>
              <c:pt idx="366">
                <c:v>1</c:v>
              </c:pt>
              <c:pt idx="367">
                <c:v>1</c:v>
              </c:pt>
              <c:pt idx="368">
                <c:v>1</c:v>
              </c:pt>
              <c:pt idx="369">
                <c:v>1</c:v>
              </c:pt>
              <c:pt idx="370">
                <c:v>1</c:v>
              </c:pt>
              <c:pt idx="371">
                <c:v>1</c:v>
              </c:pt>
              <c:pt idx="372">
                <c:v>1</c:v>
              </c:pt>
              <c:pt idx="373">
                <c:v>1</c:v>
              </c:pt>
              <c:pt idx="374">
                <c:v>1</c:v>
              </c:pt>
              <c:pt idx="375">
                <c:v>1</c:v>
              </c:pt>
              <c:pt idx="376">
                <c:v>1</c:v>
              </c:pt>
              <c:pt idx="377">
                <c:v>1</c:v>
              </c:pt>
              <c:pt idx="378">
                <c:v>1</c:v>
              </c:pt>
              <c:pt idx="379">
                <c:v>1</c:v>
              </c:pt>
              <c:pt idx="380">
                <c:v>1</c:v>
              </c:pt>
              <c:pt idx="381">
                <c:v>1</c:v>
              </c:pt>
              <c:pt idx="382">
                <c:v>1</c:v>
              </c:pt>
              <c:pt idx="383">
                <c:v>1</c:v>
              </c:pt>
              <c:pt idx="384">
                <c:v>1</c:v>
              </c:pt>
              <c:pt idx="385">
                <c:v>1</c:v>
              </c:pt>
              <c:pt idx="386">
                <c:v>1</c:v>
              </c:pt>
              <c:pt idx="387">
                <c:v>1</c:v>
              </c:pt>
              <c:pt idx="388">
                <c:v>1</c:v>
              </c:pt>
              <c:pt idx="389">
                <c:v>1</c:v>
              </c:pt>
              <c:pt idx="390">
                <c:v>1</c:v>
              </c:pt>
              <c:pt idx="391">
                <c:v>1</c:v>
              </c:pt>
              <c:pt idx="392">
                <c:v>1</c:v>
              </c:pt>
              <c:pt idx="393">
                <c:v>1</c:v>
              </c:pt>
              <c:pt idx="394">
                <c:v>1</c:v>
              </c:pt>
              <c:pt idx="395">
                <c:v>1</c:v>
              </c:pt>
              <c:pt idx="396">
                <c:v>1</c:v>
              </c:pt>
              <c:pt idx="397">
                <c:v>1</c:v>
              </c:pt>
              <c:pt idx="398">
                <c:v>1</c:v>
              </c:pt>
              <c:pt idx="399">
                <c:v>1</c:v>
              </c:pt>
              <c:pt idx="400">
                <c:v>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92F7-4F81-92AE-F6BB9BC98C1A}"/>
            </c:ext>
          </c:extLst>
        </c:ser>
        <c:ser>
          <c:idx val="1"/>
          <c:order val="1"/>
          <c:tx>
            <c:v>Manchester</c:v>
          </c:tx>
          <c:spPr>
            <a:ln w="23813">
              <a:solidFill>
                <a:srgbClr val="167D9A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1"/>
              <c:pt idx="0">
                <c:v>0</c:v>
              </c:pt>
              <c:pt idx="1">
                <c:v>0.02</c:v>
              </c:pt>
              <c:pt idx="2">
                <c:v>0.04</c:v>
              </c:pt>
              <c:pt idx="3">
                <c:v>0.06</c:v>
              </c:pt>
              <c:pt idx="4">
                <c:v>0.08</c:v>
              </c:pt>
              <c:pt idx="5">
                <c:v>0.1</c:v>
              </c:pt>
              <c:pt idx="6">
                <c:v>0.12000000000000001</c:v>
              </c:pt>
              <c:pt idx="7">
                <c:v>0.14000000000000001</c:v>
              </c:pt>
              <c:pt idx="8">
                <c:v>0.16</c:v>
              </c:pt>
              <c:pt idx="9">
                <c:v>0.18</c:v>
              </c:pt>
              <c:pt idx="10">
                <c:v>0.19999999999999998</c:v>
              </c:pt>
              <c:pt idx="11">
                <c:v>0.21999999999999997</c:v>
              </c:pt>
              <c:pt idx="12">
                <c:v>0.23999999999999996</c:v>
              </c:pt>
              <c:pt idx="13">
                <c:v>0.25999999999999995</c:v>
              </c:pt>
              <c:pt idx="14">
                <c:v>0.27999999999999997</c:v>
              </c:pt>
              <c:pt idx="15">
                <c:v>0.3</c:v>
              </c:pt>
              <c:pt idx="16">
                <c:v>0.32</c:v>
              </c:pt>
              <c:pt idx="17">
                <c:v>0.34</c:v>
              </c:pt>
              <c:pt idx="18">
                <c:v>0.36000000000000004</c:v>
              </c:pt>
              <c:pt idx="19">
                <c:v>0.38000000000000006</c:v>
              </c:pt>
              <c:pt idx="20">
                <c:v>0.40000000000000008</c:v>
              </c:pt>
              <c:pt idx="21">
                <c:v>0.4200000000000001</c:v>
              </c:pt>
              <c:pt idx="22">
                <c:v>0.44000000000000011</c:v>
              </c:pt>
              <c:pt idx="23">
                <c:v>0.46000000000000013</c:v>
              </c:pt>
              <c:pt idx="24">
                <c:v>0.48000000000000015</c:v>
              </c:pt>
              <c:pt idx="25">
                <c:v>0.50000000000000011</c:v>
              </c:pt>
              <c:pt idx="26">
                <c:v>0.52000000000000013</c:v>
              </c:pt>
              <c:pt idx="27">
                <c:v>0.54000000000000015</c:v>
              </c:pt>
              <c:pt idx="28">
                <c:v>0.56000000000000016</c:v>
              </c:pt>
              <c:pt idx="29">
                <c:v>0.58000000000000018</c:v>
              </c:pt>
              <c:pt idx="30">
                <c:v>0.6000000000000002</c:v>
              </c:pt>
              <c:pt idx="31">
                <c:v>0.62000000000000022</c:v>
              </c:pt>
              <c:pt idx="32">
                <c:v>0.64000000000000024</c:v>
              </c:pt>
              <c:pt idx="33">
                <c:v>0.66000000000000025</c:v>
              </c:pt>
              <c:pt idx="34">
                <c:v>0.68000000000000027</c:v>
              </c:pt>
              <c:pt idx="35">
                <c:v>0.70000000000000029</c:v>
              </c:pt>
              <c:pt idx="36">
                <c:v>0.72000000000000031</c:v>
              </c:pt>
              <c:pt idx="37">
                <c:v>0.74000000000000032</c:v>
              </c:pt>
              <c:pt idx="38">
                <c:v>0.76000000000000034</c:v>
              </c:pt>
              <c:pt idx="39">
                <c:v>0.78000000000000036</c:v>
              </c:pt>
              <c:pt idx="40">
                <c:v>0.80000000000000038</c:v>
              </c:pt>
              <c:pt idx="41">
                <c:v>0.8200000000000004</c:v>
              </c:pt>
              <c:pt idx="42">
                <c:v>0.84000000000000041</c:v>
              </c:pt>
              <c:pt idx="43">
                <c:v>0.86000000000000043</c:v>
              </c:pt>
              <c:pt idx="44">
                <c:v>0.88000000000000045</c:v>
              </c:pt>
              <c:pt idx="45">
                <c:v>0.90000000000000047</c:v>
              </c:pt>
              <c:pt idx="46">
                <c:v>0.92000000000000048</c:v>
              </c:pt>
              <c:pt idx="47">
                <c:v>0.9400000000000005</c:v>
              </c:pt>
              <c:pt idx="48">
                <c:v>0.96000000000000052</c:v>
              </c:pt>
              <c:pt idx="49">
                <c:v>0.98000000000000054</c:v>
              </c:pt>
              <c:pt idx="50">
                <c:v>1.0000000000000004</c:v>
              </c:pt>
              <c:pt idx="51">
                <c:v>1.0200000000000005</c:v>
              </c:pt>
              <c:pt idx="52">
                <c:v>1.0400000000000005</c:v>
              </c:pt>
              <c:pt idx="53">
                <c:v>1.0600000000000005</c:v>
              </c:pt>
              <c:pt idx="54">
                <c:v>1.0800000000000005</c:v>
              </c:pt>
              <c:pt idx="55">
                <c:v>1.1000000000000005</c:v>
              </c:pt>
              <c:pt idx="56">
                <c:v>1.1200000000000006</c:v>
              </c:pt>
              <c:pt idx="57">
                <c:v>1.1400000000000006</c:v>
              </c:pt>
              <c:pt idx="58">
                <c:v>1.1600000000000006</c:v>
              </c:pt>
              <c:pt idx="59">
                <c:v>1.1800000000000006</c:v>
              </c:pt>
              <c:pt idx="60">
                <c:v>1.2000000000000006</c:v>
              </c:pt>
              <c:pt idx="61">
                <c:v>1.2200000000000006</c:v>
              </c:pt>
              <c:pt idx="62">
                <c:v>1.2400000000000007</c:v>
              </c:pt>
              <c:pt idx="63">
                <c:v>1.2600000000000007</c:v>
              </c:pt>
              <c:pt idx="64">
                <c:v>1.2800000000000007</c:v>
              </c:pt>
              <c:pt idx="65">
                <c:v>1.3000000000000007</c:v>
              </c:pt>
              <c:pt idx="66">
                <c:v>1.3200000000000007</c:v>
              </c:pt>
              <c:pt idx="67">
                <c:v>1.3400000000000007</c:v>
              </c:pt>
              <c:pt idx="68">
                <c:v>1.3600000000000008</c:v>
              </c:pt>
              <c:pt idx="69">
                <c:v>1.3800000000000008</c:v>
              </c:pt>
              <c:pt idx="70">
                <c:v>1.4000000000000008</c:v>
              </c:pt>
              <c:pt idx="71">
                <c:v>1.4200000000000008</c:v>
              </c:pt>
              <c:pt idx="72">
                <c:v>1.4400000000000008</c:v>
              </c:pt>
              <c:pt idx="73">
                <c:v>1.4600000000000009</c:v>
              </c:pt>
              <c:pt idx="74">
                <c:v>1.4800000000000009</c:v>
              </c:pt>
              <c:pt idx="75">
                <c:v>1.5000000000000009</c:v>
              </c:pt>
              <c:pt idx="76">
                <c:v>1.5200000000000009</c:v>
              </c:pt>
              <c:pt idx="77">
                <c:v>1.5400000000000009</c:v>
              </c:pt>
              <c:pt idx="78">
                <c:v>1.5600000000000009</c:v>
              </c:pt>
              <c:pt idx="79">
                <c:v>1.580000000000001</c:v>
              </c:pt>
              <c:pt idx="80">
                <c:v>1.600000000000001</c:v>
              </c:pt>
              <c:pt idx="81">
                <c:v>1.620000000000001</c:v>
              </c:pt>
              <c:pt idx="82">
                <c:v>1.640000000000001</c:v>
              </c:pt>
              <c:pt idx="83">
                <c:v>1.660000000000001</c:v>
              </c:pt>
              <c:pt idx="84">
                <c:v>1.680000000000001</c:v>
              </c:pt>
              <c:pt idx="85">
                <c:v>1.7000000000000011</c:v>
              </c:pt>
              <c:pt idx="86">
                <c:v>1.7200000000000011</c:v>
              </c:pt>
              <c:pt idx="87">
                <c:v>1.7400000000000011</c:v>
              </c:pt>
              <c:pt idx="88">
                <c:v>1.7600000000000011</c:v>
              </c:pt>
              <c:pt idx="89">
                <c:v>1.7800000000000011</c:v>
              </c:pt>
              <c:pt idx="90">
                <c:v>1.8000000000000012</c:v>
              </c:pt>
              <c:pt idx="91">
                <c:v>1.8200000000000012</c:v>
              </c:pt>
              <c:pt idx="92">
                <c:v>1.8400000000000012</c:v>
              </c:pt>
              <c:pt idx="93">
                <c:v>1.8600000000000012</c:v>
              </c:pt>
              <c:pt idx="94">
                <c:v>1.8800000000000012</c:v>
              </c:pt>
              <c:pt idx="95">
                <c:v>1.9000000000000012</c:v>
              </c:pt>
              <c:pt idx="96">
                <c:v>1.9200000000000013</c:v>
              </c:pt>
              <c:pt idx="97">
                <c:v>1.9400000000000013</c:v>
              </c:pt>
              <c:pt idx="98">
                <c:v>1.9600000000000013</c:v>
              </c:pt>
              <c:pt idx="99">
                <c:v>1.9800000000000013</c:v>
              </c:pt>
              <c:pt idx="100">
                <c:v>2.0000000000000013</c:v>
              </c:pt>
              <c:pt idx="101">
                <c:v>2.0200000000000014</c:v>
              </c:pt>
              <c:pt idx="102">
                <c:v>2.0400000000000014</c:v>
              </c:pt>
              <c:pt idx="103">
                <c:v>2.0600000000000014</c:v>
              </c:pt>
              <c:pt idx="104">
                <c:v>2.0800000000000014</c:v>
              </c:pt>
              <c:pt idx="105">
                <c:v>2.1000000000000014</c:v>
              </c:pt>
              <c:pt idx="106">
                <c:v>2.1200000000000014</c:v>
              </c:pt>
              <c:pt idx="107">
                <c:v>2.1400000000000015</c:v>
              </c:pt>
              <c:pt idx="108">
                <c:v>2.1600000000000015</c:v>
              </c:pt>
              <c:pt idx="109">
                <c:v>2.1800000000000015</c:v>
              </c:pt>
              <c:pt idx="110">
                <c:v>2.2000000000000015</c:v>
              </c:pt>
              <c:pt idx="111">
                <c:v>2.2200000000000015</c:v>
              </c:pt>
              <c:pt idx="112">
                <c:v>2.2400000000000015</c:v>
              </c:pt>
              <c:pt idx="113">
                <c:v>2.2600000000000016</c:v>
              </c:pt>
              <c:pt idx="114">
                <c:v>2.2800000000000016</c:v>
              </c:pt>
              <c:pt idx="115">
                <c:v>2.3000000000000016</c:v>
              </c:pt>
              <c:pt idx="116">
                <c:v>2.3200000000000016</c:v>
              </c:pt>
              <c:pt idx="117">
                <c:v>2.3400000000000016</c:v>
              </c:pt>
              <c:pt idx="118">
                <c:v>2.3600000000000017</c:v>
              </c:pt>
              <c:pt idx="119">
                <c:v>2.3800000000000017</c:v>
              </c:pt>
              <c:pt idx="120">
                <c:v>2.4000000000000017</c:v>
              </c:pt>
              <c:pt idx="121">
                <c:v>2.4200000000000017</c:v>
              </c:pt>
              <c:pt idx="122">
                <c:v>2.4400000000000017</c:v>
              </c:pt>
              <c:pt idx="123">
                <c:v>2.4600000000000017</c:v>
              </c:pt>
              <c:pt idx="124">
                <c:v>2.4800000000000018</c:v>
              </c:pt>
              <c:pt idx="125">
                <c:v>2.5000000000000018</c:v>
              </c:pt>
              <c:pt idx="126">
                <c:v>2.5200000000000018</c:v>
              </c:pt>
              <c:pt idx="127">
                <c:v>2.5400000000000018</c:v>
              </c:pt>
              <c:pt idx="128">
                <c:v>2.5600000000000018</c:v>
              </c:pt>
              <c:pt idx="129">
                <c:v>2.5800000000000018</c:v>
              </c:pt>
              <c:pt idx="130">
                <c:v>2.6000000000000019</c:v>
              </c:pt>
              <c:pt idx="131">
                <c:v>2.6200000000000019</c:v>
              </c:pt>
              <c:pt idx="132">
                <c:v>2.6400000000000019</c:v>
              </c:pt>
              <c:pt idx="133">
                <c:v>2.6600000000000019</c:v>
              </c:pt>
              <c:pt idx="134">
                <c:v>2.6800000000000019</c:v>
              </c:pt>
              <c:pt idx="135">
                <c:v>2.700000000000002</c:v>
              </c:pt>
              <c:pt idx="136">
                <c:v>2.720000000000002</c:v>
              </c:pt>
              <c:pt idx="137">
                <c:v>2.740000000000002</c:v>
              </c:pt>
              <c:pt idx="138">
                <c:v>2.760000000000002</c:v>
              </c:pt>
              <c:pt idx="139">
                <c:v>2.780000000000002</c:v>
              </c:pt>
              <c:pt idx="140">
                <c:v>2.800000000000002</c:v>
              </c:pt>
              <c:pt idx="141">
                <c:v>2.8200000000000021</c:v>
              </c:pt>
              <c:pt idx="142">
                <c:v>2.8400000000000021</c:v>
              </c:pt>
              <c:pt idx="143">
                <c:v>2.8600000000000021</c:v>
              </c:pt>
              <c:pt idx="144">
                <c:v>2.8800000000000021</c:v>
              </c:pt>
              <c:pt idx="145">
                <c:v>2.9000000000000021</c:v>
              </c:pt>
              <c:pt idx="146">
                <c:v>2.9200000000000021</c:v>
              </c:pt>
              <c:pt idx="147">
                <c:v>2.9400000000000022</c:v>
              </c:pt>
              <c:pt idx="148">
                <c:v>2.9600000000000022</c:v>
              </c:pt>
              <c:pt idx="149">
                <c:v>2.9800000000000022</c:v>
              </c:pt>
              <c:pt idx="150">
                <c:v>3.0000000000000022</c:v>
              </c:pt>
              <c:pt idx="151">
                <c:v>3.0200000000000022</c:v>
              </c:pt>
              <c:pt idx="152">
                <c:v>3.0400000000000023</c:v>
              </c:pt>
              <c:pt idx="153">
                <c:v>3.0600000000000023</c:v>
              </c:pt>
              <c:pt idx="154">
                <c:v>3.0800000000000023</c:v>
              </c:pt>
              <c:pt idx="155">
                <c:v>3.1000000000000023</c:v>
              </c:pt>
              <c:pt idx="156">
                <c:v>3.1200000000000023</c:v>
              </c:pt>
              <c:pt idx="157">
                <c:v>3.1400000000000023</c:v>
              </c:pt>
              <c:pt idx="158">
                <c:v>3.1600000000000024</c:v>
              </c:pt>
              <c:pt idx="159">
                <c:v>3.1800000000000024</c:v>
              </c:pt>
              <c:pt idx="160">
                <c:v>3.2000000000000024</c:v>
              </c:pt>
              <c:pt idx="161">
                <c:v>3.2200000000000024</c:v>
              </c:pt>
              <c:pt idx="162">
                <c:v>3.2400000000000024</c:v>
              </c:pt>
              <c:pt idx="163">
                <c:v>3.2600000000000025</c:v>
              </c:pt>
              <c:pt idx="164">
                <c:v>3.2800000000000025</c:v>
              </c:pt>
              <c:pt idx="165">
                <c:v>3.3000000000000025</c:v>
              </c:pt>
              <c:pt idx="166">
                <c:v>3.3200000000000025</c:v>
              </c:pt>
              <c:pt idx="167">
                <c:v>3.3400000000000025</c:v>
              </c:pt>
              <c:pt idx="168">
                <c:v>3.3600000000000025</c:v>
              </c:pt>
              <c:pt idx="169">
                <c:v>3.3800000000000026</c:v>
              </c:pt>
              <c:pt idx="170">
                <c:v>3.4000000000000026</c:v>
              </c:pt>
              <c:pt idx="171">
                <c:v>3.4200000000000026</c:v>
              </c:pt>
              <c:pt idx="172">
                <c:v>3.4400000000000026</c:v>
              </c:pt>
              <c:pt idx="173">
                <c:v>3.4600000000000026</c:v>
              </c:pt>
              <c:pt idx="174">
                <c:v>3.4800000000000026</c:v>
              </c:pt>
              <c:pt idx="175">
                <c:v>3.5000000000000027</c:v>
              </c:pt>
              <c:pt idx="176">
                <c:v>3.5200000000000027</c:v>
              </c:pt>
              <c:pt idx="177">
                <c:v>3.5400000000000027</c:v>
              </c:pt>
              <c:pt idx="178">
                <c:v>3.5600000000000027</c:v>
              </c:pt>
              <c:pt idx="179">
                <c:v>3.5800000000000027</c:v>
              </c:pt>
              <c:pt idx="180">
                <c:v>3.6000000000000028</c:v>
              </c:pt>
              <c:pt idx="181">
                <c:v>3.6200000000000028</c:v>
              </c:pt>
              <c:pt idx="182">
                <c:v>3.6400000000000028</c:v>
              </c:pt>
              <c:pt idx="183">
                <c:v>3.6600000000000028</c:v>
              </c:pt>
              <c:pt idx="184">
                <c:v>3.6800000000000028</c:v>
              </c:pt>
              <c:pt idx="185">
                <c:v>3.7000000000000028</c:v>
              </c:pt>
              <c:pt idx="186">
                <c:v>3.7200000000000029</c:v>
              </c:pt>
              <c:pt idx="187">
                <c:v>3.7400000000000029</c:v>
              </c:pt>
              <c:pt idx="188">
                <c:v>3.7600000000000029</c:v>
              </c:pt>
              <c:pt idx="189">
                <c:v>3.7800000000000029</c:v>
              </c:pt>
              <c:pt idx="190">
                <c:v>3.8000000000000029</c:v>
              </c:pt>
              <c:pt idx="191">
                <c:v>3.8200000000000029</c:v>
              </c:pt>
              <c:pt idx="192">
                <c:v>3.840000000000003</c:v>
              </c:pt>
              <c:pt idx="193">
                <c:v>3.860000000000003</c:v>
              </c:pt>
              <c:pt idx="194">
                <c:v>3.880000000000003</c:v>
              </c:pt>
              <c:pt idx="195">
                <c:v>3.900000000000003</c:v>
              </c:pt>
              <c:pt idx="196">
                <c:v>3.920000000000003</c:v>
              </c:pt>
              <c:pt idx="197">
                <c:v>3.9400000000000031</c:v>
              </c:pt>
              <c:pt idx="198">
                <c:v>3.9600000000000031</c:v>
              </c:pt>
              <c:pt idx="199">
                <c:v>3.9800000000000031</c:v>
              </c:pt>
              <c:pt idx="200">
                <c:v>4.0000000000000027</c:v>
              </c:pt>
              <c:pt idx="201">
                <c:v>4.0200000000000022</c:v>
              </c:pt>
              <c:pt idx="202">
                <c:v>4.0400000000000018</c:v>
              </c:pt>
              <c:pt idx="203">
                <c:v>4.0600000000000014</c:v>
              </c:pt>
              <c:pt idx="204">
                <c:v>4.080000000000001</c:v>
              </c:pt>
              <c:pt idx="205">
                <c:v>4.1000000000000005</c:v>
              </c:pt>
              <c:pt idx="206">
                <c:v>4.12</c:v>
              </c:pt>
              <c:pt idx="207">
                <c:v>4.1399999999999997</c:v>
              </c:pt>
              <c:pt idx="208">
                <c:v>4.1599999999999993</c:v>
              </c:pt>
              <c:pt idx="209">
                <c:v>4.1799999999999988</c:v>
              </c:pt>
              <c:pt idx="210">
                <c:v>4.1999999999999984</c:v>
              </c:pt>
              <c:pt idx="211">
                <c:v>4.219999999999998</c:v>
              </c:pt>
              <c:pt idx="212">
                <c:v>4.2399999999999975</c:v>
              </c:pt>
              <c:pt idx="213">
                <c:v>4.2599999999999971</c:v>
              </c:pt>
              <c:pt idx="214">
                <c:v>4.2799999999999967</c:v>
              </c:pt>
              <c:pt idx="215">
                <c:v>4.2999999999999963</c:v>
              </c:pt>
              <c:pt idx="216">
                <c:v>4.3199999999999958</c:v>
              </c:pt>
              <c:pt idx="217">
                <c:v>4.3399999999999954</c:v>
              </c:pt>
              <c:pt idx="218">
                <c:v>4.359999999999995</c:v>
              </c:pt>
              <c:pt idx="219">
                <c:v>4.3799999999999946</c:v>
              </c:pt>
              <c:pt idx="220">
                <c:v>4.3999999999999941</c:v>
              </c:pt>
              <c:pt idx="221">
                <c:v>4.4199999999999937</c:v>
              </c:pt>
              <c:pt idx="222">
                <c:v>4.4399999999999933</c:v>
              </c:pt>
              <c:pt idx="223">
                <c:v>4.4599999999999929</c:v>
              </c:pt>
              <c:pt idx="224">
                <c:v>4.4799999999999924</c:v>
              </c:pt>
              <c:pt idx="225">
                <c:v>4.499999999999992</c:v>
              </c:pt>
              <c:pt idx="226">
                <c:v>4.5199999999999916</c:v>
              </c:pt>
              <c:pt idx="227">
                <c:v>4.5399999999999912</c:v>
              </c:pt>
              <c:pt idx="228">
                <c:v>4.5599999999999907</c:v>
              </c:pt>
              <c:pt idx="229">
                <c:v>4.5799999999999903</c:v>
              </c:pt>
              <c:pt idx="230">
                <c:v>4.5999999999999899</c:v>
              </c:pt>
              <c:pt idx="231">
                <c:v>4.6199999999999894</c:v>
              </c:pt>
              <c:pt idx="232">
                <c:v>4.639999999999989</c:v>
              </c:pt>
              <c:pt idx="233">
                <c:v>4.6599999999999886</c:v>
              </c:pt>
              <c:pt idx="234">
                <c:v>4.6799999999999882</c:v>
              </c:pt>
              <c:pt idx="235">
                <c:v>4.6999999999999877</c:v>
              </c:pt>
              <c:pt idx="236">
                <c:v>4.7199999999999873</c:v>
              </c:pt>
              <c:pt idx="237">
                <c:v>4.7399999999999869</c:v>
              </c:pt>
              <c:pt idx="238">
                <c:v>4.7599999999999865</c:v>
              </c:pt>
              <c:pt idx="239">
                <c:v>4.779999999999986</c:v>
              </c:pt>
              <c:pt idx="240">
                <c:v>4.7999999999999856</c:v>
              </c:pt>
              <c:pt idx="241">
                <c:v>4.8199999999999852</c:v>
              </c:pt>
              <c:pt idx="242">
                <c:v>4.8399999999999848</c:v>
              </c:pt>
              <c:pt idx="243">
                <c:v>4.8599999999999843</c:v>
              </c:pt>
              <c:pt idx="244">
                <c:v>4.8799999999999839</c:v>
              </c:pt>
              <c:pt idx="245">
                <c:v>4.8999999999999835</c:v>
              </c:pt>
              <c:pt idx="246">
                <c:v>4.9199999999999831</c:v>
              </c:pt>
              <c:pt idx="247">
                <c:v>4.9399999999999826</c:v>
              </c:pt>
              <c:pt idx="248">
                <c:v>4.9599999999999822</c:v>
              </c:pt>
              <c:pt idx="249">
                <c:v>4.9799999999999818</c:v>
              </c:pt>
              <c:pt idx="250">
                <c:v>4.9999999999999813</c:v>
              </c:pt>
              <c:pt idx="251">
                <c:v>5.0199999999999809</c:v>
              </c:pt>
              <c:pt idx="252">
                <c:v>5.0399999999999805</c:v>
              </c:pt>
              <c:pt idx="253">
                <c:v>5.0599999999999801</c:v>
              </c:pt>
              <c:pt idx="254">
                <c:v>5.0799999999999796</c:v>
              </c:pt>
              <c:pt idx="255">
                <c:v>5.0999999999999792</c:v>
              </c:pt>
              <c:pt idx="256">
                <c:v>5.1199999999999788</c:v>
              </c:pt>
              <c:pt idx="257">
                <c:v>5.1399999999999784</c:v>
              </c:pt>
              <c:pt idx="258">
                <c:v>5.1599999999999779</c:v>
              </c:pt>
              <c:pt idx="259">
                <c:v>5.1799999999999775</c:v>
              </c:pt>
              <c:pt idx="260">
                <c:v>5.1999999999999771</c:v>
              </c:pt>
              <c:pt idx="261">
                <c:v>5.2199999999999767</c:v>
              </c:pt>
              <c:pt idx="262">
                <c:v>5.2399999999999762</c:v>
              </c:pt>
              <c:pt idx="263">
                <c:v>5.2599999999999758</c:v>
              </c:pt>
              <c:pt idx="264">
                <c:v>5.2799999999999754</c:v>
              </c:pt>
              <c:pt idx="265">
                <c:v>5.299999999999975</c:v>
              </c:pt>
              <c:pt idx="266">
                <c:v>5.3199999999999745</c:v>
              </c:pt>
              <c:pt idx="267">
                <c:v>5.3399999999999741</c:v>
              </c:pt>
              <c:pt idx="268">
                <c:v>5.3599999999999737</c:v>
              </c:pt>
              <c:pt idx="269">
                <c:v>5.3799999999999732</c:v>
              </c:pt>
              <c:pt idx="270">
                <c:v>5.3999999999999728</c:v>
              </c:pt>
              <c:pt idx="271">
                <c:v>5.4199999999999724</c:v>
              </c:pt>
              <c:pt idx="272">
                <c:v>5.439999999999972</c:v>
              </c:pt>
              <c:pt idx="273">
                <c:v>5.4599999999999715</c:v>
              </c:pt>
              <c:pt idx="274">
                <c:v>5.4799999999999711</c:v>
              </c:pt>
              <c:pt idx="275">
                <c:v>5.4999999999999707</c:v>
              </c:pt>
              <c:pt idx="276">
                <c:v>5.5199999999999703</c:v>
              </c:pt>
              <c:pt idx="277">
                <c:v>5.5399999999999698</c:v>
              </c:pt>
              <c:pt idx="278">
                <c:v>5.5599999999999694</c:v>
              </c:pt>
              <c:pt idx="279">
                <c:v>5.579999999999969</c:v>
              </c:pt>
              <c:pt idx="280">
                <c:v>5.5999999999999686</c:v>
              </c:pt>
              <c:pt idx="281">
                <c:v>5.6199999999999681</c:v>
              </c:pt>
              <c:pt idx="282">
                <c:v>5.6399999999999677</c:v>
              </c:pt>
              <c:pt idx="283">
                <c:v>5.6599999999999673</c:v>
              </c:pt>
              <c:pt idx="284">
                <c:v>5.6799999999999669</c:v>
              </c:pt>
              <c:pt idx="285">
                <c:v>5.6999999999999664</c:v>
              </c:pt>
              <c:pt idx="286">
                <c:v>5.719999999999966</c:v>
              </c:pt>
              <c:pt idx="287">
                <c:v>5.7399999999999656</c:v>
              </c:pt>
              <c:pt idx="288">
                <c:v>5.7599999999999651</c:v>
              </c:pt>
              <c:pt idx="289">
                <c:v>5.7799999999999647</c:v>
              </c:pt>
              <c:pt idx="290">
                <c:v>5.7999999999999643</c:v>
              </c:pt>
              <c:pt idx="291">
                <c:v>5.8199999999999639</c:v>
              </c:pt>
              <c:pt idx="292">
                <c:v>5.8399999999999634</c:v>
              </c:pt>
              <c:pt idx="293">
                <c:v>5.859999999999963</c:v>
              </c:pt>
              <c:pt idx="294">
                <c:v>5.8799999999999626</c:v>
              </c:pt>
              <c:pt idx="295">
                <c:v>5.8999999999999622</c:v>
              </c:pt>
              <c:pt idx="296">
                <c:v>5.9199999999999617</c:v>
              </c:pt>
              <c:pt idx="297">
                <c:v>5.9399999999999613</c:v>
              </c:pt>
              <c:pt idx="298">
                <c:v>5.9599999999999609</c:v>
              </c:pt>
              <c:pt idx="299">
                <c:v>5.9799999999999605</c:v>
              </c:pt>
              <c:pt idx="300">
                <c:v>5.99999999999996</c:v>
              </c:pt>
              <c:pt idx="301">
                <c:v>6.0199999999999596</c:v>
              </c:pt>
              <c:pt idx="302">
                <c:v>6.0399999999999592</c:v>
              </c:pt>
              <c:pt idx="303">
                <c:v>6.0599999999999588</c:v>
              </c:pt>
              <c:pt idx="304">
                <c:v>6.0799999999999583</c:v>
              </c:pt>
              <c:pt idx="305">
                <c:v>6.0999999999999579</c:v>
              </c:pt>
              <c:pt idx="306">
                <c:v>6.1199999999999575</c:v>
              </c:pt>
              <c:pt idx="307">
                <c:v>6.139999999999957</c:v>
              </c:pt>
              <c:pt idx="308">
                <c:v>6.1599999999999566</c:v>
              </c:pt>
              <c:pt idx="309">
                <c:v>6.1799999999999562</c:v>
              </c:pt>
              <c:pt idx="310">
                <c:v>6.1999999999999558</c:v>
              </c:pt>
              <c:pt idx="311">
                <c:v>6.2199999999999553</c:v>
              </c:pt>
              <c:pt idx="312">
                <c:v>6.2399999999999549</c:v>
              </c:pt>
              <c:pt idx="313">
                <c:v>6.2599999999999545</c:v>
              </c:pt>
              <c:pt idx="314">
                <c:v>6.2799999999999541</c:v>
              </c:pt>
              <c:pt idx="315">
                <c:v>6.2999999999999536</c:v>
              </c:pt>
              <c:pt idx="316">
                <c:v>6.3199999999999532</c:v>
              </c:pt>
              <c:pt idx="317">
                <c:v>6.3399999999999528</c:v>
              </c:pt>
              <c:pt idx="318">
                <c:v>6.3599999999999524</c:v>
              </c:pt>
              <c:pt idx="319">
                <c:v>6.3799999999999519</c:v>
              </c:pt>
              <c:pt idx="320">
                <c:v>6.3999999999999515</c:v>
              </c:pt>
              <c:pt idx="321">
                <c:v>6.4199999999999511</c:v>
              </c:pt>
              <c:pt idx="322">
                <c:v>6.4399999999999507</c:v>
              </c:pt>
              <c:pt idx="323">
                <c:v>6.4599999999999502</c:v>
              </c:pt>
              <c:pt idx="324">
                <c:v>6.4799999999999498</c:v>
              </c:pt>
              <c:pt idx="325">
                <c:v>6.4999999999999494</c:v>
              </c:pt>
              <c:pt idx="326">
                <c:v>6.5199999999999489</c:v>
              </c:pt>
              <c:pt idx="327">
                <c:v>6.5399999999999485</c:v>
              </c:pt>
              <c:pt idx="328">
                <c:v>6.5599999999999481</c:v>
              </c:pt>
              <c:pt idx="329">
                <c:v>6.5799999999999477</c:v>
              </c:pt>
              <c:pt idx="330">
                <c:v>6.5999999999999472</c:v>
              </c:pt>
              <c:pt idx="331">
                <c:v>6.6199999999999468</c:v>
              </c:pt>
              <c:pt idx="332">
                <c:v>6.6399999999999464</c:v>
              </c:pt>
              <c:pt idx="333">
                <c:v>6.659999999999946</c:v>
              </c:pt>
              <c:pt idx="334">
                <c:v>6.6799999999999455</c:v>
              </c:pt>
              <c:pt idx="335">
                <c:v>6.6999999999999451</c:v>
              </c:pt>
              <c:pt idx="336">
                <c:v>6.7199999999999447</c:v>
              </c:pt>
              <c:pt idx="337">
                <c:v>6.7399999999999443</c:v>
              </c:pt>
              <c:pt idx="338">
                <c:v>6.7599999999999438</c:v>
              </c:pt>
              <c:pt idx="339">
                <c:v>6.7799999999999434</c:v>
              </c:pt>
              <c:pt idx="340">
                <c:v>6.799999999999943</c:v>
              </c:pt>
              <c:pt idx="341">
                <c:v>6.8199999999999426</c:v>
              </c:pt>
              <c:pt idx="342">
                <c:v>6.8399999999999421</c:v>
              </c:pt>
              <c:pt idx="343">
                <c:v>6.8599999999999417</c:v>
              </c:pt>
              <c:pt idx="344">
                <c:v>6.8799999999999413</c:v>
              </c:pt>
              <c:pt idx="345">
                <c:v>6.8999999999999408</c:v>
              </c:pt>
              <c:pt idx="346">
                <c:v>6.9199999999999404</c:v>
              </c:pt>
              <c:pt idx="347">
                <c:v>6.93999999999994</c:v>
              </c:pt>
              <c:pt idx="348">
                <c:v>6.9599999999999396</c:v>
              </c:pt>
              <c:pt idx="349">
                <c:v>6.9799999999999391</c:v>
              </c:pt>
              <c:pt idx="350">
                <c:v>6.9999999999999387</c:v>
              </c:pt>
              <c:pt idx="351">
                <c:v>7.0199999999999383</c:v>
              </c:pt>
              <c:pt idx="352">
                <c:v>7.0399999999999379</c:v>
              </c:pt>
              <c:pt idx="353">
                <c:v>7.0599999999999374</c:v>
              </c:pt>
              <c:pt idx="354">
                <c:v>7.079999999999937</c:v>
              </c:pt>
              <c:pt idx="355">
                <c:v>7.0999999999999366</c:v>
              </c:pt>
              <c:pt idx="356">
                <c:v>7.1199999999999362</c:v>
              </c:pt>
              <c:pt idx="357">
                <c:v>7.1399999999999357</c:v>
              </c:pt>
              <c:pt idx="358">
                <c:v>7.1599999999999353</c:v>
              </c:pt>
              <c:pt idx="359">
                <c:v>7.1799999999999349</c:v>
              </c:pt>
              <c:pt idx="360">
                <c:v>7.1999999999999345</c:v>
              </c:pt>
              <c:pt idx="361">
                <c:v>7.219999999999934</c:v>
              </c:pt>
              <c:pt idx="362">
                <c:v>7.2399999999999336</c:v>
              </c:pt>
              <c:pt idx="363">
                <c:v>7.2599999999999332</c:v>
              </c:pt>
              <c:pt idx="364">
                <c:v>7.2799999999999327</c:v>
              </c:pt>
              <c:pt idx="365">
                <c:v>7.2999999999999323</c:v>
              </c:pt>
              <c:pt idx="366">
                <c:v>7.3199999999999319</c:v>
              </c:pt>
              <c:pt idx="367">
                <c:v>7.3399999999999315</c:v>
              </c:pt>
              <c:pt idx="368">
                <c:v>7.359999999999931</c:v>
              </c:pt>
              <c:pt idx="369">
                <c:v>7.3799999999999306</c:v>
              </c:pt>
              <c:pt idx="370">
                <c:v>7.3999999999999302</c:v>
              </c:pt>
              <c:pt idx="371">
                <c:v>7.4199999999999298</c:v>
              </c:pt>
              <c:pt idx="372">
                <c:v>7.4399999999999293</c:v>
              </c:pt>
              <c:pt idx="373">
                <c:v>7.4599999999999289</c:v>
              </c:pt>
              <c:pt idx="374">
                <c:v>7.4799999999999285</c:v>
              </c:pt>
              <c:pt idx="375">
                <c:v>7.4999999999999281</c:v>
              </c:pt>
              <c:pt idx="376">
                <c:v>7.5199999999999276</c:v>
              </c:pt>
              <c:pt idx="377">
                <c:v>7.5399999999999272</c:v>
              </c:pt>
              <c:pt idx="378">
                <c:v>7.5599999999999268</c:v>
              </c:pt>
              <c:pt idx="379">
                <c:v>7.5799999999999264</c:v>
              </c:pt>
              <c:pt idx="380">
                <c:v>7.5999999999999259</c:v>
              </c:pt>
              <c:pt idx="381">
                <c:v>7.6199999999999255</c:v>
              </c:pt>
              <c:pt idx="382">
                <c:v>7.6399999999999251</c:v>
              </c:pt>
              <c:pt idx="383">
                <c:v>7.6599999999999246</c:v>
              </c:pt>
              <c:pt idx="384">
                <c:v>7.6799999999999242</c:v>
              </c:pt>
              <c:pt idx="385">
                <c:v>7.6999999999999238</c:v>
              </c:pt>
              <c:pt idx="386">
                <c:v>7.7199999999999234</c:v>
              </c:pt>
              <c:pt idx="387">
                <c:v>7.7399999999999229</c:v>
              </c:pt>
              <c:pt idx="388">
                <c:v>7.7599999999999225</c:v>
              </c:pt>
              <c:pt idx="389">
                <c:v>7.7799999999999221</c:v>
              </c:pt>
              <c:pt idx="390">
                <c:v>7.7999999999999217</c:v>
              </c:pt>
              <c:pt idx="391">
                <c:v>7.8199999999999212</c:v>
              </c:pt>
              <c:pt idx="392">
                <c:v>7.8399999999999208</c:v>
              </c:pt>
              <c:pt idx="393">
                <c:v>7.8599999999999204</c:v>
              </c:pt>
              <c:pt idx="394">
                <c:v>7.87999999999992</c:v>
              </c:pt>
              <c:pt idx="395">
                <c:v>7.8999999999999195</c:v>
              </c:pt>
              <c:pt idx="396">
                <c:v>7.9199999999999191</c:v>
              </c:pt>
              <c:pt idx="397">
                <c:v>7.9399999999999187</c:v>
              </c:pt>
              <c:pt idx="398">
                <c:v>7.9599999999999183</c:v>
              </c:pt>
              <c:pt idx="399">
                <c:v>7.9799999999999178</c:v>
              </c:pt>
              <c:pt idx="400">
                <c:v>7.9999999999999174</c:v>
              </c:pt>
            </c:numLit>
          </c:xVal>
          <c:yVal>
            <c:numLit>
              <c:formatCode>0</c:formatCode>
              <c:ptCount val="401"/>
              <c:pt idx="0">
                <c:v>4</c:v>
              </c:pt>
              <c:pt idx="1">
                <c:v>4</c:v>
              </c:pt>
              <c:pt idx="2">
                <c:v>4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4</c:v>
              </c:pt>
              <c:pt idx="7">
                <c:v>4</c:v>
              </c:pt>
              <c:pt idx="8">
                <c:v>4</c:v>
              </c:pt>
              <c:pt idx="9">
                <c:v>4</c:v>
              </c:pt>
              <c:pt idx="10">
                <c:v>4</c:v>
              </c:pt>
              <c:pt idx="11">
                <c:v>4</c:v>
              </c:pt>
              <c:pt idx="12">
                <c:v>4</c:v>
              </c:pt>
              <c:pt idx="13">
                <c:v>4</c:v>
              </c:pt>
              <c:pt idx="14">
                <c:v>4</c:v>
              </c:pt>
              <c:pt idx="15">
                <c:v>4</c:v>
              </c:pt>
              <c:pt idx="16">
                <c:v>4</c:v>
              </c:pt>
              <c:pt idx="17">
                <c:v>4</c:v>
              </c:pt>
              <c:pt idx="18">
                <c:v>4</c:v>
              </c:pt>
              <c:pt idx="19">
                <c:v>4</c:v>
              </c:pt>
              <c:pt idx="20">
                <c:v>4</c:v>
              </c:pt>
              <c:pt idx="21">
                <c:v>4</c:v>
              </c:pt>
              <c:pt idx="22">
                <c:v>4</c:v>
              </c:pt>
              <c:pt idx="23">
                <c:v>4</c:v>
              </c:pt>
              <c:pt idx="24">
                <c:v>4</c:v>
              </c:pt>
              <c:pt idx="25">
                <c:v>2</c:v>
              </c:pt>
              <c:pt idx="26">
                <c:v>2</c:v>
              </c:pt>
              <c:pt idx="27">
                <c:v>2</c:v>
              </c:pt>
              <c:pt idx="28">
                <c:v>2</c:v>
              </c:pt>
              <c:pt idx="29">
                <c:v>2</c:v>
              </c:pt>
              <c:pt idx="30">
                <c:v>2</c:v>
              </c:pt>
              <c:pt idx="31">
                <c:v>2</c:v>
              </c:pt>
              <c:pt idx="32">
                <c:v>2</c:v>
              </c:pt>
              <c:pt idx="33">
                <c:v>2</c:v>
              </c:pt>
              <c:pt idx="34">
                <c:v>2</c:v>
              </c:pt>
              <c:pt idx="35">
                <c:v>2</c:v>
              </c:pt>
              <c:pt idx="36">
                <c:v>2</c:v>
              </c:pt>
              <c:pt idx="37">
                <c:v>2</c:v>
              </c:pt>
              <c:pt idx="38">
                <c:v>2</c:v>
              </c:pt>
              <c:pt idx="39">
                <c:v>2</c:v>
              </c:pt>
              <c:pt idx="40">
                <c:v>2</c:v>
              </c:pt>
              <c:pt idx="41">
                <c:v>2</c:v>
              </c:pt>
              <c:pt idx="42">
                <c:v>2</c:v>
              </c:pt>
              <c:pt idx="43">
                <c:v>2</c:v>
              </c:pt>
              <c:pt idx="44">
                <c:v>2</c:v>
              </c:pt>
              <c:pt idx="45">
                <c:v>2</c:v>
              </c:pt>
              <c:pt idx="46">
                <c:v>2</c:v>
              </c:pt>
              <c:pt idx="47">
                <c:v>2</c:v>
              </c:pt>
              <c:pt idx="48">
                <c:v>2</c:v>
              </c:pt>
              <c:pt idx="49">
                <c:v>2</c:v>
              </c:pt>
              <c:pt idx="50">
                <c:v>2</c:v>
              </c:pt>
              <c:pt idx="51">
                <c:v>2</c:v>
              </c:pt>
              <c:pt idx="52">
                <c:v>2</c:v>
              </c:pt>
              <c:pt idx="53">
                <c:v>2</c:v>
              </c:pt>
              <c:pt idx="54">
                <c:v>2</c:v>
              </c:pt>
              <c:pt idx="55">
                <c:v>2</c:v>
              </c:pt>
              <c:pt idx="56">
                <c:v>2</c:v>
              </c:pt>
              <c:pt idx="57">
                <c:v>2</c:v>
              </c:pt>
              <c:pt idx="58">
                <c:v>2</c:v>
              </c:pt>
              <c:pt idx="59">
                <c:v>2</c:v>
              </c:pt>
              <c:pt idx="60">
                <c:v>2</c:v>
              </c:pt>
              <c:pt idx="61">
                <c:v>2</c:v>
              </c:pt>
              <c:pt idx="62">
                <c:v>2</c:v>
              </c:pt>
              <c:pt idx="63">
                <c:v>2</c:v>
              </c:pt>
              <c:pt idx="64">
                <c:v>2</c:v>
              </c:pt>
              <c:pt idx="65">
                <c:v>2</c:v>
              </c:pt>
              <c:pt idx="66">
                <c:v>2</c:v>
              </c:pt>
              <c:pt idx="67">
                <c:v>2</c:v>
              </c:pt>
              <c:pt idx="68">
                <c:v>2</c:v>
              </c:pt>
              <c:pt idx="69">
                <c:v>2</c:v>
              </c:pt>
              <c:pt idx="70">
                <c:v>2</c:v>
              </c:pt>
              <c:pt idx="71">
                <c:v>2</c:v>
              </c:pt>
              <c:pt idx="72">
                <c:v>2</c:v>
              </c:pt>
              <c:pt idx="73">
                <c:v>2</c:v>
              </c:pt>
              <c:pt idx="74">
                <c:v>2</c:v>
              </c:pt>
              <c:pt idx="75">
                <c:v>4</c:v>
              </c:pt>
              <c:pt idx="76">
                <c:v>4</c:v>
              </c:pt>
              <c:pt idx="77">
                <c:v>4</c:v>
              </c:pt>
              <c:pt idx="78">
                <c:v>4</c:v>
              </c:pt>
              <c:pt idx="79">
                <c:v>4</c:v>
              </c:pt>
              <c:pt idx="80">
                <c:v>4</c:v>
              </c:pt>
              <c:pt idx="81">
                <c:v>4</c:v>
              </c:pt>
              <c:pt idx="82">
                <c:v>4</c:v>
              </c:pt>
              <c:pt idx="83">
                <c:v>4</c:v>
              </c:pt>
              <c:pt idx="84">
                <c:v>4</c:v>
              </c:pt>
              <c:pt idx="85">
                <c:v>4</c:v>
              </c:pt>
              <c:pt idx="86">
                <c:v>4</c:v>
              </c:pt>
              <c:pt idx="87">
                <c:v>4</c:v>
              </c:pt>
              <c:pt idx="88">
                <c:v>4</c:v>
              </c:pt>
              <c:pt idx="89">
                <c:v>4</c:v>
              </c:pt>
              <c:pt idx="90">
                <c:v>4</c:v>
              </c:pt>
              <c:pt idx="91">
                <c:v>4</c:v>
              </c:pt>
              <c:pt idx="92">
                <c:v>4</c:v>
              </c:pt>
              <c:pt idx="93">
                <c:v>4</c:v>
              </c:pt>
              <c:pt idx="94">
                <c:v>4</c:v>
              </c:pt>
              <c:pt idx="95">
                <c:v>4</c:v>
              </c:pt>
              <c:pt idx="96">
                <c:v>4</c:v>
              </c:pt>
              <c:pt idx="97">
                <c:v>4</c:v>
              </c:pt>
              <c:pt idx="98">
                <c:v>4</c:v>
              </c:pt>
              <c:pt idx="99">
                <c:v>4</c:v>
              </c:pt>
              <c:pt idx="100">
                <c:v>4</c:v>
              </c:pt>
              <c:pt idx="101">
                <c:v>4</c:v>
              </c:pt>
              <c:pt idx="102">
                <c:v>4</c:v>
              </c:pt>
              <c:pt idx="103">
                <c:v>4</c:v>
              </c:pt>
              <c:pt idx="104">
                <c:v>4</c:v>
              </c:pt>
              <c:pt idx="105">
                <c:v>4</c:v>
              </c:pt>
              <c:pt idx="106">
                <c:v>4</c:v>
              </c:pt>
              <c:pt idx="107">
                <c:v>4</c:v>
              </c:pt>
              <c:pt idx="108">
                <c:v>4</c:v>
              </c:pt>
              <c:pt idx="109">
                <c:v>4</c:v>
              </c:pt>
              <c:pt idx="110">
                <c:v>4</c:v>
              </c:pt>
              <c:pt idx="111">
                <c:v>4</c:v>
              </c:pt>
              <c:pt idx="112">
                <c:v>4</c:v>
              </c:pt>
              <c:pt idx="113">
                <c:v>4</c:v>
              </c:pt>
              <c:pt idx="114">
                <c:v>4</c:v>
              </c:pt>
              <c:pt idx="115">
                <c:v>4</c:v>
              </c:pt>
              <c:pt idx="116">
                <c:v>4</c:v>
              </c:pt>
              <c:pt idx="117">
                <c:v>4</c:v>
              </c:pt>
              <c:pt idx="118">
                <c:v>4</c:v>
              </c:pt>
              <c:pt idx="119">
                <c:v>4</c:v>
              </c:pt>
              <c:pt idx="120">
                <c:v>4</c:v>
              </c:pt>
              <c:pt idx="121">
                <c:v>4</c:v>
              </c:pt>
              <c:pt idx="122">
                <c:v>4</c:v>
              </c:pt>
              <c:pt idx="123">
                <c:v>4</c:v>
              </c:pt>
              <c:pt idx="124">
                <c:v>4</c:v>
              </c:pt>
              <c:pt idx="125">
                <c:v>2</c:v>
              </c:pt>
              <c:pt idx="126">
                <c:v>2</c:v>
              </c:pt>
              <c:pt idx="127">
                <c:v>2</c:v>
              </c:pt>
              <c:pt idx="128">
                <c:v>2</c:v>
              </c:pt>
              <c:pt idx="129">
                <c:v>2</c:v>
              </c:pt>
              <c:pt idx="130">
                <c:v>2</c:v>
              </c:pt>
              <c:pt idx="131">
                <c:v>2</c:v>
              </c:pt>
              <c:pt idx="132">
                <c:v>2</c:v>
              </c:pt>
              <c:pt idx="133">
                <c:v>2</c:v>
              </c:pt>
              <c:pt idx="134">
                <c:v>2</c:v>
              </c:pt>
              <c:pt idx="135">
                <c:v>2</c:v>
              </c:pt>
              <c:pt idx="136">
                <c:v>2</c:v>
              </c:pt>
              <c:pt idx="137">
                <c:v>2</c:v>
              </c:pt>
              <c:pt idx="138">
                <c:v>2</c:v>
              </c:pt>
              <c:pt idx="139">
                <c:v>2</c:v>
              </c:pt>
              <c:pt idx="140">
                <c:v>2</c:v>
              </c:pt>
              <c:pt idx="141">
                <c:v>2</c:v>
              </c:pt>
              <c:pt idx="142">
                <c:v>2</c:v>
              </c:pt>
              <c:pt idx="143">
                <c:v>2</c:v>
              </c:pt>
              <c:pt idx="144">
                <c:v>2</c:v>
              </c:pt>
              <c:pt idx="145">
                <c:v>2</c:v>
              </c:pt>
              <c:pt idx="146">
                <c:v>2</c:v>
              </c:pt>
              <c:pt idx="147">
                <c:v>2</c:v>
              </c:pt>
              <c:pt idx="148">
                <c:v>2</c:v>
              </c:pt>
              <c:pt idx="149">
                <c:v>2</c:v>
              </c:pt>
              <c:pt idx="150">
                <c:v>4</c:v>
              </c:pt>
              <c:pt idx="151">
                <c:v>4</c:v>
              </c:pt>
              <c:pt idx="152">
                <c:v>4</c:v>
              </c:pt>
              <c:pt idx="153">
                <c:v>4</c:v>
              </c:pt>
              <c:pt idx="154">
                <c:v>4</c:v>
              </c:pt>
              <c:pt idx="155">
                <c:v>4</c:v>
              </c:pt>
              <c:pt idx="156">
                <c:v>4</c:v>
              </c:pt>
              <c:pt idx="157">
                <c:v>4</c:v>
              </c:pt>
              <c:pt idx="158">
                <c:v>4</c:v>
              </c:pt>
              <c:pt idx="159">
                <c:v>4</c:v>
              </c:pt>
              <c:pt idx="160">
                <c:v>4</c:v>
              </c:pt>
              <c:pt idx="161">
                <c:v>4</c:v>
              </c:pt>
              <c:pt idx="162">
                <c:v>4</c:v>
              </c:pt>
              <c:pt idx="163">
                <c:v>4</c:v>
              </c:pt>
              <c:pt idx="164">
                <c:v>4</c:v>
              </c:pt>
              <c:pt idx="165">
                <c:v>4</c:v>
              </c:pt>
              <c:pt idx="166">
                <c:v>4</c:v>
              </c:pt>
              <c:pt idx="167">
                <c:v>4</c:v>
              </c:pt>
              <c:pt idx="168">
                <c:v>4</c:v>
              </c:pt>
              <c:pt idx="169">
                <c:v>4</c:v>
              </c:pt>
              <c:pt idx="170">
                <c:v>4</c:v>
              </c:pt>
              <c:pt idx="171">
                <c:v>4</c:v>
              </c:pt>
              <c:pt idx="172">
                <c:v>4</c:v>
              </c:pt>
              <c:pt idx="173">
                <c:v>4</c:v>
              </c:pt>
              <c:pt idx="174">
                <c:v>4</c:v>
              </c:pt>
              <c:pt idx="175">
                <c:v>2</c:v>
              </c:pt>
              <c:pt idx="176">
                <c:v>2</c:v>
              </c:pt>
              <c:pt idx="177">
                <c:v>2</c:v>
              </c:pt>
              <c:pt idx="178">
                <c:v>2</c:v>
              </c:pt>
              <c:pt idx="179">
                <c:v>2</c:v>
              </c:pt>
              <c:pt idx="180">
                <c:v>2</c:v>
              </c:pt>
              <c:pt idx="181">
                <c:v>2</c:v>
              </c:pt>
              <c:pt idx="182">
                <c:v>2</c:v>
              </c:pt>
              <c:pt idx="183">
                <c:v>2</c:v>
              </c:pt>
              <c:pt idx="184">
                <c:v>2</c:v>
              </c:pt>
              <c:pt idx="185">
                <c:v>2</c:v>
              </c:pt>
              <c:pt idx="186">
                <c:v>2</c:v>
              </c:pt>
              <c:pt idx="187">
                <c:v>2</c:v>
              </c:pt>
              <c:pt idx="188">
                <c:v>2</c:v>
              </c:pt>
              <c:pt idx="189">
                <c:v>2</c:v>
              </c:pt>
              <c:pt idx="190">
                <c:v>2</c:v>
              </c:pt>
              <c:pt idx="191">
                <c:v>2</c:v>
              </c:pt>
              <c:pt idx="192">
                <c:v>2</c:v>
              </c:pt>
              <c:pt idx="193">
                <c:v>2</c:v>
              </c:pt>
              <c:pt idx="194">
                <c:v>2</c:v>
              </c:pt>
              <c:pt idx="195">
                <c:v>2</c:v>
              </c:pt>
              <c:pt idx="196">
                <c:v>2</c:v>
              </c:pt>
              <c:pt idx="197">
                <c:v>2</c:v>
              </c:pt>
              <c:pt idx="198">
                <c:v>2</c:v>
              </c:pt>
              <c:pt idx="199">
                <c:v>2</c:v>
              </c:pt>
              <c:pt idx="200">
                <c:v>2</c:v>
              </c:pt>
              <c:pt idx="201">
                <c:v>2</c:v>
              </c:pt>
              <c:pt idx="202">
                <c:v>2</c:v>
              </c:pt>
              <c:pt idx="203">
                <c:v>2</c:v>
              </c:pt>
              <c:pt idx="204">
                <c:v>2</c:v>
              </c:pt>
              <c:pt idx="205">
                <c:v>2</c:v>
              </c:pt>
              <c:pt idx="206">
                <c:v>2</c:v>
              </c:pt>
              <c:pt idx="207">
                <c:v>2</c:v>
              </c:pt>
              <c:pt idx="208">
                <c:v>2</c:v>
              </c:pt>
              <c:pt idx="209">
                <c:v>2</c:v>
              </c:pt>
              <c:pt idx="210">
                <c:v>2</c:v>
              </c:pt>
              <c:pt idx="211">
                <c:v>2</c:v>
              </c:pt>
              <c:pt idx="212">
                <c:v>2</c:v>
              </c:pt>
              <c:pt idx="213">
                <c:v>2</c:v>
              </c:pt>
              <c:pt idx="214">
                <c:v>2</c:v>
              </c:pt>
              <c:pt idx="215">
                <c:v>2</c:v>
              </c:pt>
              <c:pt idx="216">
                <c:v>2</c:v>
              </c:pt>
              <c:pt idx="217">
                <c:v>2</c:v>
              </c:pt>
              <c:pt idx="218">
                <c:v>2</c:v>
              </c:pt>
              <c:pt idx="219">
                <c:v>2</c:v>
              </c:pt>
              <c:pt idx="220">
                <c:v>2</c:v>
              </c:pt>
              <c:pt idx="221">
                <c:v>2</c:v>
              </c:pt>
              <c:pt idx="222">
                <c:v>2</c:v>
              </c:pt>
              <c:pt idx="223">
                <c:v>2</c:v>
              </c:pt>
              <c:pt idx="224">
                <c:v>2</c:v>
              </c:pt>
              <c:pt idx="225">
                <c:v>2</c:v>
              </c:pt>
              <c:pt idx="226">
                <c:v>4</c:v>
              </c:pt>
              <c:pt idx="227">
                <c:v>4</c:v>
              </c:pt>
              <c:pt idx="228">
                <c:v>4</c:v>
              </c:pt>
              <c:pt idx="229">
                <c:v>4</c:v>
              </c:pt>
              <c:pt idx="230">
                <c:v>4</c:v>
              </c:pt>
              <c:pt idx="231">
                <c:v>4</c:v>
              </c:pt>
              <c:pt idx="232">
                <c:v>4</c:v>
              </c:pt>
              <c:pt idx="233">
                <c:v>4</c:v>
              </c:pt>
              <c:pt idx="234">
                <c:v>4</c:v>
              </c:pt>
              <c:pt idx="235">
                <c:v>4</c:v>
              </c:pt>
              <c:pt idx="236">
                <c:v>4</c:v>
              </c:pt>
              <c:pt idx="237">
                <c:v>4</c:v>
              </c:pt>
              <c:pt idx="238">
                <c:v>4</c:v>
              </c:pt>
              <c:pt idx="239">
                <c:v>4</c:v>
              </c:pt>
              <c:pt idx="240">
                <c:v>4</c:v>
              </c:pt>
              <c:pt idx="241">
                <c:v>4</c:v>
              </c:pt>
              <c:pt idx="242">
                <c:v>4</c:v>
              </c:pt>
              <c:pt idx="243">
                <c:v>4</c:v>
              </c:pt>
              <c:pt idx="244">
                <c:v>4</c:v>
              </c:pt>
              <c:pt idx="245">
                <c:v>4</c:v>
              </c:pt>
              <c:pt idx="246">
                <c:v>4</c:v>
              </c:pt>
              <c:pt idx="247">
                <c:v>4</c:v>
              </c:pt>
              <c:pt idx="248">
                <c:v>4</c:v>
              </c:pt>
              <c:pt idx="249">
                <c:v>4</c:v>
              </c:pt>
              <c:pt idx="250">
                <c:v>4</c:v>
              </c:pt>
              <c:pt idx="251">
                <c:v>2</c:v>
              </c:pt>
              <c:pt idx="252">
                <c:v>2</c:v>
              </c:pt>
              <c:pt idx="253">
                <c:v>2</c:v>
              </c:pt>
              <c:pt idx="254">
                <c:v>2</c:v>
              </c:pt>
              <c:pt idx="255">
                <c:v>2</c:v>
              </c:pt>
              <c:pt idx="256">
                <c:v>2</c:v>
              </c:pt>
              <c:pt idx="257">
                <c:v>2</c:v>
              </c:pt>
              <c:pt idx="258">
                <c:v>2</c:v>
              </c:pt>
              <c:pt idx="259">
                <c:v>2</c:v>
              </c:pt>
              <c:pt idx="260">
                <c:v>2</c:v>
              </c:pt>
              <c:pt idx="261">
                <c:v>2</c:v>
              </c:pt>
              <c:pt idx="262">
                <c:v>2</c:v>
              </c:pt>
              <c:pt idx="263">
                <c:v>2</c:v>
              </c:pt>
              <c:pt idx="264">
                <c:v>2</c:v>
              </c:pt>
              <c:pt idx="265">
                <c:v>2</c:v>
              </c:pt>
              <c:pt idx="266">
                <c:v>2</c:v>
              </c:pt>
              <c:pt idx="267">
                <c:v>2</c:v>
              </c:pt>
              <c:pt idx="268">
                <c:v>2</c:v>
              </c:pt>
              <c:pt idx="269">
                <c:v>2</c:v>
              </c:pt>
              <c:pt idx="270">
                <c:v>2</c:v>
              </c:pt>
              <c:pt idx="271">
                <c:v>2</c:v>
              </c:pt>
              <c:pt idx="272">
                <c:v>2</c:v>
              </c:pt>
              <c:pt idx="273">
                <c:v>2</c:v>
              </c:pt>
              <c:pt idx="274">
                <c:v>2</c:v>
              </c:pt>
              <c:pt idx="275">
                <c:v>2</c:v>
              </c:pt>
              <c:pt idx="276">
                <c:v>4</c:v>
              </c:pt>
              <c:pt idx="277">
                <c:v>4</c:v>
              </c:pt>
              <c:pt idx="278">
                <c:v>4</c:v>
              </c:pt>
              <c:pt idx="279">
                <c:v>4</c:v>
              </c:pt>
              <c:pt idx="280">
                <c:v>4</c:v>
              </c:pt>
              <c:pt idx="281">
                <c:v>4</c:v>
              </c:pt>
              <c:pt idx="282">
                <c:v>4</c:v>
              </c:pt>
              <c:pt idx="283">
                <c:v>4</c:v>
              </c:pt>
              <c:pt idx="284">
                <c:v>4</c:v>
              </c:pt>
              <c:pt idx="285">
                <c:v>4</c:v>
              </c:pt>
              <c:pt idx="286">
                <c:v>4</c:v>
              </c:pt>
              <c:pt idx="287">
                <c:v>4</c:v>
              </c:pt>
              <c:pt idx="288">
                <c:v>4</c:v>
              </c:pt>
              <c:pt idx="289">
                <c:v>4</c:v>
              </c:pt>
              <c:pt idx="290">
                <c:v>4</c:v>
              </c:pt>
              <c:pt idx="291">
                <c:v>4</c:v>
              </c:pt>
              <c:pt idx="292">
                <c:v>4</c:v>
              </c:pt>
              <c:pt idx="293">
                <c:v>4</c:v>
              </c:pt>
              <c:pt idx="294">
                <c:v>4</c:v>
              </c:pt>
              <c:pt idx="295">
                <c:v>4</c:v>
              </c:pt>
              <c:pt idx="296">
                <c:v>4</c:v>
              </c:pt>
              <c:pt idx="297">
                <c:v>4</c:v>
              </c:pt>
              <c:pt idx="298">
                <c:v>4</c:v>
              </c:pt>
              <c:pt idx="299">
                <c:v>4</c:v>
              </c:pt>
              <c:pt idx="300">
                <c:v>4</c:v>
              </c:pt>
              <c:pt idx="301">
                <c:v>4</c:v>
              </c:pt>
              <c:pt idx="302">
                <c:v>4</c:v>
              </c:pt>
              <c:pt idx="303">
                <c:v>4</c:v>
              </c:pt>
              <c:pt idx="304">
                <c:v>4</c:v>
              </c:pt>
              <c:pt idx="305">
                <c:v>4</c:v>
              </c:pt>
              <c:pt idx="306">
                <c:v>4</c:v>
              </c:pt>
              <c:pt idx="307">
                <c:v>4</c:v>
              </c:pt>
              <c:pt idx="308">
                <c:v>4</c:v>
              </c:pt>
              <c:pt idx="309">
                <c:v>4</c:v>
              </c:pt>
              <c:pt idx="310">
                <c:v>4</c:v>
              </c:pt>
              <c:pt idx="311">
                <c:v>4</c:v>
              </c:pt>
              <c:pt idx="312">
                <c:v>4</c:v>
              </c:pt>
              <c:pt idx="313">
                <c:v>4</c:v>
              </c:pt>
              <c:pt idx="314">
                <c:v>4</c:v>
              </c:pt>
              <c:pt idx="315">
                <c:v>4</c:v>
              </c:pt>
              <c:pt idx="316">
                <c:v>4</c:v>
              </c:pt>
              <c:pt idx="317">
                <c:v>4</c:v>
              </c:pt>
              <c:pt idx="318">
                <c:v>4</c:v>
              </c:pt>
              <c:pt idx="319">
                <c:v>4</c:v>
              </c:pt>
              <c:pt idx="320">
                <c:v>4</c:v>
              </c:pt>
              <c:pt idx="321">
                <c:v>4</c:v>
              </c:pt>
              <c:pt idx="322">
                <c:v>4</c:v>
              </c:pt>
              <c:pt idx="323">
                <c:v>4</c:v>
              </c:pt>
              <c:pt idx="324">
                <c:v>4</c:v>
              </c:pt>
              <c:pt idx="325">
                <c:v>4</c:v>
              </c:pt>
              <c:pt idx="326">
                <c:v>2</c:v>
              </c:pt>
              <c:pt idx="327">
                <c:v>2</c:v>
              </c:pt>
              <c:pt idx="328">
                <c:v>2</c:v>
              </c:pt>
              <c:pt idx="329">
                <c:v>2</c:v>
              </c:pt>
              <c:pt idx="330">
                <c:v>2</c:v>
              </c:pt>
              <c:pt idx="331">
                <c:v>2</c:v>
              </c:pt>
              <c:pt idx="332">
                <c:v>2</c:v>
              </c:pt>
              <c:pt idx="333">
                <c:v>2</c:v>
              </c:pt>
              <c:pt idx="334">
                <c:v>2</c:v>
              </c:pt>
              <c:pt idx="335">
                <c:v>2</c:v>
              </c:pt>
              <c:pt idx="336">
                <c:v>2</c:v>
              </c:pt>
              <c:pt idx="337">
                <c:v>2</c:v>
              </c:pt>
              <c:pt idx="338">
                <c:v>2</c:v>
              </c:pt>
              <c:pt idx="339">
                <c:v>2</c:v>
              </c:pt>
              <c:pt idx="340">
                <c:v>2</c:v>
              </c:pt>
              <c:pt idx="341">
                <c:v>2</c:v>
              </c:pt>
              <c:pt idx="342">
                <c:v>2</c:v>
              </c:pt>
              <c:pt idx="343">
                <c:v>2</c:v>
              </c:pt>
              <c:pt idx="344">
                <c:v>2</c:v>
              </c:pt>
              <c:pt idx="345">
                <c:v>2</c:v>
              </c:pt>
              <c:pt idx="346">
                <c:v>2</c:v>
              </c:pt>
              <c:pt idx="347">
                <c:v>2</c:v>
              </c:pt>
              <c:pt idx="348">
                <c:v>2</c:v>
              </c:pt>
              <c:pt idx="349">
                <c:v>2</c:v>
              </c:pt>
              <c:pt idx="350">
                <c:v>2</c:v>
              </c:pt>
              <c:pt idx="351">
                <c:v>2</c:v>
              </c:pt>
              <c:pt idx="352">
                <c:v>2</c:v>
              </c:pt>
              <c:pt idx="353">
                <c:v>2</c:v>
              </c:pt>
              <c:pt idx="354">
                <c:v>2</c:v>
              </c:pt>
              <c:pt idx="355">
                <c:v>2</c:v>
              </c:pt>
              <c:pt idx="356">
                <c:v>2</c:v>
              </c:pt>
              <c:pt idx="357">
                <c:v>2</c:v>
              </c:pt>
              <c:pt idx="358">
                <c:v>2</c:v>
              </c:pt>
              <c:pt idx="359">
                <c:v>2</c:v>
              </c:pt>
              <c:pt idx="360">
                <c:v>2</c:v>
              </c:pt>
              <c:pt idx="361">
                <c:v>2</c:v>
              </c:pt>
              <c:pt idx="362">
                <c:v>2</c:v>
              </c:pt>
              <c:pt idx="363">
                <c:v>2</c:v>
              </c:pt>
              <c:pt idx="364">
                <c:v>2</c:v>
              </c:pt>
              <c:pt idx="365">
                <c:v>2</c:v>
              </c:pt>
              <c:pt idx="366">
                <c:v>2</c:v>
              </c:pt>
              <c:pt idx="367">
                <c:v>2</c:v>
              </c:pt>
              <c:pt idx="368">
                <c:v>2</c:v>
              </c:pt>
              <c:pt idx="369">
                <c:v>2</c:v>
              </c:pt>
              <c:pt idx="370">
                <c:v>2</c:v>
              </c:pt>
              <c:pt idx="371">
                <c:v>2</c:v>
              </c:pt>
              <c:pt idx="372">
                <c:v>2</c:v>
              </c:pt>
              <c:pt idx="373">
                <c:v>2</c:v>
              </c:pt>
              <c:pt idx="374">
                <c:v>2</c:v>
              </c:pt>
              <c:pt idx="375">
                <c:v>2</c:v>
              </c:pt>
              <c:pt idx="376">
                <c:v>4</c:v>
              </c:pt>
              <c:pt idx="377">
                <c:v>4</c:v>
              </c:pt>
              <c:pt idx="378">
                <c:v>4</c:v>
              </c:pt>
              <c:pt idx="379">
                <c:v>4</c:v>
              </c:pt>
              <c:pt idx="380">
                <c:v>4</c:v>
              </c:pt>
              <c:pt idx="381">
                <c:v>4</c:v>
              </c:pt>
              <c:pt idx="382">
                <c:v>4</c:v>
              </c:pt>
              <c:pt idx="383">
                <c:v>4</c:v>
              </c:pt>
              <c:pt idx="384">
                <c:v>4</c:v>
              </c:pt>
              <c:pt idx="385">
                <c:v>4</c:v>
              </c:pt>
              <c:pt idx="386">
                <c:v>4</c:v>
              </c:pt>
              <c:pt idx="387">
                <c:v>4</c:v>
              </c:pt>
              <c:pt idx="388">
                <c:v>4</c:v>
              </c:pt>
              <c:pt idx="389">
                <c:v>4</c:v>
              </c:pt>
              <c:pt idx="390">
                <c:v>4</c:v>
              </c:pt>
              <c:pt idx="391">
                <c:v>4</c:v>
              </c:pt>
              <c:pt idx="392">
                <c:v>4</c:v>
              </c:pt>
              <c:pt idx="393">
                <c:v>4</c:v>
              </c:pt>
              <c:pt idx="394">
                <c:v>4</c:v>
              </c:pt>
              <c:pt idx="395">
                <c:v>4</c:v>
              </c:pt>
              <c:pt idx="396">
                <c:v>4</c:v>
              </c:pt>
              <c:pt idx="397">
                <c:v>4</c:v>
              </c:pt>
              <c:pt idx="398">
                <c:v>4</c:v>
              </c:pt>
              <c:pt idx="399">
                <c:v>4</c:v>
              </c:pt>
              <c:pt idx="400">
                <c:v>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92F7-4F81-92AE-F6BB9BC98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.5"/>
          <c:min val="-1.5"/>
        </c:scaling>
        <c:delete val="0"/>
        <c:axPos val="l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w="6668">
              <a:solidFill>
                <a:srgbClr val="C5CD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Time (bit intervals)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252525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7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Ideal Symbol States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Symbol 1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-1.5</c:v>
              </c:pt>
            </c:numLit>
          </c:xVal>
          <c:yVal>
            <c:numLit>
              <c:formatCode>0</c:formatCode>
              <c:ptCount val="1"/>
              <c:pt idx="0">
                <c:v>-1.5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C8B9-4F82-AEDF-B33B0702AE4D}"/>
            </c:ext>
          </c:extLst>
        </c:ser>
        <c:ser>
          <c:idx val="1"/>
          <c:order val="1"/>
          <c:tx>
            <c:v>Symbol 2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-1.5</c:v>
              </c:pt>
            </c:numLit>
          </c:xVal>
          <c:yVal>
            <c:numLit>
              <c:formatCode>0</c:formatCode>
              <c:ptCount val="1"/>
              <c:pt idx="0">
                <c:v>-0.5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C8B9-4F82-AEDF-B33B0702AE4D}"/>
            </c:ext>
          </c:extLst>
        </c:ser>
        <c:ser>
          <c:idx val="2"/>
          <c:order val="2"/>
          <c:tx>
            <c:v>Symbol 3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-1.5</c:v>
              </c:pt>
            </c:numLit>
          </c:xVal>
          <c:yVal>
            <c:numLit>
              <c:formatCode>0</c:formatCode>
              <c:ptCount val="1"/>
              <c:pt idx="0">
                <c:v>0.5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C8B9-4F82-AEDF-B33B0702AE4D}"/>
            </c:ext>
          </c:extLst>
        </c:ser>
        <c:ser>
          <c:idx val="3"/>
          <c:order val="3"/>
          <c:tx>
            <c:v>Symbol 4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-1.5</c:v>
              </c:pt>
            </c:numLit>
          </c:xVal>
          <c:yVal>
            <c:numLit>
              <c:formatCode>0</c:formatCode>
              <c:ptCount val="1"/>
              <c:pt idx="0">
                <c:v>1.5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C8B9-4F82-AEDF-B33B0702AE4D}"/>
            </c:ext>
          </c:extLst>
        </c:ser>
        <c:ser>
          <c:idx val="4"/>
          <c:order val="4"/>
          <c:tx>
            <c:v>Symbol 5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-0.5</c:v>
              </c:pt>
            </c:numLit>
          </c:xVal>
          <c:yVal>
            <c:numLit>
              <c:formatCode>0</c:formatCode>
              <c:ptCount val="1"/>
              <c:pt idx="0">
                <c:v>-1.5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4-C8B9-4F82-AEDF-B33B0702AE4D}"/>
            </c:ext>
          </c:extLst>
        </c:ser>
        <c:ser>
          <c:idx val="5"/>
          <c:order val="5"/>
          <c:tx>
            <c:v>Symbol 6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-0.5</c:v>
              </c:pt>
            </c:numLit>
          </c:xVal>
          <c:yVal>
            <c:numLit>
              <c:formatCode>0</c:formatCode>
              <c:ptCount val="1"/>
              <c:pt idx="0">
                <c:v>-0.5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5-C8B9-4F82-AEDF-B33B0702AE4D}"/>
            </c:ext>
          </c:extLst>
        </c:ser>
        <c:ser>
          <c:idx val="6"/>
          <c:order val="6"/>
          <c:tx>
            <c:v>Symbol 7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-0.5</c:v>
              </c:pt>
            </c:numLit>
          </c:xVal>
          <c:yVal>
            <c:numLit>
              <c:formatCode>0</c:formatCode>
              <c:ptCount val="1"/>
              <c:pt idx="0">
                <c:v>0.5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6-C8B9-4F82-AEDF-B33B0702AE4D}"/>
            </c:ext>
          </c:extLst>
        </c:ser>
        <c:ser>
          <c:idx val="7"/>
          <c:order val="7"/>
          <c:tx>
            <c:v>Symbol 8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-0.5</c:v>
              </c:pt>
            </c:numLit>
          </c:xVal>
          <c:yVal>
            <c:numLit>
              <c:formatCode>0</c:formatCode>
              <c:ptCount val="1"/>
              <c:pt idx="0">
                <c:v>1.5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7-C8B9-4F82-AEDF-B33B0702AE4D}"/>
            </c:ext>
          </c:extLst>
        </c:ser>
        <c:ser>
          <c:idx val="8"/>
          <c:order val="8"/>
          <c:tx>
            <c:v>Symbol 9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0.5</c:v>
              </c:pt>
            </c:numLit>
          </c:xVal>
          <c:yVal>
            <c:numLit>
              <c:formatCode>0</c:formatCode>
              <c:ptCount val="1"/>
              <c:pt idx="0">
                <c:v>-1.5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8-C8B9-4F82-AEDF-B33B0702AE4D}"/>
            </c:ext>
          </c:extLst>
        </c:ser>
        <c:ser>
          <c:idx val="9"/>
          <c:order val="9"/>
          <c:tx>
            <c:v>Symbol 10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0.5</c:v>
              </c:pt>
            </c:numLit>
          </c:xVal>
          <c:yVal>
            <c:numLit>
              <c:formatCode>0</c:formatCode>
              <c:ptCount val="1"/>
              <c:pt idx="0">
                <c:v>-0.5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9-C8B9-4F82-AEDF-B33B0702AE4D}"/>
            </c:ext>
          </c:extLst>
        </c:ser>
        <c:ser>
          <c:idx val="10"/>
          <c:order val="10"/>
          <c:tx>
            <c:v>Symbol 11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0.5</c:v>
              </c:pt>
            </c:numLit>
          </c:xVal>
          <c:yVal>
            <c:numLit>
              <c:formatCode>0</c:formatCode>
              <c:ptCount val="1"/>
              <c:pt idx="0">
                <c:v>0.5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A-C8B9-4F82-AEDF-B33B0702AE4D}"/>
            </c:ext>
          </c:extLst>
        </c:ser>
        <c:ser>
          <c:idx val="11"/>
          <c:order val="11"/>
          <c:tx>
            <c:v>Symbol 12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0.5</c:v>
              </c:pt>
            </c:numLit>
          </c:xVal>
          <c:yVal>
            <c:numLit>
              <c:formatCode>0</c:formatCode>
              <c:ptCount val="1"/>
              <c:pt idx="0">
                <c:v>1.5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B-C8B9-4F82-AEDF-B33B0702AE4D}"/>
            </c:ext>
          </c:extLst>
        </c:ser>
        <c:ser>
          <c:idx val="12"/>
          <c:order val="12"/>
          <c:tx>
            <c:v>Symbol 13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1.5</c:v>
              </c:pt>
            </c:numLit>
          </c:xVal>
          <c:yVal>
            <c:numLit>
              <c:formatCode>0</c:formatCode>
              <c:ptCount val="1"/>
              <c:pt idx="0">
                <c:v>-1.5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C-C8B9-4F82-AEDF-B33B0702AE4D}"/>
            </c:ext>
          </c:extLst>
        </c:ser>
        <c:ser>
          <c:idx val="13"/>
          <c:order val="13"/>
          <c:tx>
            <c:v>Symbol 14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1.5</c:v>
              </c:pt>
            </c:numLit>
          </c:xVal>
          <c:yVal>
            <c:numLit>
              <c:formatCode>0</c:formatCode>
              <c:ptCount val="1"/>
              <c:pt idx="0">
                <c:v>-0.5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D-C8B9-4F82-AEDF-B33B0702AE4D}"/>
            </c:ext>
          </c:extLst>
        </c:ser>
        <c:ser>
          <c:idx val="14"/>
          <c:order val="14"/>
          <c:tx>
            <c:v>Symbol 15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1.5</c:v>
              </c:pt>
            </c:numLit>
          </c:xVal>
          <c:yVal>
            <c:numLit>
              <c:formatCode>0</c:formatCode>
              <c:ptCount val="1"/>
              <c:pt idx="0">
                <c:v>0.5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E-C8B9-4F82-AEDF-B33B0702AE4D}"/>
            </c:ext>
          </c:extLst>
        </c:ser>
        <c:ser>
          <c:idx val="15"/>
          <c:order val="15"/>
          <c:tx>
            <c:v>Symbol 16</c:v>
          </c:tx>
          <c:spPr>
            <a:ln w="0">
              <a:noFill/>
              <a:prstDash val="solid"/>
            </a:ln>
          </c:spPr>
          <c:marker>
            <c:symbol val="circle"/>
            <c:size val="10"/>
            <c:spPr>
              <a:solidFill>
                <a:srgbClr val="1F4E79"/>
              </a:solidFill>
            </c:spPr>
          </c:marker>
          <c:xVal>
            <c:numLit>
              <c:formatCode>General</c:formatCode>
              <c:ptCount val="1"/>
              <c:pt idx="0">
                <c:v>1.5</c:v>
              </c:pt>
            </c:numLit>
          </c:xVal>
          <c:yVal>
            <c:numLit>
              <c:formatCode>0</c:formatCode>
              <c:ptCount val="1"/>
              <c:pt idx="0">
                <c:v>1.5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F-C8B9-4F82-AEDF-B33B0702AE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8"/>
          <c:min val="-1.8"/>
        </c:scaling>
        <c:delete val="0"/>
        <c:axPos val="l"/>
        <c:numFmt formatCode="0" sourceLinked="1"/>
        <c:majorTickMark val="none"/>
        <c:minorTickMark val="none"/>
        <c:tickLblPos val="none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At val="0"/>
        <c:crossBetween val="midCat"/>
        <c:majorUnit val="1"/>
      </c:valAx>
      <c:valAx>
        <c:axId val="48650112"/>
        <c:scaling>
          <c:orientation val="minMax"/>
          <c:max val="1.8"/>
          <c:min val="-1.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At val="0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CAC9F0E-BA12-4CC5-8530-0A4B0938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632C34A-07C8-4B46-8D91-05030C5B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633BAEA-569B-466A-9E68-BB6817C0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41124FE-B7CC-4D4E-A003-72AC0E77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1E28E41-D3A0-4439-BB77-D8C4CBDB2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D9404B4-E594-48E8-8F91-D349297B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45AFBD7-39B6-45A4-83B1-3A188BDDB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F825BD5-4D62-4047-B6FF-C52791BCEC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6BFD49F-0782-4AF1-A1B3-7D7E7636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176289A-ADEF-46CF-A78E-8F13EA286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0">
            <a:extLst>
              <a:ext uri="{FF2B5EF4-FFF2-40B4-BE49-F238E27FC236}">
                <a16:creationId xmlns:a16="http://schemas.microsoft.com/office/drawing/2014/main" id="{BEADE67D-D4C2-4EC9-B55D-265D1516C81D}"/>
              </a:ext>
            </a:extLst>
          </p:cNvPr>
          <p:cNvSpPr>
            <a:spLocks noGrp="1"/>
          </p:cNvSpPr>
          <p:nvPr/>
        </p:nvSpPr>
        <p:spPr>
          <a:xfrm>
            <a:off x="952500" y="666750"/>
            <a:ext cx="1028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Spacecraft Communications</a:t>
            </a:r>
          </a:p>
          <a:p>
            <a:pPr algn="ctr">
              <a:buNone/>
              <a:defRPr sz="4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ENAE 694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66A8D940-3298-4644-A943-EF15FFA4F3F9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10287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Signals, Modulation,</a:t>
            </a:r>
          </a:p>
          <a:p>
            <a:pPr algn="ctr">
              <a:buNone/>
              <a:defRPr sz="3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 Bandwidth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41C63DEB-8E20-40CE-9E47-FC5D4E2F8420}"/>
              </a:ext>
            </a:extLst>
          </p:cNvPr>
          <p:cNvSpPr>
            <a:spLocks noGrp="1"/>
          </p:cNvSpPr>
          <p:nvPr/>
        </p:nvSpPr>
        <p:spPr>
          <a:xfrm>
            <a:off x="1333500" y="56197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Dave Israel (disrael@umd.edu)</a:t>
            </a:r>
          </a:p>
          <a:p>
            <a:pPr algn="ctr">
              <a:buNone/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October 19, 2026</a:t>
            </a:r>
          </a:p>
        </p:txBody>
      </p:sp>
    </p:spTree>
    <p:extLst>
      <p:ext uri="{BB962C8B-B14F-4D97-AF65-F5344CB8AC3E}">
        <p14:creationId xmlns:p14="http://schemas.microsoft.com/office/powerpoint/2010/main" val="134682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F17D58CC-CA94-4522-933C-6E5E9E4BA077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Tonight’s </a:t>
            </a:r>
            <a:r>
              <a:rPr lang="en-US" sz="3750" b="0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sz="3750" b="0" dirty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B537D62-A9CB-4FBB-9C74-B1202F7744F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3455F7C6-0A1C-43CE-ADF0-13285B866111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5E124AD-1F17-49E5-A58A-F395A6B0E93A}"/>
              </a:ext>
            </a:extLst>
          </p:cNvPr>
          <p:cNvSpPr>
            <a:spLocks noGrp="1"/>
          </p:cNvSpPr>
          <p:nvPr/>
        </p:nvSpPr>
        <p:spPr>
          <a:xfrm>
            <a:off x="952500" y="1714499"/>
            <a:ext cx="10287000" cy="32723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Self-Contained Homework 3 Review</a:t>
            </a:r>
            <a:endParaRPr lang="en-US" sz="2400" b="0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lang="en-US" dirty="0"/>
              <a:t>Part 1: Carriers, Bits, Symbols, and Digital Modulation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lang="en-US" dirty="0"/>
              <a:t>Part 2: Pulse Shaping, Bandwidth, and Link Performance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endParaRPr sz="2400" b="0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484A6AC-AA4B-4523-8851-A129BB36C6E8}"/>
              </a:ext>
            </a:extLst>
          </p:cNvPr>
          <p:cNvSpPr>
            <a:spLocks noGrp="1"/>
          </p:cNvSpPr>
          <p:nvPr/>
        </p:nvSpPr>
        <p:spPr>
          <a:xfrm>
            <a:off x="952500" y="25336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endParaRPr lang="en-US" sz="2400" b="0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72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1F02EDDB-48FB-4E77-A939-EB6E18A51A90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3, Problem 1: The Question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A307031-A97E-4C70-8E04-8CB56FD6F9A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696982D-1C2D-491E-A3D9-3DC16F529636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6840BF1-1C85-4F66-BDB2-3CB840C2B68D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circular reflector has D = 0.80 m, f = 7.50 GHz, and aperture efficiency 0.55.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C722145-188C-45F5-B3B8-C5E4060F9D0E}"/>
              </a:ext>
            </a:extLst>
          </p:cNvPr>
          <p:cNvSpPr>
            <a:spLocks noGrp="1"/>
          </p:cNvSpPr>
          <p:nvPr/>
        </p:nvSpPr>
        <p:spPr>
          <a:xfrm>
            <a:off x="914400" y="280987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(a) Find peak gain in dBi and full half-power beamwidth (HPBW) in degrees.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ED061E3-AC46-44D1-A57A-9355B0436CC0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(b) Double D at fixed f. Find gain change, new gain, and new HPBW.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29B2F8A-FD60-41CC-B1BB-AAAC4C67C70E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(c) Restore D and double f to 15.00 GHz. Find gain change and HPBW. Why is this insufficient to determine the received-power change?</a:t>
            </a:r>
          </a:p>
        </p:txBody>
      </p:sp>
    </p:spTree>
    <p:extLst>
      <p:ext uri="{BB962C8B-B14F-4D97-AF65-F5344CB8AC3E}">
        <p14:creationId xmlns:p14="http://schemas.microsoft.com/office/powerpoint/2010/main" val="99188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901AB5BA-940A-497D-9938-DF30A75BA3EF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3: Gain and Beamwidth</a:t>
            </a:r>
          </a:p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Worked Answer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EF4E3BD-CECC-412A-BA8F-B62DE3F63ED7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AAE38F2-2316-429F-9DE0-5B8F8057DE4E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914400" y="1714500"/>
          <a:ext cx="10363200" cy="2714624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Case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Gain [G] (dBi)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Change (dB)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HPBW (°)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 = 0.80 m, f = 7.50 GHz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33.37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Reference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3.50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Double D to 1.60 m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39.39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+6.02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Double f to 15.00 GHz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39.39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+6.02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73061CA7-9833-4BE2-906C-D47C57CF0B3F}"/>
              </a:ext>
            </a:extLst>
          </p:cNvPr>
          <p:cNvSpPr>
            <a:spLocks noGrp="1"/>
          </p:cNvSpPr>
          <p:nvPr/>
        </p:nvSpPr>
        <p:spPr>
          <a:xfrm>
            <a:off x="952500" y="4714875"/>
            <a:ext cx="1028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[G] = 17.81 + 20 log₁₀(D) + 20 log₁₀(f)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FDA721A5-8A59-4910-9196-ABA89A76C687}"/>
              </a:ext>
            </a:extLst>
          </p:cNvPr>
          <p:cNvSpPr>
            <a:spLocks noGrp="1"/>
          </p:cNvSpPr>
          <p:nvPr/>
        </p:nvSpPr>
        <p:spPr>
          <a:xfrm>
            <a:off x="952500" y="5286375"/>
            <a:ext cx="1028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HPBW ≈ 21/(fD)°. D in m, f in GHz; efficiency 0.55 included.</a:t>
            </a:r>
          </a:p>
        </p:txBody>
      </p:sp>
    </p:spTree>
    <p:extLst>
      <p:ext uri="{BB962C8B-B14F-4D97-AF65-F5344CB8AC3E}">
        <p14:creationId xmlns:p14="http://schemas.microsoft.com/office/powerpoint/2010/main" val="180029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DB38C1BD-F781-4B2E-93E0-A5BFF275ACC8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3: Why Gain Alone Is Insufficient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3ED0EB5-C66D-46BE-9660-2C1130620FC8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7A4CAC0-D8D3-4084-9363-96D7A14878C7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F958C31-D299-4161-92FD-F0E51DCA3125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Doubling f changes both antenna gain and free-space loss.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0C63F180-E63F-4C7E-8146-BC88B2F6CEDB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Δ[S] = Δ[G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TX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+ Δ[G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RX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− Δ[L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− Δ[L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other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914400" y="3048000"/>
          <a:ext cx="10363200" cy="201930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Stays Fixed?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Changes at Twice the Frequency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Received Power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Ground antenna gain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+6.0 + 0.0 − 6.0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0.0 dB change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Both physical apertures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+6.0 + 6.0 − 6.0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+6.0 dB change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-5">
            <a:extLst>
              <a:ext uri="{FF2B5EF4-FFF2-40B4-BE49-F238E27FC236}">
                <a16:creationId xmlns:a16="http://schemas.microsoft.com/office/drawing/2014/main" id="{6740F130-7C93-4542-8BA7-5922F845FC4B}"/>
              </a:ext>
            </a:extLst>
          </p:cNvPr>
          <p:cNvSpPr>
            <a:spLocks noGrp="1"/>
          </p:cNvSpPr>
          <p:nvPr/>
        </p:nvSpPr>
        <p:spPr>
          <a:xfrm>
            <a:off x="952500" y="5381625"/>
            <a:ext cx="10287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We must know the ground-antenna assumption and any other frequency-dependent losses.</a:t>
            </a:r>
          </a:p>
        </p:txBody>
      </p:sp>
    </p:spTree>
    <p:extLst>
      <p:ext uri="{BB962C8B-B14F-4D97-AF65-F5344CB8AC3E}">
        <p14:creationId xmlns:p14="http://schemas.microsoft.com/office/powerpoint/2010/main" val="94072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16D8CA04-4FB7-4A24-A973-E0116904EE36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3, Problem 2: The Question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CB590B5-F0F2-495C-B74F-2EFCD542A5F8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2B9B213-02EB-4FB3-B581-0A75A1864F77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DDE54CA-F07B-4849-A51F-4A307EFFC432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Aligned, polarization-matched [P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r0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−118.00 dBW. Required received power = −123.50 dBW. All other losses are included.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B7B4465-0DBE-4A1F-A01B-9B7D0466E3F6}"/>
              </a:ext>
            </a:extLst>
          </p:cNvPr>
          <p:cNvSpPr>
            <a:spLocks noGrp="1"/>
          </p:cNvSpPr>
          <p:nvPr/>
        </p:nvSpPr>
        <p:spPr>
          <a:xfrm>
            <a:off x="914400" y="280987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Transmit HPBW = 3.50°, error = 0.875°. Receive HPBW = 1.40°, error = 0.350°. Both polarizations are linear.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F67F3BA-FDF9-4ADF-833F-F5C8B20F999B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(a) Find each pointing loss. (b) At 45° polarization misalignment, find polarization loss, actual received power, and margin. Does it meet the threshold?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2D5F5422-BB74-46FA-8E9C-CC36C33499AB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(c) Repeat power and margin for 60°. Explain how polarization realignment can restore the link without changing peak antenna gain.</a:t>
            </a:r>
          </a:p>
        </p:txBody>
      </p:sp>
    </p:spTree>
    <p:extLst>
      <p:ext uri="{BB962C8B-B14F-4D97-AF65-F5344CB8AC3E}">
        <p14:creationId xmlns:p14="http://schemas.microsoft.com/office/powerpoint/2010/main" val="213911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5CEB26A6-C9C9-4D7F-8862-71A06257B351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3: Pointing Loss</a:t>
            </a:r>
          </a:p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Worked Answer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07DCE3A-133E-454C-A3DD-E560C0F6DC09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946B0BE-D889-41BF-8071-90A32721049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9DFA6B5-08F2-41CB-91B0-E60E1A40A888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[L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point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12(θ / HPBW)², using full HPBW and consistent angular units.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8C71C86-09F8-4A06-9294-4CD02EBEB4C5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Transmit: [L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pt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12(0.875 / 3.50)² = 0.75 dB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120D5E1-B755-4E51-87A1-E7667C2118DA}"/>
              </a:ext>
            </a:extLst>
          </p:cNvPr>
          <p:cNvSpPr>
            <a:spLocks noGrp="1"/>
          </p:cNvSpPr>
          <p:nvPr/>
        </p:nvSpPr>
        <p:spPr>
          <a:xfrm>
            <a:off x="914400" y="37814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Receive: [L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12(0.350 / 1.40)² = 0.75 dB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95CB381B-9E33-46C1-8468-FF49154AFE38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Total pointing loss = 0.75 + 0.75 = 1.50 dB. Subtract it once.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7829D7D-E5FA-4699-BBDD-871818CFAC29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The supplied near-boresight approximation does not describe sidelobes or nulls.</a:t>
            </a:r>
          </a:p>
        </p:txBody>
      </p:sp>
    </p:spTree>
    <p:extLst>
      <p:ext uri="{BB962C8B-B14F-4D97-AF65-F5344CB8AC3E}">
        <p14:creationId xmlns:p14="http://schemas.microsoft.com/office/powerpoint/2010/main" val="15896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2C844F59-A971-4704-89F4-C3C18FE5CE88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3: Polarization and Margin</a:t>
            </a:r>
          </a:p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Worked Answer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8EEFB9C-2040-4859-8642-8A4F1357935A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AAAFCFB-783D-4178-AA63-0CF2B60999AB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914400" y="1714500"/>
          <a:ext cx="10363200" cy="219075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0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Axes Differ By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[L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pol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] (dB)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[P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] (dBW)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Margin (dB)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45°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3.01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−122.51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+0.99: meets threshold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60°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6.02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−125.52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−2.02: fails threshold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8996B26F-B7A7-4137-85BE-33A87C78544A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1028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[L</a:t>
            </a:r>
            <a:r>
              <a:rPr sz="1188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pol</a:t>
            </a: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] = −10 log₁₀(cos²ψ)</a:t>
            </a:r>
          </a:p>
          <a:p>
            <a: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[P</a:t>
            </a:r>
            <a:r>
              <a:rPr sz="1188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] = −118.00 − 1.50 − [L</a:t>
            </a:r>
            <a:r>
              <a:rPr sz="1188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pol</a:t>
            </a: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]</a:t>
            </a:r>
          </a:p>
          <a:p>
            <a: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Margin = [P</a:t>
            </a:r>
            <a:r>
              <a:rPr sz="1188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] − (−123.50 dBW)</a:t>
            </a:r>
          </a:p>
        </p:txBody>
      </p:sp>
    </p:spTree>
    <p:extLst>
      <p:ext uri="{BB962C8B-B14F-4D97-AF65-F5344CB8AC3E}">
        <p14:creationId xmlns:p14="http://schemas.microsoft.com/office/powerpoint/2010/main" val="1657763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8DF3F682-2EAF-4933-B3E6-AECB969D8F40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3, Problem 3: The Question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C672127-8327-47E3-AB2E-58F57D050365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EA91966-303F-40AC-9225-371E31387386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41BAFFF-0F1F-450B-85A4-9E9BCB36FB16}"/>
              </a:ext>
            </a:extLst>
          </p:cNvPr>
          <p:cNvSpPr>
            <a:spLocks noGrp="1"/>
          </p:cNvSpPr>
          <p:nvPr/>
        </p:nvSpPr>
        <p:spPr>
          <a:xfrm>
            <a:off x="904875" y="1714500"/>
            <a:ext cx="10477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Nadir-pointed science + continuous communications through a 12-minute overhead pass.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914400" y="2457450"/>
          <a:ext cx="10363200" cy="228600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Time (min)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Fixed Gain Offset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Extra Path Loss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0–2 / 10–12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−8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4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2–5 / 7–10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−2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5–7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AC81DF0A-7C3F-4195-B754-910C2F253072}"/>
              </a:ext>
            </a:extLst>
          </p:cNvPr>
          <p:cNvSpPr>
            <a:spLocks noGrp="1"/>
          </p:cNvSpPr>
          <p:nvPr/>
        </p:nvSpPr>
        <p:spPr>
          <a:xfrm>
            <a:off x="904875" y="49053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midpass, peak margin = +5 dB. Margin ≥ 0 is usable.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8B2216B0-17C8-4934-82FB-421C22344DDF}"/>
              </a:ext>
            </a:extLst>
          </p:cNvPr>
          <p:cNvSpPr>
            <a:spLocks noGrp="1"/>
          </p:cNvSpPr>
          <p:nvPr/>
        </p:nvSpPr>
        <p:spPr>
          <a:xfrm>
            <a:off x="904875" y="5400675"/>
            <a:ext cx="1047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Find fixed and ideal gimbaled margins. Which meets both requirements?</a:t>
            </a:r>
          </a:p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gimbal holds peak gain, with no added loss. Why can’t we rotate the spacecraft?</a:t>
            </a:r>
          </a:p>
        </p:txBody>
      </p:sp>
    </p:spTree>
    <p:extLst>
      <p:ext uri="{BB962C8B-B14F-4D97-AF65-F5344CB8AC3E}">
        <p14:creationId xmlns:p14="http://schemas.microsoft.com/office/powerpoint/2010/main" val="93223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0AEED688-276A-455C-A654-426B804840F4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3: Margin During the Pass</a:t>
            </a:r>
          </a:p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Worked Answer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794D353-BDB7-4AF5-80D3-BAD4C63DF860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BC3B53C-4190-4669-9DBD-EA95094E29B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914400" y="1714500"/>
          <a:ext cx="10363200" cy="3305175"/>
        </p:xfrm>
        <a:graphic>
          <a:graphicData uri="http://schemas.openxmlformats.org/drawingml/2006/table">
            <a:tbl>
              <a:tblPr/>
              <a:tblGrid>
                <a:gridCol w="207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Time (min)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Fixed Gain (dB)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Extra [L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] (dB)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Fixed Margin (dB)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Gimbal Margin (dB)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0–2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−8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−7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2–5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5–7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7–10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10–12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−8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−7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FF9F38C7-1A08-4B98-9293-4768D5FC4BF6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1028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Margin = 5 + gain relative to peak − extra path loss.</a:t>
            </a:r>
          </a:p>
          <a:p>
            <a: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Fixed: usable only 2–10 min. Gimbal: usable throughout the pass.</a:t>
            </a:r>
          </a:p>
          <a:p>
            <a: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The gimbal restores peak gain; it does not remove the extra path loss.</a:t>
            </a:r>
          </a:p>
        </p:txBody>
      </p:sp>
    </p:spTree>
    <p:extLst>
      <p:ext uri="{BB962C8B-B14F-4D97-AF65-F5344CB8AC3E}">
        <p14:creationId xmlns:p14="http://schemas.microsoft.com/office/powerpoint/2010/main" val="1074762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1CEB4630-86EA-46E3-B3AC-9BA958870BB3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3, Problem 4: The Question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55E94CD-2783-4A07-963F-D469330016F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CF7C84A9-897D-4838-8204-D692FCFEC1E4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30A67E3-B327-432E-BC2F-F73D3A27B32C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Keep the science and continuous-communications requirements from Problem 3. Installed antenna-system mass limit = 5.0 kg.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6BF0A68-858A-4B21-8CF4-D0CE739CB35D}"/>
              </a:ext>
            </a:extLst>
          </p:cNvPr>
          <p:cNvSpPr>
            <a:spLocks noGrp="1"/>
          </p:cNvSpPr>
          <p:nvPr/>
        </p:nvSpPr>
        <p:spPr>
          <a:xfrm>
            <a:off x="914400" y="280987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Option A: 2.0 kg fixed antenna. Option B: 6.0 kg gimbaled antenna. Both have the RF performance used in Problem 3. Mass includes feed, supports, and mechanisms.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C5D2AA5-3671-430F-A4DC-1708D66A605D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(a) Which requirements does each option meet? Does either meet all? (b) Recommend a feasible change and state its cost or performance consequence.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B4720077-7881-46AA-812E-C829F67B55DF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10363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(c) Why does antenna mass location affect spacecraft slewing and pointing even when total mass is unchanged?</a:t>
            </a:r>
          </a:p>
        </p:txBody>
      </p:sp>
    </p:spTree>
    <p:extLst>
      <p:ext uri="{BB962C8B-B14F-4D97-AF65-F5344CB8AC3E}">
        <p14:creationId xmlns:p14="http://schemas.microsoft.com/office/powerpoint/2010/main" val="1252189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3A4DF58B-B668-4F9B-B53A-7F2F9DD36904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3: Mass and Pointing</a:t>
            </a:r>
          </a:p>
          <a:p>
            <a:pPr algn="l">
              <a:buNone/>
              <a:defRPr sz="34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Worked Answer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5908A02-6CCD-4666-AB02-46AE8EBC16C0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032441E-ADC4-40DF-8EF0-6E12EAF82538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914400" y="1666875"/>
          <a:ext cx="10363200" cy="272669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Installed Mass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Communications + Science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All Requirements?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A: Fixed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2.0 kg; 3.0 kg below limit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Cannot maintain both through full pass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No: loses link at pass ends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B: Gimbaled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6.0 kg; 1.0 kg above limit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Tracks station while science stays nadir-pointed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No: exceeds mass limit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30434D14-14A8-4FDE-9528-6A6DB1F77951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Neither option meets every requirement as proposed.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A163A3E-F0EF-44F8-A6B9-C40F356A1CE7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1028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limit is 5.0 kg. Turning the spacecraft toward the station would violate the required nadir science attitude.</a:t>
            </a:r>
          </a:p>
        </p:txBody>
      </p:sp>
    </p:spTree>
    <p:extLst>
      <p:ext uri="{BB962C8B-B14F-4D97-AF65-F5344CB8AC3E}">
        <p14:creationId xmlns:p14="http://schemas.microsoft.com/office/powerpoint/2010/main" val="954338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DF2E95EA-47C3-44E0-8630-FC265EE5AC55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Homework 3: The Engineering Trade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8C2C628-ADC7-446A-B30E-29C9B32BFAC2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B2BD74DD-279D-4D4C-911B-0CF8CC41F596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FEE9F93-0691-43AF-820A-1A60F913E4FE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Reallocate at least 1.0 kg to permit the 6.0 kg gimbaled system. Other hardware must give up that mass allocation.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66D2FF6-1062-4D0B-AE3F-F25187DEF4CC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Alternatively, redesign the gimbaled system to 5.0 kg or less while retaining RF and pointing performance. Verify the redesigned hardware.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BB36E17D-8FC7-4FEE-8263-CEF8E8DF0C35}"/>
              </a:ext>
            </a:extLst>
          </p:cNvPr>
          <p:cNvSpPr>
            <a:spLocks noGrp="1"/>
          </p:cNvSpPr>
          <p:nvPr/>
        </p:nvSpPr>
        <p:spPr>
          <a:xfrm>
            <a:off x="914400" y="37814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Mass farther from a rotation axis contributes more rotational inertia: I = Σmr² for point masses. This affects slew torque and settling.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B90F863E-E441-46BE-8449-66601DA38BD1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*Problem 4(c) is outside this course’s scope. Everyone receives full credit for that part.</a:t>
            </a:r>
          </a:p>
        </p:txBody>
      </p:sp>
    </p:spTree>
    <p:extLst>
      <p:ext uri="{BB962C8B-B14F-4D97-AF65-F5344CB8AC3E}">
        <p14:creationId xmlns:p14="http://schemas.microsoft.com/office/powerpoint/2010/main" val="158349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0">
            <a:extLst>
              <a:ext uri="{FF2B5EF4-FFF2-40B4-BE49-F238E27FC236}">
                <a16:creationId xmlns:a16="http://schemas.microsoft.com/office/drawing/2014/main" id="{936C1E8F-52FF-4F6F-A937-1D8ADCB5DE34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Clarifications From October 5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427B7F6-1BB3-4814-9166-B2C435528128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97C9D85-3EB8-42A5-8AC1-B2C474CF231B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52B8BFE0-C052-4AE3-857E-28D10073B805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[1, 2]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89621CF0-7795-4C25-A66F-ED42FE7433AF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1038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 absorbing atmosphere weakens the signal and emits thermal noise.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16537F6-2B52-46F2-AA35-2788BBEA1D01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1038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Off the lunar disk means the line of sight is outside the apparent Moon.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B8849B3-C4E4-46FE-B6BF-B443B555F091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1038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S/N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compares signal power with noise per hertz. Its units are dB-Hz.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D7D8B74-877E-440C-87C6-377598457512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1038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Noise factor F is linear. Noise figure NF = 10 log₁₀(F) is in dB.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B935406-3F52-40D3-94BF-B6209EBCDF1C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0382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</a:t>
            </a:r>
            <a:r>
              <a:rPr sz="1674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= 290 K: a common reference near room temperature.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20F41A52-0BA0-4180-914B-7727821F7D01}"/>
              </a:ext>
            </a:extLst>
          </p:cNvPr>
          <p:cNvSpPr>
            <a:spLocks noGrp="1"/>
          </p:cNvSpPr>
          <p:nvPr/>
        </p:nvSpPr>
        <p:spPr>
          <a:xfrm>
            <a:off x="914400" y="5095875"/>
            <a:ext cx="1038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It makes component NF values comparable. It is not the actual antenna or hardware temperature.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2C848F41-9403-495F-ABD4-58E5CDF90868}"/>
              </a:ext>
            </a:extLst>
          </p:cNvPr>
          <p:cNvSpPr>
            <a:spLocks noGrp="1"/>
          </p:cNvSpPr>
          <p:nvPr/>
        </p:nvSpPr>
        <p:spPr>
          <a:xfrm>
            <a:off x="914400" y="5791200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Another reference changes reported NF; consistent T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(F − 1)T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gives the same physical noise.</a:t>
            </a:r>
          </a:p>
        </p:txBody>
      </p:sp>
    </p:spTree>
    <p:extLst>
      <p:ext uri="{BB962C8B-B14F-4D97-AF65-F5344CB8AC3E}">
        <p14:creationId xmlns:p14="http://schemas.microsoft.com/office/powerpoint/2010/main" val="102668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0">
            <a:extLst>
              <a:ext uri="{FF2B5EF4-FFF2-40B4-BE49-F238E27FC236}">
                <a16:creationId xmlns:a16="http://schemas.microsoft.com/office/drawing/2014/main" id="{F69726FD-2721-40E1-B341-9A1212C65719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What Information Does a Signal Carry?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F7EEC53-C30F-446D-A1C8-03BDD618176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0E09CA6-4163-4BA5-858D-6A76FF6BEF7F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3B4D99C-9496-4E15-815E-2DF20AB0718A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4]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t="15799" b="15799"/>
          <a:stretch>
            <a:fillRect/>
          </a:stretch>
        </p:blipFill>
        <p:spPr>
          <a:xfrm>
            <a:off x="838200" y="1571625"/>
            <a:ext cx="10515600" cy="4048125"/>
          </a:xfrm>
          <a:prstGeom prst="rect">
            <a:avLst/>
          </a:prstGeom>
        </p:spPr>
      </p:pic>
      <p:sp>
        <p:nvSpPr>
          <p:cNvPr id="6" name="text-4">
            <a:extLst>
              <a:ext uri="{FF2B5EF4-FFF2-40B4-BE49-F238E27FC236}">
                <a16:creationId xmlns:a16="http://schemas.microsoft.com/office/drawing/2014/main" id="{B00B4ABD-206C-4CD9-A347-470FD72BC408}"/>
              </a:ext>
            </a:extLst>
          </p:cNvPr>
          <p:cNvSpPr>
            <a:spLocks noGrp="1"/>
          </p:cNvSpPr>
          <p:nvPr/>
        </p:nvSpPr>
        <p:spPr>
          <a:xfrm>
            <a:off x="4429125" y="19050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Command Uplink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924C4A6-99ED-4F39-8157-DBF7A0F59CB0}"/>
              </a:ext>
            </a:extLst>
          </p:cNvPr>
          <p:cNvSpPr>
            <a:spLocks noGrp="1"/>
          </p:cNvSpPr>
          <p:nvPr/>
        </p:nvSpPr>
        <p:spPr>
          <a:xfrm>
            <a:off x="4048125" y="2419350"/>
            <a:ext cx="4429125" cy="247650"/>
          </a:xfrm>
          <a:prstGeom prst="rightArrow">
            <a:avLst/>
          </a:prstGeom>
          <a:solidFill>
            <a:srgbClr val="79D3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9185200-9599-4989-BA76-9391F25909ED}"/>
              </a:ext>
            </a:extLst>
          </p:cNvPr>
          <p:cNvSpPr>
            <a:spLocks noGrp="1"/>
          </p:cNvSpPr>
          <p:nvPr/>
        </p:nvSpPr>
        <p:spPr>
          <a:xfrm>
            <a:off x="4000500" y="4524375"/>
            <a:ext cx="523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Telemetry / Science Return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F39FC6F-38A1-4EDF-AA0D-80EEA89DA899}"/>
              </a:ext>
            </a:extLst>
          </p:cNvPr>
          <p:cNvSpPr>
            <a:spLocks noGrp="1"/>
          </p:cNvSpPr>
          <p:nvPr/>
        </p:nvSpPr>
        <p:spPr>
          <a:xfrm>
            <a:off x="4048125" y="5086350"/>
            <a:ext cx="4429125" cy="247650"/>
          </a:xfrm>
          <a:prstGeom prst="leftArrow">
            <a:avLst/>
          </a:prstGeom>
          <a:solidFill>
            <a:srgbClr val="F9D27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25D5BDB7-6046-4619-8970-396F015C96F5}"/>
              </a:ext>
            </a:extLst>
          </p:cNvPr>
          <p:cNvSpPr>
            <a:spLocks noGrp="1"/>
          </p:cNvSpPr>
          <p:nvPr/>
        </p:nvSpPr>
        <p:spPr>
          <a:xfrm>
            <a:off x="952500" y="569595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waveform also provides timing, range, and Doppler measurements.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FD2ED0FB-2579-46F8-A9D1-D1C8A57F6786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*Conceptual AI-generated illustration [15]. Sizes, distance, and signal paths are schematic.</a:t>
            </a:r>
          </a:p>
        </p:txBody>
      </p:sp>
    </p:spTree>
    <p:extLst>
      <p:ext uri="{BB962C8B-B14F-4D97-AF65-F5344CB8AC3E}">
        <p14:creationId xmlns:p14="http://schemas.microsoft.com/office/powerpoint/2010/main" val="1708648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Arrow Connector 30"/>
          <p:cNvCxnSpPr>
            <a:stCxn id="20" idx="3"/>
            <a:endCxn id="21" idx="1"/>
          </p:cNvCxnSpPr>
          <p:nvPr/>
        </p:nvCxnSpPr>
        <p:spPr>
          <a:xfrm>
            <a:off x="8810625" y="4667250"/>
            <a:ext cx="23812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32" name="Straight Arrow Connector 31"/>
          <p:cNvCxnSpPr>
            <a:stCxn id="19" idx="3"/>
            <a:endCxn id="20" idx="1"/>
          </p:cNvCxnSpPr>
          <p:nvPr/>
        </p:nvCxnSpPr>
        <p:spPr>
          <a:xfrm>
            <a:off x="7762875" y="4667250"/>
            <a:ext cx="23812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33" name="Straight Arrow Connector 32"/>
          <p:cNvCxnSpPr>
            <a:stCxn id="15" idx="3"/>
            <a:endCxn id="19" idx="1"/>
          </p:cNvCxnSpPr>
          <p:nvPr/>
        </p:nvCxnSpPr>
        <p:spPr>
          <a:xfrm>
            <a:off x="6143625" y="4667250"/>
            <a:ext cx="381000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34" name="Straight Arrow Connector 33"/>
          <p:cNvCxnSpPr>
            <a:stCxn id="14" idx="3"/>
            <a:endCxn id="15" idx="1"/>
          </p:cNvCxnSpPr>
          <p:nvPr/>
        </p:nvCxnSpPr>
        <p:spPr>
          <a:xfrm>
            <a:off x="4714875" y="4667250"/>
            <a:ext cx="190500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35" name="Straight Arrow Connector 34"/>
          <p:cNvCxnSpPr>
            <a:stCxn id="13" idx="3"/>
            <a:endCxn id="14" idx="1"/>
          </p:cNvCxnSpPr>
          <p:nvPr/>
        </p:nvCxnSpPr>
        <p:spPr>
          <a:xfrm>
            <a:off x="3476625" y="4667250"/>
            <a:ext cx="190500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36" name="Straight Arrow Connector 35"/>
          <p:cNvCxnSpPr>
            <a:stCxn id="12" idx="3"/>
            <a:endCxn id="13" idx="1"/>
          </p:cNvCxnSpPr>
          <p:nvPr/>
        </p:nvCxnSpPr>
        <p:spPr>
          <a:xfrm>
            <a:off x="1714500" y="4667250"/>
            <a:ext cx="190500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sp>
        <p:nvSpPr>
          <p:cNvPr id="28" name="text-0">
            <a:extLst>
              <a:ext uri="{FF2B5EF4-FFF2-40B4-BE49-F238E27FC236}">
                <a16:creationId xmlns:a16="http://schemas.microsoft.com/office/drawing/2014/main" id="{5CB36A3A-5D88-4E43-85EA-F0D5A430E89C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 Spacecraft Communications Chain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CADE6B7-66D4-4FEB-87BF-9D29D04B91B9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9383FE1-97C4-4AF6-B5EF-15755A0DFD24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5D17159-0589-4238-886B-9559A688C9DE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[11, 12]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202FCE5-8ED1-4281-B417-B63DBF30F445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SPACECRAFT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C253C05-EFAE-4096-AF18-004256684E57}"/>
              </a:ext>
            </a:extLst>
          </p:cNvPr>
          <p:cNvSpPr>
            <a:spLocks noGrp="1"/>
          </p:cNvSpPr>
          <p:nvPr/>
        </p:nvSpPr>
        <p:spPr>
          <a:xfrm>
            <a:off x="7620000" y="1409700"/>
            <a:ext cx="3905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GROUND STATION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864" y="1828800"/>
            <a:ext cx="2880522" cy="223837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750969" y="1828800"/>
            <a:ext cx="3357563" cy="2238375"/>
          </a:xfrm>
          <a:prstGeom prst="rect">
            <a:avLst/>
          </a:prstGeom>
        </p:spPr>
      </p:pic>
      <p:sp>
        <p:nvSpPr>
          <p:cNvPr id="9" name="text-6">
            <a:extLst>
              <a:ext uri="{FF2B5EF4-FFF2-40B4-BE49-F238E27FC236}">
                <a16:creationId xmlns:a16="http://schemas.microsoft.com/office/drawing/2014/main" id="{8548A201-2410-4397-8793-66F5E0CD2DE9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Avionics and RF hardware</a:t>
            </a:r>
          </a:p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inside the spacecraft bus</a:t>
            </a: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8FC98096-FA31-4811-93B1-F6F9E0EE4BEE}"/>
              </a:ext>
            </a:extLst>
          </p:cNvPr>
          <p:cNvSpPr>
            <a:spLocks noGrp="1"/>
          </p:cNvSpPr>
          <p:nvPr/>
        </p:nvSpPr>
        <p:spPr>
          <a:xfrm>
            <a:off x="4286250" y="27813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Antenna and feed</a:t>
            </a:r>
          </a:p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launch the radio wave</a:t>
            </a:r>
          </a:p>
        </p:txBody>
      </p:sp>
      <p:sp>
        <p:nvSpPr>
          <p:cNvPr id="11" name="text-8">
            <a:extLst>
              <a:ext uri="{FF2B5EF4-FFF2-40B4-BE49-F238E27FC236}">
                <a16:creationId xmlns:a16="http://schemas.microsoft.com/office/drawing/2014/main" id="{E80C9DFB-65B8-470C-8967-6B3BA24DB3CE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Return Link</a:t>
            </a:r>
          </a:p>
        </p:txBody>
      </p:sp>
      <p:sp>
        <p:nvSpPr>
          <p:cNvPr id="12" name="block-9">
            <a:extLst>
              <a:ext uri="{FF2B5EF4-FFF2-40B4-BE49-F238E27FC236}">
                <a16:creationId xmlns:a16="http://schemas.microsoft.com/office/drawing/2014/main" id="{58734F58-0C0C-4DED-BAA5-EB27234EADD2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1190625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C&amp;DH</a:t>
            </a:r>
          </a:p>
        </p:txBody>
      </p:sp>
      <p:sp>
        <p:nvSpPr>
          <p:cNvPr id="13" name="block-10">
            <a:extLst>
              <a:ext uri="{FF2B5EF4-FFF2-40B4-BE49-F238E27FC236}">
                <a16:creationId xmlns:a16="http://schemas.microsoft.com/office/drawing/2014/main" id="{E8D1C59F-D1AB-43B4-B31D-0438EA46FB07}"/>
              </a:ext>
            </a:extLst>
          </p:cNvPr>
          <p:cNvSpPr>
            <a:spLocks noGrp="1"/>
          </p:cNvSpPr>
          <p:nvPr/>
        </p:nvSpPr>
        <p:spPr>
          <a:xfrm>
            <a:off x="1905000" y="4305300"/>
            <a:ext cx="1571625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Encode /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Modulate</a:t>
            </a:r>
          </a:p>
        </p:txBody>
      </p:sp>
      <p:sp>
        <p:nvSpPr>
          <p:cNvPr id="14" name="block-11">
            <a:extLst>
              <a:ext uri="{FF2B5EF4-FFF2-40B4-BE49-F238E27FC236}">
                <a16:creationId xmlns:a16="http://schemas.microsoft.com/office/drawing/2014/main" id="{9BE44561-A385-4054-8F55-4364F8F7549A}"/>
              </a:ext>
            </a:extLst>
          </p:cNvPr>
          <p:cNvSpPr>
            <a:spLocks noGrp="1"/>
          </p:cNvSpPr>
          <p:nvPr/>
        </p:nvSpPr>
        <p:spPr>
          <a:xfrm>
            <a:off x="3667125" y="4305300"/>
            <a:ext cx="1047750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</a:t>
            </a:r>
          </a:p>
        </p:txBody>
      </p:sp>
      <p:sp>
        <p:nvSpPr>
          <p:cNvPr id="15" name="block-12">
            <a:extLst>
              <a:ext uri="{FF2B5EF4-FFF2-40B4-BE49-F238E27FC236}">
                <a16:creationId xmlns:a16="http://schemas.microsoft.com/office/drawing/2014/main" id="{37B34B38-3E89-4FDF-8278-05B9579933AE}"/>
              </a:ext>
            </a:extLst>
          </p:cNvPr>
          <p:cNvSpPr>
            <a:spLocks noGrp="1"/>
          </p:cNvSpPr>
          <p:nvPr/>
        </p:nvSpPr>
        <p:spPr>
          <a:xfrm>
            <a:off x="4905375" y="4305300"/>
            <a:ext cx="1238250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TX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Antenna</a:t>
            </a:r>
          </a:p>
        </p:txBody>
      </p:sp>
      <p:sp>
        <p:nvSpPr>
          <p:cNvPr id="19" name="block-16">
            <a:extLst>
              <a:ext uri="{FF2B5EF4-FFF2-40B4-BE49-F238E27FC236}">
                <a16:creationId xmlns:a16="http://schemas.microsoft.com/office/drawing/2014/main" id="{845707F8-4AF9-45D5-9392-A159F7B5A564}"/>
              </a:ext>
            </a:extLst>
          </p:cNvPr>
          <p:cNvSpPr>
            <a:spLocks noGrp="1"/>
          </p:cNvSpPr>
          <p:nvPr/>
        </p:nvSpPr>
        <p:spPr>
          <a:xfrm>
            <a:off x="6524625" y="4305300"/>
            <a:ext cx="1238250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RX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Antenna</a:t>
            </a:r>
          </a:p>
        </p:txBody>
      </p:sp>
      <p:sp>
        <p:nvSpPr>
          <p:cNvPr id="20" name="block-17">
            <a:extLst>
              <a:ext uri="{FF2B5EF4-FFF2-40B4-BE49-F238E27FC236}">
                <a16:creationId xmlns:a16="http://schemas.microsoft.com/office/drawing/2014/main" id="{B3EAF569-7073-4135-935F-626B50FFFC0C}"/>
              </a:ext>
            </a:extLst>
          </p:cNvPr>
          <p:cNvSpPr>
            <a:spLocks noGrp="1"/>
          </p:cNvSpPr>
          <p:nvPr/>
        </p:nvSpPr>
        <p:spPr>
          <a:xfrm>
            <a:off x="8001000" y="4305300"/>
            <a:ext cx="809625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LNA</a:t>
            </a:r>
          </a:p>
        </p:txBody>
      </p:sp>
      <p:sp>
        <p:nvSpPr>
          <p:cNvPr id="21" name="block-18">
            <a:extLst>
              <a:ext uri="{FF2B5EF4-FFF2-40B4-BE49-F238E27FC236}">
                <a16:creationId xmlns:a16="http://schemas.microsoft.com/office/drawing/2014/main" id="{6B29A982-4B4D-4331-94FD-86E81A539D73}"/>
              </a:ext>
            </a:extLst>
          </p:cNvPr>
          <p:cNvSpPr>
            <a:spLocks noGrp="1"/>
          </p:cNvSpPr>
          <p:nvPr/>
        </p:nvSpPr>
        <p:spPr>
          <a:xfrm>
            <a:off x="9048750" y="4305300"/>
            <a:ext cx="1762125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Demodulate /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Decode</a:t>
            </a:r>
          </a:p>
        </p:txBody>
      </p:sp>
      <p:sp>
        <p:nvSpPr>
          <p:cNvPr id="25" name="text-22">
            <a:extLst>
              <a:ext uri="{FF2B5EF4-FFF2-40B4-BE49-F238E27FC236}">
                <a16:creationId xmlns:a16="http://schemas.microsoft.com/office/drawing/2014/main" id="{EE4B9487-32D9-4532-AA55-964E06079184}"/>
              </a:ext>
            </a:extLst>
          </p:cNvPr>
          <p:cNvSpPr>
            <a:spLocks noGrp="1"/>
          </p:cNvSpPr>
          <p:nvPr/>
        </p:nvSpPr>
        <p:spPr>
          <a:xfrm>
            <a:off x="904875" y="5219700"/>
            <a:ext cx="523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C&amp;DH collects data. PA = power amplifier.</a:t>
            </a:r>
          </a:p>
          <a:p>
            <a: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Low-loss RF feed connects PA to antenna.</a:t>
            </a:r>
          </a:p>
        </p:txBody>
      </p:sp>
      <p:sp>
        <p:nvSpPr>
          <p:cNvPr id="26" name="text-23">
            <a:extLst>
              <a:ext uri="{FF2B5EF4-FFF2-40B4-BE49-F238E27FC236}">
                <a16:creationId xmlns:a16="http://schemas.microsoft.com/office/drawing/2014/main" id="{4FF0857C-2D7A-4E51-9368-7EB574C69745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4667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Ground receiver and mission-data processing.</a:t>
            </a:r>
          </a:p>
          <a:p>
            <a:pPr algn="l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Keep loss before the LNA small.</a:t>
            </a:r>
          </a:p>
        </p:txBody>
      </p:sp>
      <p:sp>
        <p:nvSpPr>
          <p:cNvPr id="27" name="text-24">
            <a:extLst>
              <a:ext uri="{FF2B5EF4-FFF2-40B4-BE49-F238E27FC236}">
                <a16:creationId xmlns:a16="http://schemas.microsoft.com/office/drawing/2014/main" id="{AB0DE756-3F79-438C-9785-587DF5100004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Photos: LRO, NASA/GSFC [11]; Goldstone, NASA/JPL-Caltech [12]. Functional locations are schematic; DSN beam-waveguide optics carry RF to receiver equipment.</a:t>
            </a:r>
          </a:p>
        </p:txBody>
      </p:sp>
    </p:spTree>
    <p:extLst>
      <p:ext uri="{BB962C8B-B14F-4D97-AF65-F5344CB8AC3E}">
        <p14:creationId xmlns:p14="http://schemas.microsoft.com/office/powerpoint/2010/main" val="437430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/>
          <p:cNvCxnSpPr>
            <a:stCxn id="24" idx="3"/>
            <a:endCxn id="25" idx="1"/>
          </p:cNvCxnSpPr>
          <p:nvPr/>
        </p:nvCxnSpPr>
        <p:spPr>
          <a:xfrm>
            <a:off x="6039803" y="3353277"/>
            <a:ext cx="1437322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36" name="Straight Arrow Connector 35"/>
          <p:cNvCxnSpPr>
            <a:stCxn id="21" idx="3"/>
            <a:endCxn id="22" idx="1"/>
          </p:cNvCxnSpPr>
          <p:nvPr/>
        </p:nvCxnSpPr>
        <p:spPr>
          <a:xfrm flipH="1" flipV="1">
            <a:off x="5638800" y="3753327"/>
            <a:ext cx="953" cy="80010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37" name="Straight Arrow Connector 36"/>
          <p:cNvCxnSpPr>
            <a:stCxn id="18" idx="3"/>
            <a:endCxn id="19" idx="1"/>
          </p:cNvCxnSpPr>
          <p:nvPr/>
        </p:nvCxnSpPr>
        <p:spPr>
          <a:xfrm>
            <a:off x="4096703" y="4553427"/>
            <a:ext cx="154209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38" name="Straight Arrow Connector 37"/>
          <p:cNvCxnSpPr>
            <a:stCxn id="15" idx="3"/>
            <a:endCxn id="16" idx="1"/>
          </p:cNvCxnSpPr>
          <p:nvPr/>
        </p:nvCxnSpPr>
        <p:spPr>
          <a:xfrm>
            <a:off x="4715828" y="3353277"/>
            <a:ext cx="522922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39" name="Straight Arrow Connector 38"/>
          <p:cNvCxnSpPr>
            <a:stCxn id="12" idx="3"/>
            <a:endCxn id="13" idx="1"/>
          </p:cNvCxnSpPr>
          <p:nvPr/>
        </p:nvCxnSpPr>
        <p:spPr>
          <a:xfrm flipH="1">
            <a:off x="4714875" y="2572227"/>
            <a:ext cx="953" cy="78105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40" name="Straight Arrow Connector 39"/>
          <p:cNvCxnSpPr>
            <a:stCxn id="9" idx="3"/>
            <a:endCxn id="10" idx="1"/>
          </p:cNvCxnSpPr>
          <p:nvPr/>
        </p:nvCxnSpPr>
        <p:spPr>
          <a:xfrm>
            <a:off x="4096703" y="2572227"/>
            <a:ext cx="618172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sp>
        <p:nvSpPr>
          <p:cNvPr id="31" name="text-0">
            <a:extLst>
              <a:ext uri="{FF2B5EF4-FFF2-40B4-BE49-F238E27FC236}">
                <a16:creationId xmlns:a16="http://schemas.microsoft.com/office/drawing/2014/main" id="{FE27DC50-2BAF-468F-A2DE-1E3B535BE624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Why Put Information on a Carrier?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FB360176-00DB-496C-8AA0-EEF582268BA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83A3D59-6E9C-4059-A210-5C25360CF6FC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4DAB8DE-DE5C-4338-BA09-4E7B76B6D1A4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[3]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="762000" y="1762125"/>
          <a:ext cx="3333750" cy="1476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6" name="Chart"/>
          <p:cNvGraphicFramePr/>
          <p:nvPr/>
        </p:nvGraphicFramePr>
        <p:xfrm>
          <a:off x="762000" y="3810000"/>
          <a:ext cx="3333750" cy="1476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0AC973D3-84C4-4797-8D39-D9209BA0BAA0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8001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0" tIns="0" rIns="0" bIns="0" anchor="ctr"/>
          <a:lstStyle>
            <a:lvl1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×</a:t>
            </a:r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81FC8CFE-81D0-433E-9A02-14D6C7D399CF}"/>
              </a:ext>
            </a:extLst>
          </p:cNvPr>
          <p:cNvSpPr>
            <a:spLocks noGrp="1"/>
          </p:cNvSpPr>
          <p:nvPr/>
        </p:nvSpPr>
        <p:spPr>
          <a:xfrm>
            <a:off x="4819650" y="2571750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Modulator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72DE54-6C15-4D2E-861A-ADBAC3F39CAB}"/>
              </a:ext>
            </a:extLst>
          </p:cNvPr>
          <p:cNvSpPr>
            <a:spLocks noGrp="1"/>
          </p:cNvSpPr>
          <p:nvPr/>
        </p:nvSpPr>
        <p:spPr>
          <a:xfrm>
            <a:off x="4095750" y="257175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1F933-DD82-4C7D-84F8-2642A29384C1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C66220-C5CC-4ED7-8558-6995BA324B19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A7A22D-9937-4ED9-901D-6D700C354F46}"/>
              </a:ext>
            </a:extLst>
          </p:cNvPr>
          <p:cNvSpPr>
            <a:spLocks noGrp="1"/>
          </p:cNvSpPr>
          <p:nvPr/>
        </p:nvSpPr>
        <p:spPr>
          <a:xfrm>
            <a:off x="4714875" y="33528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022F23-E702-4591-8987-49AD54DE4FC7}"/>
              </a:ext>
            </a:extLst>
          </p:cNvPr>
          <p:cNvSpPr>
            <a:spLocks noGrp="1"/>
          </p:cNvSpPr>
          <p:nvPr/>
        </p:nvSpPr>
        <p:spPr>
          <a:xfrm>
            <a:off x="4714875" y="33528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811D4B-F87D-45E8-90CD-EE39852A5E60}"/>
              </a:ext>
            </a:extLst>
          </p:cNvPr>
          <p:cNvSpPr>
            <a:spLocks noGrp="1"/>
          </p:cNvSpPr>
          <p:nvPr/>
        </p:nvSpPr>
        <p:spPr>
          <a:xfrm>
            <a:off x="5238750" y="33528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42E93F-16DC-4727-8F6D-3A702D25BD1E}"/>
              </a:ext>
            </a:extLst>
          </p:cNvPr>
          <p:cNvSpPr>
            <a:spLocks noGrp="1"/>
          </p:cNvSpPr>
          <p:nvPr/>
        </p:nvSpPr>
        <p:spPr>
          <a:xfrm>
            <a:off x="4095750" y="455295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E8CBDE-3955-4D40-B618-ABD43F39303A}"/>
              </a:ext>
            </a:extLst>
          </p:cNvPr>
          <p:cNvSpPr>
            <a:spLocks noGrp="1"/>
          </p:cNvSpPr>
          <p:nvPr/>
        </p:nvSpPr>
        <p:spPr>
          <a:xfrm>
            <a:off x="5638800" y="455295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E10D5D-ED25-4F98-84C9-DF4AD9A7FC26}"/>
              </a:ext>
            </a:extLst>
          </p:cNvPr>
          <p:cNvSpPr>
            <a:spLocks noGrp="1"/>
          </p:cNvSpPr>
          <p:nvPr/>
        </p:nvSpPr>
        <p:spPr>
          <a:xfrm>
            <a:off x="5638800" y="455295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67FD67-773E-487C-9E7B-8FC1CDE89667}"/>
              </a:ext>
            </a:extLst>
          </p:cNvPr>
          <p:cNvSpPr>
            <a:spLocks noGrp="1"/>
          </p:cNvSpPr>
          <p:nvPr/>
        </p:nvSpPr>
        <p:spPr>
          <a:xfrm>
            <a:off x="5638800" y="375285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A436F6-68AE-4EDC-A25C-D281CC099D4D}"/>
              </a:ext>
            </a:extLst>
          </p:cNvPr>
          <p:cNvSpPr>
            <a:spLocks noGrp="1"/>
          </p:cNvSpPr>
          <p:nvPr/>
        </p:nvSpPr>
        <p:spPr>
          <a:xfrm>
            <a:off x="6038850" y="33528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AEFF46-E216-4372-A83E-06CEF8FF0E07}"/>
              </a:ext>
            </a:extLst>
          </p:cNvPr>
          <p:cNvSpPr>
            <a:spLocks noGrp="1"/>
          </p:cNvSpPr>
          <p:nvPr/>
        </p:nvSpPr>
        <p:spPr>
          <a:xfrm>
            <a:off x="7477125" y="33528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1" name="Chart"/>
          <p:cNvGraphicFramePr/>
          <p:nvPr/>
        </p:nvGraphicFramePr>
        <p:xfrm>
          <a:off x="7524750" y="1809750"/>
          <a:ext cx="3857625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-24">
            <a:extLst>
              <a:ext uri="{FF2B5EF4-FFF2-40B4-BE49-F238E27FC236}">
                <a16:creationId xmlns:a16="http://schemas.microsoft.com/office/drawing/2014/main" id="{78E9E564-8FD9-43D9-8CC3-8A3C2D91791B}"/>
              </a:ext>
            </a:extLst>
          </p:cNvPr>
          <p:cNvSpPr>
            <a:spLocks noGrp="1"/>
          </p:cNvSpPr>
          <p:nvPr/>
        </p:nvSpPr>
        <p:spPr>
          <a:xfrm>
            <a:off x="7524750" y="4095750"/>
            <a:ext cx="3714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data selects the carrier phase.</a:t>
            </a:r>
          </a:p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antenna radiates the RF output.</a:t>
            </a:r>
          </a:p>
        </p:txBody>
      </p:sp>
      <p:sp>
        <p:nvSpPr>
          <p:cNvPr id="29" name="text-25">
            <a:extLst>
              <a:ext uri="{FF2B5EF4-FFF2-40B4-BE49-F238E27FC236}">
                <a16:creationId xmlns:a16="http://schemas.microsoft.com/office/drawing/2014/main" id="{4AD027C2-8C6F-420C-9BB8-EF2FBF199C7E}"/>
              </a:ext>
            </a:extLst>
          </p:cNvPr>
          <p:cNvSpPr>
            <a:spLocks noGrp="1"/>
          </p:cNvSpPr>
          <p:nvPr/>
        </p:nvSpPr>
        <p:spPr>
          <a:xfrm>
            <a:off x="904875" y="5476875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Low-rate information moves to a band suited to antennas and spectrum allocation.</a:t>
            </a:r>
          </a:p>
        </p:txBody>
      </p:sp>
      <p:sp>
        <p:nvSpPr>
          <p:cNvPr id="30" name="text-26">
            <a:extLst>
              <a:ext uri="{FF2B5EF4-FFF2-40B4-BE49-F238E27FC236}">
                <a16:creationId xmlns:a16="http://schemas.microsoft.com/office/drawing/2014/main" id="{80F52DCB-A867-45DA-9150-6FC2074CA074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Illustrative BPSK. Only a few RF cycles per bit are drawn so the phase changes are visible. f</a:t>
            </a:r>
            <a:r>
              <a:rPr sz="972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is the carrier frequency.</a:t>
            </a:r>
          </a:p>
        </p:txBody>
      </p:sp>
    </p:spTree>
    <p:extLst>
      <p:ext uri="{BB962C8B-B14F-4D97-AF65-F5344CB8AC3E}">
        <p14:creationId xmlns:p14="http://schemas.microsoft.com/office/powerpoint/2010/main" val="814273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FB411A18-6045-426A-B772-7A07B9DFC030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Bits, Line Coding, and Symbols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821548D-D510-4B42-9F0B-13E850D6CBCD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8EDC5BA-ADDB-4BE6-8EED-3FAB2FD9AEA2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FEB3B1B-D619-4949-9CAE-8B74D4DFB432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2D30B7FE-AA23-4CC0-94E6-4341CA95E32C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Bits: 1   0   1   1   0   0   1   0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BAB11FB7-A164-4D98-83BA-8215D268FB36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bit is a binary value. A symbol is one selected transmitted waveform.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Line coding turns a bit stream into a baseband waveform.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NRZ and Manchester encode the same bits with different transitions.</a:t>
            </a:r>
          </a:p>
        </p:txBody>
      </p:sp>
    </p:spTree>
    <p:extLst>
      <p:ext uri="{BB962C8B-B14F-4D97-AF65-F5344CB8AC3E}">
        <p14:creationId xmlns:p14="http://schemas.microsoft.com/office/powerpoint/2010/main" val="722100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0">
            <a:extLst>
              <a:ext uri="{FF2B5EF4-FFF2-40B4-BE49-F238E27FC236}">
                <a16:creationId xmlns:a16="http://schemas.microsoft.com/office/drawing/2014/main" id="{DEC1BEB5-4784-4430-A824-32F39D90FA87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Bit Rate and Symbol Rate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4A5A9BE-CEE0-4F41-9F7D-6F600047B9A2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34D0EEB9-E706-40A3-90BE-52949FE2C081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6E47DB0-EED0-416C-A96F-AEDECB21FF5C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41CD588-BAD8-4B50-8239-456FF07623DE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10382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Bit rate R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: information bits per second.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1B4DCCE-8486-41B5-AC44-B855AECF3F11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10382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Symbol rate R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: selected waveforms per second.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828ADB8-298A-4A4B-9AD0-0AE50A8794E9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SAME EIGHT BITS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7755BE8-882A-491E-8E22-FCDD99EE8E4B}"/>
              </a:ext>
            </a:extLst>
          </p:cNvPr>
          <p:cNvSpPr>
            <a:spLocks noGrp="1"/>
          </p:cNvSpPr>
          <p:nvPr/>
        </p:nvSpPr>
        <p:spPr>
          <a:xfrm>
            <a:off x="3524250" y="2619375"/>
            <a:ext cx="876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9C5970E6-0B1D-42F7-8774-692AB6A54541}"/>
              </a:ext>
            </a:extLst>
          </p:cNvPr>
          <p:cNvSpPr>
            <a:spLocks noGrp="1"/>
          </p:cNvSpPr>
          <p:nvPr/>
        </p:nvSpPr>
        <p:spPr>
          <a:xfrm>
            <a:off x="4400550" y="2619375"/>
            <a:ext cx="876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0EBC1E9F-8D44-4C48-A19C-FA277F682777}"/>
              </a:ext>
            </a:extLst>
          </p:cNvPr>
          <p:cNvSpPr>
            <a:spLocks noGrp="1"/>
          </p:cNvSpPr>
          <p:nvPr/>
        </p:nvSpPr>
        <p:spPr>
          <a:xfrm>
            <a:off x="5276850" y="2619375"/>
            <a:ext cx="876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D330B3E-8E98-4ACF-A132-14B82AC91BD3}"/>
              </a:ext>
            </a:extLst>
          </p:cNvPr>
          <p:cNvSpPr>
            <a:spLocks noGrp="1"/>
          </p:cNvSpPr>
          <p:nvPr/>
        </p:nvSpPr>
        <p:spPr>
          <a:xfrm>
            <a:off x="6153150" y="2619375"/>
            <a:ext cx="876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B6223393-0EEB-4FDE-82FA-66BA44E40E07}"/>
              </a:ext>
            </a:extLst>
          </p:cNvPr>
          <p:cNvSpPr>
            <a:spLocks noGrp="1"/>
          </p:cNvSpPr>
          <p:nvPr/>
        </p:nvSpPr>
        <p:spPr>
          <a:xfrm>
            <a:off x="7029450" y="2619375"/>
            <a:ext cx="876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B88595D-FEE1-45B0-AED2-36F19CD43D71}"/>
              </a:ext>
            </a:extLst>
          </p:cNvPr>
          <p:cNvSpPr>
            <a:spLocks noGrp="1"/>
          </p:cNvSpPr>
          <p:nvPr/>
        </p:nvSpPr>
        <p:spPr>
          <a:xfrm>
            <a:off x="7905750" y="2619375"/>
            <a:ext cx="876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089B8E11-94D5-4055-953D-C2ECD1791D4C}"/>
              </a:ext>
            </a:extLst>
          </p:cNvPr>
          <p:cNvSpPr>
            <a:spLocks noGrp="1"/>
          </p:cNvSpPr>
          <p:nvPr/>
        </p:nvSpPr>
        <p:spPr>
          <a:xfrm>
            <a:off x="8782050" y="2619375"/>
            <a:ext cx="876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FDD64D3-358D-46A7-B686-CF5936A5C74A}"/>
              </a:ext>
            </a:extLst>
          </p:cNvPr>
          <p:cNvSpPr>
            <a:spLocks noGrp="1"/>
          </p:cNvSpPr>
          <p:nvPr/>
        </p:nvSpPr>
        <p:spPr>
          <a:xfrm>
            <a:off x="9658350" y="2619375"/>
            <a:ext cx="876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5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E1FE3F8F-3EE9-42C4-8112-B921762620F0}"/>
              </a:ext>
            </a:extLst>
          </p:cNvPr>
          <p:cNvSpPr>
            <a:spLocks noGrp="1"/>
          </p:cNvSpPr>
          <p:nvPr/>
        </p:nvSpPr>
        <p:spPr>
          <a:xfrm>
            <a:off x="914400" y="3267075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BPSK: 1 bit / symbol</a:t>
            </a:r>
          </a:p>
        </p:txBody>
      </p:sp>
      <p:sp>
        <p:nvSpPr>
          <p:cNvPr id="17" name="block-16">
            <a:extLst>
              <a:ext uri="{FF2B5EF4-FFF2-40B4-BE49-F238E27FC236}">
                <a16:creationId xmlns:a16="http://schemas.microsoft.com/office/drawing/2014/main" id="{C8D166A2-F784-40F1-9E7E-E0F36CE28DF8}"/>
              </a:ext>
            </a:extLst>
          </p:cNvPr>
          <p:cNvSpPr>
            <a:spLocks noGrp="1"/>
          </p:cNvSpPr>
          <p:nvPr/>
        </p:nvSpPr>
        <p:spPr>
          <a:xfrm>
            <a:off x="3524250" y="3209925"/>
            <a:ext cx="8286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block-17">
            <a:extLst>
              <a:ext uri="{FF2B5EF4-FFF2-40B4-BE49-F238E27FC236}">
                <a16:creationId xmlns:a16="http://schemas.microsoft.com/office/drawing/2014/main" id="{6DC01805-1DB5-4842-9FCB-99FC262AFF27}"/>
              </a:ext>
            </a:extLst>
          </p:cNvPr>
          <p:cNvSpPr>
            <a:spLocks noGrp="1"/>
          </p:cNvSpPr>
          <p:nvPr/>
        </p:nvSpPr>
        <p:spPr>
          <a:xfrm>
            <a:off x="4400550" y="3209925"/>
            <a:ext cx="8286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9" name="block-18">
            <a:extLst>
              <a:ext uri="{FF2B5EF4-FFF2-40B4-BE49-F238E27FC236}">
                <a16:creationId xmlns:a16="http://schemas.microsoft.com/office/drawing/2014/main" id="{310FB858-F879-4FF4-935E-5CB28DEECD50}"/>
              </a:ext>
            </a:extLst>
          </p:cNvPr>
          <p:cNvSpPr>
            <a:spLocks noGrp="1"/>
          </p:cNvSpPr>
          <p:nvPr/>
        </p:nvSpPr>
        <p:spPr>
          <a:xfrm>
            <a:off x="5276850" y="3209925"/>
            <a:ext cx="8286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" name="block-19">
            <a:extLst>
              <a:ext uri="{FF2B5EF4-FFF2-40B4-BE49-F238E27FC236}">
                <a16:creationId xmlns:a16="http://schemas.microsoft.com/office/drawing/2014/main" id="{D1D4FDBE-4EC4-455A-ACF2-A0D4F4BE850A}"/>
              </a:ext>
            </a:extLst>
          </p:cNvPr>
          <p:cNvSpPr>
            <a:spLocks noGrp="1"/>
          </p:cNvSpPr>
          <p:nvPr/>
        </p:nvSpPr>
        <p:spPr>
          <a:xfrm>
            <a:off x="6153150" y="3209925"/>
            <a:ext cx="8286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block-20">
            <a:extLst>
              <a:ext uri="{FF2B5EF4-FFF2-40B4-BE49-F238E27FC236}">
                <a16:creationId xmlns:a16="http://schemas.microsoft.com/office/drawing/2014/main" id="{0AF41C98-61DF-4B55-B537-C9FB98340BFC}"/>
              </a:ext>
            </a:extLst>
          </p:cNvPr>
          <p:cNvSpPr>
            <a:spLocks noGrp="1"/>
          </p:cNvSpPr>
          <p:nvPr/>
        </p:nvSpPr>
        <p:spPr>
          <a:xfrm>
            <a:off x="7029450" y="3209925"/>
            <a:ext cx="8286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2" name="block-21">
            <a:extLst>
              <a:ext uri="{FF2B5EF4-FFF2-40B4-BE49-F238E27FC236}">
                <a16:creationId xmlns:a16="http://schemas.microsoft.com/office/drawing/2014/main" id="{3C43091A-85CF-4412-81FD-2172A99750EF}"/>
              </a:ext>
            </a:extLst>
          </p:cNvPr>
          <p:cNvSpPr>
            <a:spLocks noGrp="1"/>
          </p:cNvSpPr>
          <p:nvPr/>
        </p:nvSpPr>
        <p:spPr>
          <a:xfrm>
            <a:off x="7905750" y="3209925"/>
            <a:ext cx="8286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3" name="block-22">
            <a:extLst>
              <a:ext uri="{FF2B5EF4-FFF2-40B4-BE49-F238E27FC236}">
                <a16:creationId xmlns:a16="http://schemas.microsoft.com/office/drawing/2014/main" id="{787156CE-2CBF-4E17-A884-3935089B1A64}"/>
              </a:ext>
            </a:extLst>
          </p:cNvPr>
          <p:cNvSpPr>
            <a:spLocks noGrp="1"/>
          </p:cNvSpPr>
          <p:nvPr/>
        </p:nvSpPr>
        <p:spPr>
          <a:xfrm>
            <a:off x="8782050" y="3209925"/>
            <a:ext cx="8286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4" name="block-23">
            <a:extLst>
              <a:ext uri="{FF2B5EF4-FFF2-40B4-BE49-F238E27FC236}">
                <a16:creationId xmlns:a16="http://schemas.microsoft.com/office/drawing/2014/main" id="{B2D82E0F-578E-458D-8570-5803C5F44DAA}"/>
              </a:ext>
            </a:extLst>
          </p:cNvPr>
          <p:cNvSpPr>
            <a:spLocks noGrp="1"/>
          </p:cNvSpPr>
          <p:nvPr/>
        </p:nvSpPr>
        <p:spPr>
          <a:xfrm>
            <a:off x="9658350" y="3209925"/>
            <a:ext cx="8286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ECBBCE98-EB3E-4B29-8EC4-5F651E2C3DD7}"/>
              </a:ext>
            </a:extLst>
          </p:cNvPr>
          <p:cNvSpPr>
            <a:spLocks noGrp="1"/>
          </p:cNvSpPr>
          <p:nvPr/>
        </p:nvSpPr>
        <p:spPr>
          <a:xfrm>
            <a:off x="10620375" y="3333750"/>
            <a:ext cx="1333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8 symbols</a:t>
            </a:r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AD6F8AD5-A104-4949-85E1-1B55DC10CD96}"/>
              </a:ext>
            </a:extLst>
          </p:cNvPr>
          <p:cNvSpPr>
            <a:spLocks noGrp="1"/>
          </p:cNvSpPr>
          <p:nvPr/>
        </p:nvSpPr>
        <p:spPr>
          <a:xfrm>
            <a:off x="914400" y="4048125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1">
                <a:solidFill>
                  <a:srgbClr val="167D9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7D9A"/>
                </a:solidFill>
                <a:latin typeface="Calibri"/>
                <a:ea typeface="Calibri"/>
                <a:cs typeface="Calibri"/>
              </a:rPr>
              <a:t>QPSK: 2 bits / symbol</a:t>
            </a:r>
          </a:p>
        </p:txBody>
      </p:sp>
      <p:sp>
        <p:nvSpPr>
          <p:cNvPr id="27" name="block-26">
            <a:extLst>
              <a:ext uri="{FF2B5EF4-FFF2-40B4-BE49-F238E27FC236}">
                <a16:creationId xmlns:a16="http://schemas.microsoft.com/office/drawing/2014/main" id="{DA2E1F31-0CF0-45AC-93C1-4C19C0319182}"/>
              </a:ext>
            </a:extLst>
          </p:cNvPr>
          <p:cNvSpPr>
            <a:spLocks noGrp="1"/>
          </p:cNvSpPr>
          <p:nvPr/>
        </p:nvSpPr>
        <p:spPr>
          <a:xfrm>
            <a:off x="3524250" y="4000500"/>
            <a:ext cx="17049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1 0</a:t>
            </a:r>
          </a:p>
        </p:txBody>
      </p:sp>
      <p:sp>
        <p:nvSpPr>
          <p:cNvPr id="28" name="block-27">
            <a:extLst>
              <a:ext uri="{FF2B5EF4-FFF2-40B4-BE49-F238E27FC236}">
                <a16:creationId xmlns:a16="http://schemas.microsoft.com/office/drawing/2014/main" id="{F55E3824-8BE2-4052-829D-71D26FF4254D}"/>
              </a:ext>
            </a:extLst>
          </p:cNvPr>
          <p:cNvSpPr>
            <a:spLocks noGrp="1"/>
          </p:cNvSpPr>
          <p:nvPr/>
        </p:nvSpPr>
        <p:spPr>
          <a:xfrm>
            <a:off x="5276850" y="4000500"/>
            <a:ext cx="17049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1 1</a:t>
            </a:r>
          </a:p>
        </p:txBody>
      </p:sp>
      <p:sp>
        <p:nvSpPr>
          <p:cNvPr id="29" name="block-28">
            <a:extLst>
              <a:ext uri="{FF2B5EF4-FFF2-40B4-BE49-F238E27FC236}">
                <a16:creationId xmlns:a16="http://schemas.microsoft.com/office/drawing/2014/main" id="{82879BCF-1C34-4935-84F1-ADABF02A1439}"/>
              </a:ext>
            </a:extLst>
          </p:cNvPr>
          <p:cNvSpPr>
            <a:spLocks noGrp="1"/>
          </p:cNvSpPr>
          <p:nvPr/>
        </p:nvSpPr>
        <p:spPr>
          <a:xfrm>
            <a:off x="7029450" y="4000500"/>
            <a:ext cx="17049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0 0</a:t>
            </a:r>
          </a:p>
        </p:txBody>
      </p:sp>
      <p:sp>
        <p:nvSpPr>
          <p:cNvPr id="30" name="block-29">
            <a:extLst>
              <a:ext uri="{FF2B5EF4-FFF2-40B4-BE49-F238E27FC236}">
                <a16:creationId xmlns:a16="http://schemas.microsoft.com/office/drawing/2014/main" id="{89AEEFC2-9BD3-4084-8D3B-AFE96EF1B99B}"/>
              </a:ext>
            </a:extLst>
          </p:cNvPr>
          <p:cNvSpPr>
            <a:spLocks noGrp="1"/>
          </p:cNvSpPr>
          <p:nvPr/>
        </p:nvSpPr>
        <p:spPr>
          <a:xfrm>
            <a:off x="8782050" y="4000500"/>
            <a:ext cx="1704975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1 0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AB2382DE-5D79-4D76-B090-9CD3C2805B83}"/>
              </a:ext>
            </a:extLst>
          </p:cNvPr>
          <p:cNvSpPr>
            <a:spLocks noGrp="1"/>
          </p:cNvSpPr>
          <p:nvPr/>
        </p:nvSpPr>
        <p:spPr>
          <a:xfrm>
            <a:off x="10620375" y="4143375"/>
            <a:ext cx="1333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4 symbols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F3492117-E28D-4FF9-9354-8817DD073734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1038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728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</a:t>
            </a: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1728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/ (bits per symbol)</a:t>
            </a:r>
          </a:p>
        </p:txBody>
      </p:sp>
      <p:sp>
        <p:nvSpPr>
          <p:cNvPr id="33" name="text-32">
            <a:extLst>
              <a:ext uri="{FF2B5EF4-FFF2-40B4-BE49-F238E27FC236}">
                <a16:creationId xmlns:a16="http://schemas.microsoft.com/office/drawing/2014/main" id="{D78881B2-6887-49E1-BC7F-4F6DC3C1F717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10382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1.0 Mbit/s: BPSK = 1.0 Msymbol/s; QPSK = 0.5 Msymbol/s.</a:t>
            </a:r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D2CA240E-1CA3-447C-B7D8-2E2A9C19732F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382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Two identical consecutive states still occupy two symbol intervals.</a:t>
            </a:r>
          </a:p>
        </p:txBody>
      </p:sp>
    </p:spTree>
    <p:extLst>
      <p:ext uri="{BB962C8B-B14F-4D97-AF65-F5344CB8AC3E}">
        <p14:creationId xmlns:p14="http://schemas.microsoft.com/office/powerpoint/2010/main" val="150055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D1F209AD-7BB5-4CAE-BC98-1565200647EB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Line Coding Changes the Transitions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187AD0C-60BF-46F2-AEA1-7334D581704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37192103-D512-47D5-A85D-BEBF4DA188A0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5EBFAE56-ED1B-441C-BDB9-2B08A74F9ACC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0D99011D-3DF5-447B-B5F6-69BD6300F05A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Bits: 1   0   1   1   0   0   1   0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B95707AE-4ED4-4FB0-8D07-C14F1B36E0C9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NRZ-L holds a level for each bit interval.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NRZ-M changes level on a chosen bit value. Manchester changes at every bit center.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More transitions can aid timing recovery, but require more bandwidth.</a:t>
            </a:r>
          </a:p>
        </p:txBody>
      </p:sp>
    </p:spTree>
    <p:extLst>
      <p:ext uri="{BB962C8B-B14F-4D97-AF65-F5344CB8AC3E}">
        <p14:creationId xmlns:p14="http://schemas.microsoft.com/office/powerpoint/2010/main" val="1923726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FD8D6EDF-231D-462C-AD5D-3DBF87AAAFC2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Time Domain and Frequency Domain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D25A39B-00EF-4081-A4CD-782BB22B3D40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D46D892-026C-46DD-87D0-AA56F8BF31A1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427D407-E5CE-41B1-A9A1-3CDE31444A21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[3]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55C752B0-0047-431A-88BE-8B3521312355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waveform shows how the signal changes with time.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Fourier transform gives its frequency-domain description.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Abrupt transitions spread signal energy into sidelobes.</a:t>
            </a:r>
          </a:p>
        </p:txBody>
      </p:sp>
    </p:spTree>
    <p:extLst>
      <p:ext uri="{BB962C8B-B14F-4D97-AF65-F5344CB8AC3E}">
        <p14:creationId xmlns:p14="http://schemas.microsoft.com/office/powerpoint/2010/main" val="1297998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CB7EC7AB-CE8F-4AA8-B538-714CCC7C5C86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On-Off Keying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ECE34B1-342C-47C1-9A7A-0DD27240DD72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4154D4D-EF5D-4A86-83C9-7E8FB4704695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9C0B804-8D3E-46A5-95DD-C32D87A8FD78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1244A369-AB20-45F6-8B23-F9C85C7C779F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One state sends a carrier. The other sends no carrier.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information changes the carrier amplitude.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unbalanced on/off levels, a residual carrier component may remain.</a:t>
            </a:r>
          </a:p>
        </p:txBody>
      </p:sp>
    </p:spTree>
    <p:extLst>
      <p:ext uri="{BB962C8B-B14F-4D97-AF65-F5344CB8AC3E}">
        <p14:creationId xmlns:p14="http://schemas.microsoft.com/office/powerpoint/2010/main" val="811440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A615DBAB-47DA-47DA-BCC1-D985B71F5516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Frequency-Shift Keying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4333F18-FBB1-4DB3-84D8-5E82A2D50A4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C436C25-85A9-4996-8AA4-C13C26CC494A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89846BC-5779-4C61-A641-9FAB86272CA9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D5CAF776-8F1D-4831-949F-050CF3A2DA6D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0 and a 1 select different carrier frequencies.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receiver decides which tone is present.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Required bandwidth depends on tone spacing and pulse shaping.</a:t>
            </a:r>
          </a:p>
        </p:txBody>
      </p:sp>
    </p:spTree>
    <p:extLst>
      <p:ext uri="{BB962C8B-B14F-4D97-AF65-F5344CB8AC3E}">
        <p14:creationId xmlns:p14="http://schemas.microsoft.com/office/powerpoint/2010/main" val="1607477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E58E4572-F330-440D-B894-12EB154B3226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BPSK: A Bit Selects the Carrier Phase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D1897AA-8F73-4378-B0C2-447CB05E053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1851167-DAAE-431A-ABC9-E850AF967AE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F3EB92C3-6426-43E6-9357-DE99F43C49FE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CAA4F163-CACA-4DFD-889A-A843FD819D8D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Binary phase-shift keying uses two phases separated by 180°.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One bit per modulation symbol.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rectangular bit pulses, null-to-null RF bandwidth is approximately 2R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4615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0529B91D-8B8E-410D-B709-9911C58FD3DA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BPSK: Two Possible Decisions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090C4B5-B84B-42E2-AD24-6455127B344B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45761D6-0B1E-4084-AB26-9EE6FE3D870E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ADDC730-77B1-4D32-AC65-8648EA05D1E5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36BAB91E-D623-48E7-825D-93AF39C226C9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04A0E736-23E8-47AF-A364-AD7C0F261F89}"/>
              </a:ext>
            </a:extLst>
          </p:cNvPr>
          <p:cNvSpPr>
            <a:spLocks noGrp="1"/>
          </p:cNvSpPr>
          <p:nvPr/>
        </p:nvSpPr>
        <p:spPr>
          <a:xfrm>
            <a:off x="4429125" y="214312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54589E96-D588-4610-8F18-613126DCF397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constellation shows symbol states after carrier removal.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 = in-phase (horizontal). Q = quadrature (vertical), relative to the carrier reference.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Ideal BPSK has two I values and Q = 0. Each point represents one possible symbol.</a:t>
            </a:r>
          </a:p>
        </p:txBody>
      </p:sp>
    </p:spTree>
    <p:extLst>
      <p:ext uri="{BB962C8B-B14F-4D97-AF65-F5344CB8AC3E}">
        <p14:creationId xmlns:p14="http://schemas.microsoft.com/office/powerpoint/2010/main" val="479449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F5FA8EF4-D5DB-4C70-AC88-583549AAAE2F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QPSK: Two Bits per Symbol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53CD371-B5C4-44C3-B618-643F735085D6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F4A09B2-4309-48A5-A9D0-DD5B7F64D904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6C652EF-78AD-4D6C-8DFC-010521051850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3419E71B-B19E-4E18-BAD9-6BB1DCEDC27E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2EB40F12-2B14-4315-BC6D-8D303FF77C18}"/>
              </a:ext>
            </a:extLst>
          </p:cNvPr>
          <p:cNvSpPr>
            <a:spLocks noGrp="1"/>
          </p:cNvSpPr>
          <p:nvPr/>
        </p:nvSpPr>
        <p:spPr>
          <a:xfrm>
            <a:off x="4429125" y="214312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6259A132-B334-48F2-994F-1694E36A88BE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Four carrier phases represent four possible two-bit symbols.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Each transmitted symbol carries two bits.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an uncoded QPSK link, R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/ 2.</a:t>
            </a:r>
          </a:p>
        </p:txBody>
      </p:sp>
    </p:spTree>
    <p:extLst>
      <p:ext uri="{BB962C8B-B14F-4D97-AF65-F5344CB8AC3E}">
        <p14:creationId xmlns:p14="http://schemas.microsoft.com/office/powerpoint/2010/main" val="882050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D4E23225-7F0C-4251-97FF-2FBCDD58A590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Summary: Amplitude, Frequency, and Phase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1E90552-0EA1-4F9A-A1A6-D2FB1FDA7C3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A616371-A76A-4377-8696-1801121DD08C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59AC93B-F77C-4017-8E21-83431D1B90B4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2095500" y="1714500"/>
          <a:ext cx="9144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31C5E97B-90F1-4253-8EB8-4DEF1CC6271E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1190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</a:t>
            </a:r>
          </a:p>
          <a:p>
            <a: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0 / 1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4755A5D5-B450-418D-B1CD-9739C67E59EA}"/>
              </a:ext>
            </a:extLst>
          </p:cNvPr>
          <p:cNvSpPr>
            <a:spLocks noGrp="1"/>
          </p:cNvSpPr>
          <p:nvPr/>
        </p:nvSpPr>
        <p:spPr>
          <a:xfrm>
            <a:off x="876300" y="3190875"/>
            <a:ext cx="1238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Amplitude</a:t>
            </a:r>
          </a:p>
          <a:p>
            <a: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ASK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EE977B2B-AC85-402D-91AF-B6C1FE24E930}"/>
              </a:ext>
            </a:extLst>
          </p:cNvPr>
          <p:cNvSpPr>
            <a:spLocks noGrp="1"/>
          </p:cNvSpPr>
          <p:nvPr/>
        </p:nvSpPr>
        <p:spPr>
          <a:xfrm>
            <a:off x="876300" y="3762375"/>
            <a:ext cx="1238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Frequency</a:t>
            </a:r>
          </a:p>
          <a:p>
            <a: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FSK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88BA6B8C-98E4-4A71-9FDB-C711FE749018}"/>
              </a:ext>
            </a:extLst>
          </p:cNvPr>
          <p:cNvSpPr>
            <a:spLocks noGrp="1"/>
          </p:cNvSpPr>
          <p:nvPr/>
        </p:nvSpPr>
        <p:spPr>
          <a:xfrm>
            <a:off x="876300" y="4552950"/>
            <a:ext cx="1238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Phase</a:t>
            </a:r>
          </a:p>
          <a:p>
            <a:pPr algn="l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BPSK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EDBFCF73-EFD1-4CD4-A915-132893F67ED8}"/>
              </a:ext>
            </a:extLst>
          </p:cNvPr>
          <p:cNvSpPr>
            <a:spLocks noGrp="1"/>
          </p:cNvSpPr>
          <p:nvPr/>
        </p:nvSpPr>
        <p:spPr>
          <a:xfrm>
            <a:off x="2600325" y="20383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CD060CA4-C7A3-4836-90CC-E76A25DF78DA}"/>
              </a:ext>
            </a:extLst>
          </p:cNvPr>
          <p:cNvSpPr>
            <a:spLocks noGrp="1"/>
          </p:cNvSpPr>
          <p:nvPr/>
        </p:nvSpPr>
        <p:spPr>
          <a:xfrm>
            <a:off x="3696653" y="20383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992B984-F7B3-4BF7-8763-40902386F2AC}"/>
              </a:ext>
            </a:extLst>
          </p:cNvPr>
          <p:cNvSpPr>
            <a:spLocks noGrp="1"/>
          </p:cNvSpPr>
          <p:nvPr/>
        </p:nvSpPr>
        <p:spPr>
          <a:xfrm>
            <a:off x="4792980" y="20383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93EEE2B3-7519-4BF0-B7B6-1C6FFBAF3102}"/>
              </a:ext>
            </a:extLst>
          </p:cNvPr>
          <p:cNvSpPr>
            <a:spLocks noGrp="1"/>
          </p:cNvSpPr>
          <p:nvPr/>
        </p:nvSpPr>
        <p:spPr>
          <a:xfrm>
            <a:off x="5889308" y="20383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3D8933A4-5660-48A6-AB15-5E6A72C93407}"/>
              </a:ext>
            </a:extLst>
          </p:cNvPr>
          <p:cNvSpPr>
            <a:spLocks noGrp="1"/>
          </p:cNvSpPr>
          <p:nvPr/>
        </p:nvSpPr>
        <p:spPr>
          <a:xfrm>
            <a:off x="6985635" y="20383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4420E5D6-0A26-41F1-A1AD-5EB5C9AD1A10}"/>
              </a:ext>
            </a:extLst>
          </p:cNvPr>
          <p:cNvSpPr>
            <a:spLocks noGrp="1"/>
          </p:cNvSpPr>
          <p:nvPr/>
        </p:nvSpPr>
        <p:spPr>
          <a:xfrm>
            <a:off x="8081963" y="20383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486A6388-3F18-4911-9857-DB4E4F0547CC}"/>
              </a:ext>
            </a:extLst>
          </p:cNvPr>
          <p:cNvSpPr>
            <a:spLocks noGrp="1"/>
          </p:cNvSpPr>
          <p:nvPr/>
        </p:nvSpPr>
        <p:spPr>
          <a:xfrm>
            <a:off x="9178290" y="20383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DE7A61F3-7788-462E-AD18-9A6AB68D1D33}"/>
              </a:ext>
            </a:extLst>
          </p:cNvPr>
          <p:cNvSpPr>
            <a:spLocks noGrp="1"/>
          </p:cNvSpPr>
          <p:nvPr/>
        </p:nvSpPr>
        <p:spPr>
          <a:xfrm>
            <a:off x="10274617" y="20383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919FED74-7C8E-47C1-B788-58540092FAB2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Vertical lines mark bit boundaries. The data waveform shows actual transitions; adjacent equal bits need no state change. Waveforms are illustrative.</a:t>
            </a:r>
          </a:p>
        </p:txBody>
      </p:sp>
    </p:spTree>
    <p:extLst>
      <p:ext uri="{BB962C8B-B14F-4D97-AF65-F5344CB8AC3E}">
        <p14:creationId xmlns:p14="http://schemas.microsoft.com/office/powerpoint/2010/main" val="1999698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Arrow Connector 64"/>
          <p:cNvCxnSpPr>
            <a:stCxn id="12" idx="6"/>
            <a:endCxn id="61" idx="1"/>
          </p:cNvCxnSpPr>
          <p:nvPr/>
        </p:nvCxnSpPr>
        <p:spPr>
          <a:xfrm>
            <a:off x="9696450" y="3324225"/>
            <a:ext cx="495300" cy="4763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66" name="Straight Arrow Connector 65"/>
          <p:cNvCxnSpPr>
            <a:stCxn id="58" idx="3"/>
            <a:endCxn id="59" idx="1"/>
          </p:cNvCxnSpPr>
          <p:nvPr/>
        </p:nvCxnSpPr>
        <p:spPr>
          <a:xfrm flipH="1" flipV="1">
            <a:off x="9372600" y="3648552"/>
            <a:ext cx="953" cy="62865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67" name="Straight Arrow Connector 66"/>
          <p:cNvCxnSpPr>
            <a:stCxn id="55" idx="3"/>
            <a:endCxn id="56" idx="1"/>
          </p:cNvCxnSpPr>
          <p:nvPr/>
        </p:nvCxnSpPr>
        <p:spPr>
          <a:xfrm>
            <a:off x="6839903" y="4277202"/>
            <a:ext cx="253269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68" name="Straight Arrow Connector 67"/>
          <p:cNvCxnSpPr>
            <a:stCxn id="52" idx="3"/>
            <a:endCxn id="53" idx="1"/>
          </p:cNvCxnSpPr>
          <p:nvPr/>
        </p:nvCxnSpPr>
        <p:spPr>
          <a:xfrm flipH="1">
            <a:off x="9372600" y="2324577"/>
            <a:ext cx="953" cy="676275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69" name="Straight Arrow Connector 68"/>
          <p:cNvCxnSpPr>
            <a:stCxn id="49" idx="3"/>
            <a:endCxn id="50" idx="1"/>
          </p:cNvCxnSpPr>
          <p:nvPr/>
        </p:nvCxnSpPr>
        <p:spPr>
          <a:xfrm>
            <a:off x="6839903" y="2324577"/>
            <a:ext cx="253269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0" name="Straight Arrow Connector 69"/>
          <p:cNvCxnSpPr>
            <a:stCxn id="44" idx="3"/>
            <a:endCxn id="45" idx="1"/>
          </p:cNvCxnSpPr>
          <p:nvPr/>
        </p:nvCxnSpPr>
        <p:spPr>
          <a:xfrm flipH="1" flipV="1">
            <a:off x="6524625" y="4601052"/>
            <a:ext cx="953" cy="49530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1" name="Straight Arrow Connector 70"/>
          <p:cNvCxnSpPr>
            <a:stCxn id="41" idx="3"/>
            <a:endCxn id="42" idx="1"/>
          </p:cNvCxnSpPr>
          <p:nvPr/>
        </p:nvCxnSpPr>
        <p:spPr>
          <a:xfrm>
            <a:off x="5763578" y="5448777"/>
            <a:ext cx="28479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2" name="Straight Arrow Connector 71"/>
          <p:cNvCxnSpPr>
            <a:stCxn id="38" idx="3"/>
            <a:endCxn id="39" idx="1"/>
          </p:cNvCxnSpPr>
          <p:nvPr/>
        </p:nvCxnSpPr>
        <p:spPr>
          <a:xfrm flipH="1" flipV="1">
            <a:off x="6515100" y="2648427"/>
            <a:ext cx="953" cy="40005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3" name="Straight Arrow Connector 72"/>
          <p:cNvCxnSpPr>
            <a:stCxn id="35" idx="3"/>
            <a:endCxn id="36" idx="1"/>
          </p:cNvCxnSpPr>
          <p:nvPr/>
        </p:nvCxnSpPr>
        <p:spPr>
          <a:xfrm>
            <a:off x="5763578" y="3048477"/>
            <a:ext cx="751522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4" name="Straight Arrow Connector 73"/>
          <p:cNvCxnSpPr>
            <a:stCxn id="32" idx="3"/>
            <a:endCxn id="33" idx="1"/>
          </p:cNvCxnSpPr>
          <p:nvPr/>
        </p:nvCxnSpPr>
        <p:spPr>
          <a:xfrm flipH="1" flipV="1">
            <a:off x="5762625" y="3048477"/>
            <a:ext cx="953" cy="240030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5" name="Straight Arrow Connector 74"/>
          <p:cNvCxnSpPr>
            <a:stCxn id="29" idx="3"/>
            <a:endCxn id="30" idx="1"/>
          </p:cNvCxnSpPr>
          <p:nvPr/>
        </p:nvCxnSpPr>
        <p:spPr>
          <a:xfrm>
            <a:off x="5477828" y="5448777"/>
            <a:ext cx="28479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6" name="Straight Arrow Connector 75"/>
          <p:cNvCxnSpPr>
            <a:stCxn id="23" idx="3"/>
            <a:endCxn id="24" idx="1"/>
          </p:cNvCxnSpPr>
          <p:nvPr/>
        </p:nvCxnSpPr>
        <p:spPr>
          <a:xfrm>
            <a:off x="4953953" y="4277202"/>
            <a:ext cx="123729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7" name="Straight Arrow Connector 76"/>
          <p:cNvCxnSpPr>
            <a:stCxn id="20" idx="3"/>
            <a:endCxn id="21" idx="1"/>
          </p:cNvCxnSpPr>
          <p:nvPr/>
        </p:nvCxnSpPr>
        <p:spPr>
          <a:xfrm flipH="1">
            <a:off x="4953000" y="3667602"/>
            <a:ext cx="953" cy="60960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8" name="Straight Arrow Connector 77"/>
          <p:cNvCxnSpPr>
            <a:stCxn id="17" idx="3"/>
            <a:endCxn id="18" idx="1"/>
          </p:cNvCxnSpPr>
          <p:nvPr/>
        </p:nvCxnSpPr>
        <p:spPr>
          <a:xfrm>
            <a:off x="3906203" y="3667602"/>
            <a:ext cx="104679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79" name="Straight Arrow Connector 78"/>
          <p:cNvCxnSpPr>
            <a:stCxn id="13" idx="3"/>
            <a:endCxn id="14" idx="1"/>
          </p:cNvCxnSpPr>
          <p:nvPr/>
        </p:nvCxnSpPr>
        <p:spPr>
          <a:xfrm>
            <a:off x="3906203" y="2429352"/>
            <a:ext cx="228504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cxnSp>
        <p:nvCxnSpPr>
          <p:cNvPr id="80" name="Straight Arrow Connector 79"/>
          <p:cNvCxnSpPr>
            <a:stCxn id="7" idx="3"/>
            <a:endCxn id="8" idx="1"/>
          </p:cNvCxnSpPr>
          <p:nvPr/>
        </p:nvCxnSpPr>
        <p:spPr>
          <a:xfrm>
            <a:off x="2001203" y="2476977"/>
            <a:ext cx="475297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</a:ln>
        </p:spPr>
      </p:cxnSp>
      <p:sp>
        <p:nvSpPr>
          <p:cNvPr id="64" name="text-0">
            <a:extLst>
              <a:ext uri="{FF2B5EF4-FFF2-40B4-BE49-F238E27FC236}">
                <a16:creationId xmlns:a16="http://schemas.microsoft.com/office/drawing/2014/main" id="{E8EC42BC-444A-465D-B7F4-B71127BA19F3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 I and Q View of a Modulator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984A96F-842B-4EFF-BA4B-49075C685A56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9319EED-B508-42D1-AAE3-119D54AD6EC1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D4A8365-D022-4F7A-B2ED-977E9C227CCB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FA2A3CB-1DD5-45B6-B1CA-50A1924154BD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Serial bits</a:t>
            </a:r>
          </a:p>
        </p:txBody>
      </p:sp>
      <p:sp>
        <p:nvSpPr>
          <p:cNvPr id="6" name="block-5">
            <a:extLst>
              <a:ext uri="{FF2B5EF4-FFF2-40B4-BE49-F238E27FC236}">
                <a16:creationId xmlns:a16="http://schemas.microsoft.com/office/drawing/2014/main" id="{0AD092A6-303D-43BB-9F5B-2A3323EDBD16}"/>
              </a:ext>
            </a:extLst>
          </p:cNvPr>
          <p:cNvSpPr>
            <a:spLocks noGrp="1"/>
          </p:cNvSpPr>
          <p:nvPr/>
        </p:nvSpPr>
        <p:spPr>
          <a:xfrm>
            <a:off x="2476500" y="2000250"/>
            <a:ext cx="1428750" cy="219075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Serial-to-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Parallel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A7343-7431-4CB2-9E61-21D10C5BB899}"/>
              </a:ext>
            </a:extLst>
          </p:cNvPr>
          <p:cNvSpPr>
            <a:spLocks noGrp="1"/>
          </p:cNvSpPr>
          <p:nvPr/>
        </p:nvSpPr>
        <p:spPr>
          <a:xfrm>
            <a:off x="2000250" y="24765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3BA8CC-A7D7-4BA4-AAFE-C6E388318029}"/>
              </a:ext>
            </a:extLst>
          </p:cNvPr>
          <p:cNvSpPr>
            <a:spLocks noGrp="1"/>
          </p:cNvSpPr>
          <p:nvPr/>
        </p:nvSpPr>
        <p:spPr>
          <a:xfrm>
            <a:off x="2476500" y="24765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D34A633-576A-4328-B132-C0F60A032870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647700" cy="647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0" tIns="0" rIns="0" bIns="0" anchor="ctr"/>
          <a:lstStyle>
            <a:lvl1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×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C539F5-3662-4777-9D83-AC73A04DC03B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647700" cy="647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0" tIns="0" rIns="0" bIns="0" anchor="ctr"/>
          <a:lstStyle>
            <a:lvl1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×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E00933-15D4-44C2-9A0B-2B6164FE362E}"/>
              </a:ext>
            </a:extLst>
          </p:cNvPr>
          <p:cNvSpPr>
            <a:spLocks noGrp="1"/>
          </p:cNvSpPr>
          <p:nvPr/>
        </p:nvSpPr>
        <p:spPr>
          <a:xfrm>
            <a:off x="9048750" y="3000375"/>
            <a:ext cx="647700" cy="647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0" tIns="0" rIns="0" bIns="0" anchor="ctr"/>
          <a:lstStyle>
            <a:lvl1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4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02E940-0510-430A-8AC7-B55359A9EBB3}"/>
              </a:ext>
            </a:extLst>
          </p:cNvPr>
          <p:cNvSpPr>
            <a:spLocks noGrp="1"/>
          </p:cNvSpPr>
          <p:nvPr/>
        </p:nvSpPr>
        <p:spPr>
          <a:xfrm>
            <a:off x="3905250" y="242887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7FE22-8E95-41C9-A2FF-35F656C3F96E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63EEC19-74B4-47BB-A4A1-9FB43BE172C0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I(t)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4F2072-C982-4F30-8868-B7A6E38791D8}"/>
              </a:ext>
            </a:extLst>
          </p:cNvPr>
          <p:cNvSpPr>
            <a:spLocks noGrp="1"/>
          </p:cNvSpPr>
          <p:nvPr/>
        </p:nvSpPr>
        <p:spPr>
          <a:xfrm>
            <a:off x="3905250" y="36671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6FAFD-BFF8-4BE3-ADB2-224C5E62102D}"/>
              </a:ext>
            </a:extLst>
          </p:cNvPr>
          <p:cNvSpPr>
            <a:spLocks noGrp="1"/>
          </p:cNvSpPr>
          <p:nvPr/>
        </p:nvSpPr>
        <p:spPr>
          <a:xfrm>
            <a:off x="4953000" y="36671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DD5C42-68C7-4404-9505-0E52379A1CE1}"/>
              </a:ext>
            </a:extLst>
          </p:cNvPr>
          <p:cNvSpPr>
            <a:spLocks noGrp="1"/>
          </p:cNvSpPr>
          <p:nvPr/>
        </p:nvSpPr>
        <p:spPr>
          <a:xfrm>
            <a:off x="4953000" y="36671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2F8348-D10A-4EF3-8297-AC3F52822060}"/>
              </a:ext>
            </a:extLst>
          </p:cNvPr>
          <p:cNvSpPr>
            <a:spLocks noGrp="1"/>
          </p:cNvSpPr>
          <p:nvPr/>
        </p:nvSpPr>
        <p:spPr>
          <a:xfrm>
            <a:off x="4953000" y="42767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43B383-3604-49FF-9CDB-195B6620C1F2}"/>
              </a:ext>
            </a:extLst>
          </p:cNvPr>
          <p:cNvSpPr>
            <a:spLocks noGrp="1"/>
          </p:cNvSpPr>
          <p:nvPr/>
        </p:nvSpPr>
        <p:spPr>
          <a:xfrm>
            <a:off x="4953000" y="42767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DA96B8-7123-44F4-AF06-174C84CC6FDB}"/>
              </a:ext>
            </a:extLst>
          </p:cNvPr>
          <p:cNvSpPr>
            <a:spLocks noGrp="1"/>
          </p:cNvSpPr>
          <p:nvPr/>
        </p:nvSpPr>
        <p:spPr>
          <a:xfrm>
            <a:off x="6191250" y="42767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974B4F5-7835-4E3C-893A-D8F0E0B23D28}"/>
              </a:ext>
            </a:extLst>
          </p:cNvPr>
          <p:cNvSpPr>
            <a:spLocks noGrp="1"/>
          </p:cNvSpPr>
          <p:nvPr/>
        </p:nvSpPr>
        <p:spPr>
          <a:xfrm>
            <a:off x="4524375" y="3190875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Q(t)</a:t>
            </a:r>
          </a:p>
        </p:txBody>
      </p:sp>
      <p:sp>
        <p:nvSpPr>
          <p:cNvPr id="27" name="block-26">
            <a:extLst>
              <a:ext uri="{FF2B5EF4-FFF2-40B4-BE49-F238E27FC236}">
                <a16:creationId xmlns:a16="http://schemas.microsoft.com/office/drawing/2014/main" id="{772124C9-8228-44EE-B0EA-06C88FEE9A00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762125" cy="714375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Carrier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Oscillator</a:t>
            </a:r>
          </a:p>
        </p:txBody>
      </p:sp>
      <p:sp>
        <p:nvSpPr>
          <p:cNvPr id="28" name="block-27">
            <a:extLst>
              <a:ext uri="{FF2B5EF4-FFF2-40B4-BE49-F238E27FC236}">
                <a16:creationId xmlns:a16="http://schemas.microsoft.com/office/drawing/2014/main" id="{11948597-0388-4B47-968F-D732E893EC41}"/>
              </a:ext>
            </a:extLst>
          </p:cNvPr>
          <p:cNvSpPr>
            <a:spLocks noGrp="1"/>
          </p:cNvSpPr>
          <p:nvPr/>
        </p:nvSpPr>
        <p:spPr>
          <a:xfrm>
            <a:off x="6048375" y="5095875"/>
            <a:ext cx="952500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+90°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1AB7A9-C112-4C97-9DFA-319F74A83EC4}"/>
              </a:ext>
            </a:extLst>
          </p:cNvPr>
          <p:cNvSpPr>
            <a:spLocks noGrp="1"/>
          </p:cNvSpPr>
          <p:nvPr/>
        </p:nvSpPr>
        <p:spPr>
          <a:xfrm>
            <a:off x="5476875" y="54483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B72E2B-9541-475A-857A-04C57DF7D1F8}"/>
              </a:ext>
            </a:extLst>
          </p:cNvPr>
          <p:cNvSpPr>
            <a:spLocks noGrp="1"/>
          </p:cNvSpPr>
          <p:nvPr/>
        </p:nvSpPr>
        <p:spPr>
          <a:xfrm>
            <a:off x="5762625" y="54483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34F3EB-D2E7-4CED-8548-DEBF141912E5}"/>
              </a:ext>
            </a:extLst>
          </p:cNvPr>
          <p:cNvSpPr>
            <a:spLocks noGrp="1"/>
          </p:cNvSpPr>
          <p:nvPr/>
        </p:nvSpPr>
        <p:spPr>
          <a:xfrm>
            <a:off x="5762625" y="54483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2EC25-4533-40EA-A29F-53B5E000A1B9}"/>
              </a:ext>
            </a:extLst>
          </p:cNvPr>
          <p:cNvSpPr>
            <a:spLocks noGrp="1"/>
          </p:cNvSpPr>
          <p:nvPr/>
        </p:nvSpPr>
        <p:spPr>
          <a:xfrm>
            <a:off x="5762625" y="30480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32406D-D41C-45D4-8284-721BCC6EA4B0}"/>
              </a:ext>
            </a:extLst>
          </p:cNvPr>
          <p:cNvSpPr>
            <a:spLocks noGrp="1"/>
          </p:cNvSpPr>
          <p:nvPr/>
        </p:nvSpPr>
        <p:spPr>
          <a:xfrm>
            <a:off x="5762625" y="30480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A46C84-8EF3-4FE2-A989-0309CE8FDFF6}"/>
              </a:ext>
            </a:extLst>
          </p:cNvPr>
          <p:cNvSpPr>
            <a:spLocks noGrp="1"/>
          </p:cNvSpPr>
          <p:nvPr/>
        </p:nvSpPr>
        <p:spPr>
          <a:xfrm>
            <a:off x="6515100" y="30480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11622A-AA4E-4BE2-B71D-4A012AB3750B}"/>
              </a:ext>
            </a:extLst>
          </p:cNvPr>
          <p:cNvSpPr>
            <a:spLocks noGrp="1"/>
          </p:cNvSpPr>
          <p:nvPr/>
        </p:nvSpPr>
        <p:spPr>
          <a:xfrm>
            <a:off x="6515100" y="30480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20C46A-7E5C-4C9B-B2C0-BD9E040CDFFB}"/>
              </a:ext>
            </a:extLst>
          </p:cNvPr>
          <p:cNvSpPr>
            <a:spLocks noGrp="1"/>
          </p:cNvSpPr>
          <p:nvPr/>
        </p:nvSpPr>
        <p:spPr>
          <a:xfrm>
            <a:off x="6515100" y="264795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AFD290-E41A-4B6D-B41D-CB046AE7AA22}"/>
              </a:ext>
            </a:extLst>
          </p:cNvPr>
          <p:cNvSpPr>
            <a:spLocks noGrp="1"/>
          </p:cNvSpPr>
          <p:nvPr/>
        </p:nvSpPr>
        <p:spPr>
          <a:xfrm>
            <a:off x="5762625" y="54483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663833-E9F7-4AB0-911F-538FD4A93687}"/>
              </a:ext>
            </a:extLst>
          </p:cNvPr>
          <p:cNvSpPr>
            <a:spLocks noGrp="1"/>
          </p:cNvSpPr>
          <p:nvPr/>
        </p:nvSpPr>
        <p:spPr>
          <a:xfrm>
            <a:off x="6048375" y="54483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747F5E-B1BF-47FD-A4D5-3A0F11E7FA92}"/>
              </a:ext>
            </a:extLst>
          </p:cNvPr>
          <p:cNvSpPr>
            <a:spLocks noGrp="1"/>
          </p:cNvSpPr>
          <p:nvPr/>
        </p:nvSpPr>
        <p:spPr>
          <a:xfrm>
            <a:off x="6524625" y="509587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1C1C80-583A-49CD-8201-DCF3112DB7A1}"/>
              </a:ext>
            </a:extLst>
          </p:cNvPr>
          <p:cNvSpPr>
            <a:spLocks noGrp="1"/>
          </p:cNvSpPr>
          <p:nvPr/>
        </p:nvSpPr>
        <p:spPr>
          <a:xfrm>
            <a:off x="6524625" y="460057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-46">
            <a:extLst>
              <a:ext uri="{FF2B5EF4-FFF2-40B4-BE49-F238E27FC236}">
                <a16:creationId xmlns:a16="http://schemas.microsoft.com/office/drawing/2014/main" id="{CFF6F855-ECA8-413E-84C6-F611E2F08A4A}"/>
              </a:ext>
            </a:extLst>
          </p:cNvPr>
          <p:cNvSpPr>
            <a:spLocks noGrp="1"/>
          </p:cNvSpPr>
          <p:nvPr/>
        </p:nvSpPr>
        <p:spPr>
          <a:xfrm>
            <a:off x="6953250" y="2809875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cos(2πf</a:t>
            </a:r>
            <a:r>
              <a:rPr sz="1350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t)</a:t>
            </a:r>
          </a:p>
        </p:txBody>
      </p:sp>
      <p:sp>
        <p:nvSpPr>
          <p:cNvPr id="48" name="text-47">
            <a:extLst>
              <a:ext uri="{FF2B5EF4-FFF2-40B4-BE49-F238E27FC236}">
                <a16:creationId xmlns:a16="http://schemas.microsoft.com/office/drawing/2014/main" id="{653FD87E-F270-4F1B-A9D3-C74E809E0E1B}"/>
              </a:ext>
            </a:extLst>
          </p:cNvPr>
          <p:cNvSpPr>
            <a:spLocks noGrp="1"/>
          </p:cNvSpPr>
          <p:nvPr/>
        </p:nvSpPr>
        <p:spPr>
          <a:xfrm>
            <a:off x="7048500" y="4714875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−sin(2πf</a:t>
            </a:r>
            <a:r>
              <a:rPr sz="1350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t)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C2885BD-0EDC-4AEA-ADFD-5F351F7D1369}"/>
              </a:ext>
            </a:extLst>
          </p:cNvPr>
          <p:cNvSpPr>
            <a:spLocks noGrp="1"/>
          </p:cNvSpPr>
          <p:nvPr/>
        </p:nvSpPr>
        <p:spPr>
          <a:xfrm>
            <a:off x="6838950" y="23241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95BF02-D708-4AA6-98A8-047FC047DBF3}"/>
              </a:ext>
            </a:extLst>
          </p:cNvPr>
          <p:cNvSpPr>
            <a:spLocks noGrp="1"/>
          </p:cNvSpPr>
          <p:nvPr/>
        </p:nvSpPr>
        <p:spPr>
          <a:xfrm>
            <a:off x="9372600" y="23241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283B73-305C-4BBA-A05B-21B3B1710373}"/>
              </a:ext>
            </a:extLst>
          </p:cNvPr>
          <p:cNvSpPr>
            <a:spLocks noGrp="1"/>
          </p:cNvSpPr>
          <p:nvPr/>
        </p:nvSpPr>
        <p:spPr>
          <a:xfrm>
            <a:off x="9372600" y="2324100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3057553-9D40-4685-89E2-E6877D092732}"/>
              </a:ext>
            </a:extLst>
          </p:cNvPr>
          <p:cNvSpPr>
            <a:spLocks noGrp="1"/>
          </p:cNvSpPr>
          <p:nvPr/>
        </p:nvSpPr>
        <p:spPr>
          <a:xfrm>
            <a:off x="9372600" y="300037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50E798-2AF2-45C4-8344-967BF17C9920}"/>
              </a:ext>
            </a:extLst>
          </p:cNvPr>
          <p:cNvSpPr>
            <a:spLocks noGrp="1"/>
          </p:cNvSpPr>
          <p:nvPr/>
        </p:nvSpPr>
        <p:spPr>
          <a:xfrm>
            <a:off x="6838950" y="42767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152AFD-932A-44E7-A00F-12C022940294}"/>
              </a:ext>
            </a:extLst>
          </p:cNvPr>
          <p:cNvSpPr>
            <a:spLocks noGrp="1"/>
          </p:cNvSpPr>
          <p:nvPr/>
        </p:nvSpPr>
        <p:spPr>
          <a:xfrm>
            <a:off x="9372600" y="42767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B3E9A9E-531D-4645-BA68-01713AFDC363}"/>
              </a:ext>
            </a:extLst>
          </p:cNvPr>
          <p:cNvSpPr>
            <a:spLocks noGrp="1"/>
          </p:cNvSpPr>
          <p:nvPr/>
        </p:nvSpPr>
        <p:spPr>
          <a:xfrm>
            <a:off x="9372600" y="427672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856145C-C168-4118-B1FD-00275C9BC99F}"/>
              </a:ext>
            </a:extLst>
          </p:cNvPr>
          <p:cNvSpPr>
            <a:spLocks noGrp="1"/>
          </p:cNvSpPr>
          <p:nvPr/>
        </p:nvSpPr>
        <p:spPr>
          <a:xfrm>
            <a:off x="9372600" y="3648075"/>
            <a:ext cx="953" cy="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block-60">
            <a:extLst>
              <a:ext uri="{FF2B5EF4-FFF2-40B4-BE49-F238E27FC236}">
                <a16:creationId xmlns:a16="http://schemas.microsoft.com/office/drawing/2014/main" id="{CC93638B-CE69-4A10-A618-FC886E750341}"/>
              </a:ext>
            </a:extLst>
          </p:cNvPr>
          <p:cNvSpPr>
            <a:spLocks noGrp="1"/>
          </p:cNvSpPr>
          <p:nvPr/>
        </p:nvSpPr>
        <p:spPr>
          <a:xfrm>
            <a:off x="10191750" y="3019425"/>
            <a:ext cx="1381125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RF Output</a:t>
            </a:r>
          </a:p>
        </p:txBody>
      </p:sp>
      <p:sp>
        <p:nvSpPr>
          <p:cNvPr id="63" name="text-62">
            <a:extLst>
              <a:ext uri="{FF2B5EF4-FFF2-40B4-BE49-F238E27FC236}">
                <a16:creationId xmlns:a16="http://schemas.microsoft.com/office/drawing/2014/main" id="{DBC61053-5257-4993-88FB-DC3C5854004D}"/>
              </a:ext>
            </a:extLst>
          </p:cNvPr>
          <p:cNvSpPr>
            <a:spLocks noGrp="1"/>
          </p:cNvSpPr>
          <p:nvPr/>
        </p:nvSpPr>
        <p:spPr>
          <a:xfrm>
            <a:off x="952500" y="6000750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s(t) = I(t) cos(2πf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t) − Q(t) sin(2πf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t)</a:t>
            </a:r>
          </a:p>
        </p:txBody>
      </p:sp>
    </p:spTree>
    <p:extLst>
      <p:ext uri="{BB962C8B-B14F-4D97-AF65-F5344CB8AC3E}">
        <p14:creationId xmlns:p14="http://schemas.microsoft.com/office/powerpoint/2010/main" val="276561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2F584C3C-424A-4CF2-91A1-A2C979210A05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Question: BPSK or QPSK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725B56F-4458-40D3-99A3-B3F57CC5958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22474B0-BBBE-403C-A96F-2F69037566D7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FFD7E2EC-9411-45C1-865A-435EBDA76681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Uncoded information rate = 1.0 Mbit/s. Keep received power, noise density, and pulse shaping fixed. Change BPSK to QPSK. Which statement is correct?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4C438DD-86F8-45C5-880F-D284890C0B63}"/>
              </a:ext>
            </a:extLst>
          </p:cNvPr>
          <p:cNvSpPr>
            <a:spLocks noGrp="1"/>
          </p:cNvSpPr>
          <p:nvPr/>
        </p:nvSpPr>
        <p:spPr>
          <a:xfrm>
            <a:off x="1190625" y="3476625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A. Symbol rate halves, so the RF bandwidth is about halved.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E69A5C59-E564-4DC0-B528-ACFECFB81CEE}"/>
              </a:ext>
            </a:extLst>
          </p:cNvPr>
          <p:cNvSpPr>
            <a:spLocks noGrp="1"/>
          </p:cNvSpPr>
          <p:nvPr/>
        </p:nvSpPr>
        <p:spPr>
          <a:xfrm>
            <a:off x="1190625" y="4286250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B. The received energy per information bit doubles.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18977A5-67F8-429C-BC38-4E5F45557C6A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C. The symbol rate doubles.</a:t>
            </a:r>
          </a:p>
        </p:txBody>
      </p:sp>
    </p:spTree>
    <p:extLst>
      <p:ext uri="{BB962C8B-B14F-4D97-AF65-F5344CB8AC3E}">
        <p14:creationId xmlns:p14="http://schemas.microsoft.com/office/powerpoint/2010/main" val="1569938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5A79F0B2-3A54-4E22-90A9-1D1C943428D7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Worked Answer: BPSK or QPSK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FBE5BEA-6DF2-4EB3-9EE3-2BD45087A407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8F5C85-B05C-487F-AF6C-929F72C4AF87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AC451B7-F83B-4822-BAA0-33BCDAE75AAC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A. Half the Symbol Rate and RF Bandwidth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B8746FF-CA53-44F9-A611-B4BF6097E97F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/ bits per symbol: BPSK = 1.0 Msymbol/s; QPSK = 0.5 Msymbol/s.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BBE19D20-0647-47E3-9EFB-C1B186E64FDE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 is false: fixed power and information rate give the same energy per bit. C is false: symbol rate halves.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D272442-8ABD-4B0D-98CD-911B4C9197E9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a fixed SYMBOL rate instead, QPSK carries twice as many information bits per second.</a:t>
            </a:r>
          </a:p>
        </p:txBody>
      </p:sp>
    </p:spTree>
    <p:extLst>
      <p:ext uri="{BB962C8B-B14F-4D97-AF65-F5344CB8AC3E}">
        <p14:creationId xmlns:p14="http://schemas.microsoft.com/office/powerpoint/2010/main" val="1423125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0">
            <a:extLst>
              <a:ext uri="{FF2B5EF4-FFF2-40B4-BE49-F238E27FC236}">
                <a16:creationId xmlns:a16="http://schemas.microsoft.com/office/drawing/2014/main" id="{E9EBB24F-9AC4-4B1D-A02A-E6C4BC4C19EC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Break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316CAC5-FB28-4346-AA4D-5A95EE661798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2B9251B-4D3F-42FD-8814-2CC8316B556B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DFFAB57-71BA-4322-B062-3D8CB935AFCD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101917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Next: Pulse Shaping, RF Bandwidth, and the Complete E</a:t>
            </a:r>
            <a:r>
              <a:rPr sz="194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94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Budget</a:t>
            </a:r>
          </a:p>
        </p:txBody>
      </p:sp>
    </p:spTree>
    <p:extLst>
      <p:ext uri="{BB962C8B-B14F-4D97-AF65-F5344CB8AC3E}">
        <p14:creationId xmlns:p14="http://schemas.microsoft.com/office/powerpoint/2010/main" val="2098163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7326D9B3-1135-490B-900B-120F43DBAB4A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Pulse Shaping: The Same Bits in Time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4326302-3798-4F3A-AA31-1914E6844D2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03E79BA-F1C0-48D4-94C0-B91377183B9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B16178A-A245-40E8-8C94-9164C862BDF9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13]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2095500" y="1857375"/>
          <a:ext cx="9144000" cy="161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="2095500" y="3762375"/>
          <a:ext cx="9144000" cy="161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-4">
            <a:extLst>
              <a:ext uri="{FF2B5EF4-FFF2-40B4-BE49-F238E27FC236}">
                <a16:creationId xmlns:a16="http://schemas.microsoft.com/office/drawing/2014/main" id="{A439B5A5-BA26-4B42-837F-342B8851F88A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Abrupt</a:t>
            </a:r>
          </a:p>
          <a:p>
            <a: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transitions</a:t>
            </a:r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4E4D20D5-7EFE-4C28-9059-53C744608006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1428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Smooth,</a:t>
            </a:r>
          </a:p>
          <a:p>
            <a: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overlapping</a:t>
            </a:r>
          </a:p>
          <a:p>
            <a:pPr algn="l">
              <a:buNone/>
              <a:defRPr sz="19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pulses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EF47E305-28C2-4462-8001-73768995C4E6}"/>
              </a:ext>
            </a:extLst>
          </p:cNvPr>
          <p:cNvSpPr>
            <a:spLocks noGrp="1"/>
          </p:cNvSpPr>
          <p:nvPr/>
        </p:nvSpPr>
        <p:spPr>
          <a:xfrm>
            <a:off x="904875" y="5476875"/>
            <a:ext cx="1038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Same eight bits and symbol rate. Only the transmit pulse shape changes.</a:t>
            </a: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B62EA78B-DBF7-47E9-9F19-901C8111BA74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Normalized baseband voltage, uncoded BPSK. RRC roll-off α = 0.35. Pulse overlap is intentional; a matched receiver controls interference at decision instants.</a:t>
            </a:r>
          </a:p>
        </p:txBody>
      </p:sp>
    </p:spTree>
    <p:extLst>
      <p:ext uri="{BB962C8B-B14F-4D97-AF65-F5344CB8AC3E}">
        <p14:creationId xmlns:p14="http://schemas.microsoft.com/office/powerpoint/2010/main" val="509814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F99589CD-1233-447C-87D6-D73A42FB8C42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Pulse Shaping: RF Bandwidth and Sidelobes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B3BB9FA-4AD6-4A0D-8826-BAEDD176CE6B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4F33B97-B8EE-4B56-8F14-E4D792692E5E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74CAA5D-9A81-4F49-A40B-17B5CE897B92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13]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1000125" y="1762125"/>
          <a:ext cx="10191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DB808D3B-3AED-48DA-9524-F791B453EFCF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1038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Rectangular: first-null span = 2R</a:t>
            </a:r>
            <a:r>
              <a:rPr sz="145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2.0 MHz; sidelobes extend beyond it.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1594D3ED-6545-4DD0-B01E-B955E226B9FB}"/>
              </a:ext>
            </a:extLst>
          </p:cNvPr>
          <p:cNvSpPr>
            <a:spLocks noGrp="1"/>
          </p:cNvSpPr>
          <p:nvPr/>
        </p:nvSpPr>
        <p:spPr>
          <a:xfrm>
            <a:off x="952500" y="5886450"/>
            <a:ext cx="1038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Ideal RRC: RF span = (1 + α)R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1.35 MHz. Practical filters need allowances.</a:t>
            </a:r>
          </a:p>
        </p:txBody>
      </p:sp>
    </p:spTree>
    <p:extLst>
      <p:ext uri="{BB962C8B-B14F-4D97-AF65-F5344CB8AC3E}">
        <p14:creationId xmlns:p14="http://schemas.microsoft.com/office/powerpoint/2010/main" val="17677171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ADA28123-9C4F-46AD-8345-C62DD8913E48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Pulse Shaping: Benefits and Costs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218C658-6AEA-4FD9-8D05-B8F02A75438B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1180365-D3CF-4746-94C4-A2D4D7D6F80A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92E281A-847D-40AD-84F4-BEBE70A594F3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[13, 14]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914400" y="1714500"/>
          <a:ext cx="10363200" cy="326898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Benefit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Cost or Constraint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Lower out-of-band emissions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Transmit and receive filters must work together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More controlled channel bandwidth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Filter memory and timing affect symbol decisions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Closer channel spacing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Conventional RRC-shaped BPSK* can need amplifier backoff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More efficient use of spectrum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Choose a waveform compatible with the spacecraft amplifier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CFB87645-967C-4BA2-946E-887837691546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1028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*RRC = root-raised cosine. Saturation can distort envelope variations and regrow sidelobes.</a:t>
            </a:r>
          </a:p>
          <a:p>
            <a:pPr algn="l">
              <a:buNone/>
              <a:defRPr sz="16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GMSK (Gaussian minimum-shift keying) and selected shaped OQPSK (offset QPSK) can offer favorable amplifier behavior.</a:t>
            </a:r>
          </a:p>
        </p:txBody>
      </p:sp>
    </p:spTree>
    <p:extLst>
      <p:ext uri="{BB962C8B-B14F-4D97-AF65-F5344CB8AC3E}">
        <p14:creationId xmlns:p14="http://schemas.microsoft.com/office/powerpoint/2010/main" val="1627531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236871BD-B8B0-4FBB-B5A4-B4793F049CA4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Bandwidth Example: BPSK and QPSK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0330A0E-2B28-424F-8BEF-B8B43E3EDBCB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28DA239-69C8-4433-AB45-6509D0C76A56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AFE7BA1-64C3-4B30-BE42-2E713F083F09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[3]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914400" y="1714500"/>
          <a:ext cx="10363200" cy="333375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Assumptions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BPSK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QPSK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Information rate R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1.0 Mbit/s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1.0 Mbit/s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Bits per symbol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Symbol rate R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1.0 Msymbol/s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0.5 Msymbol/s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RF</a:t>
                      </a: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 at α = 0.35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1.35 MHz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0.68 MHz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88CB397E-7A6E-46A0-9F96-295256D0C2DB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Uncoded examples. B</a:t>
            </a:r>
            <a:r>
              <a:rPr sz="972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RF</a:t>
            </a: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= (1 + α)R</a:t>
            </a:r>
            <a:r>
              <a:rPr sz="972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. Both transmit the same number of information bits each second.</a:t>
            </a:r>
          </a:p>
        </p:txBody>
      </p:sp>
    </p:spTree>
    <p:extLst>
      <p:ext uri="{BB962C8B-B14F-4D97-AF65-F5344CB8AC3E}">
        <p14:creationId xmlns:p14="http://schemas.microsoft.com/office/powerpoint/2010/main" val="792853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07586F01-BFA5-481E-9C37-DDF84B540A12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Direct Modulation and Subcarriers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4E71FC7-A9FC-4310-8732-4FDC0936D27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F3EF9CD-529E-47B8-9059-F1648BC72A32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240607C-5E73-43D8-B422-E4A34F8C25C1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[4, 6]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476250" y="2000250"/>
          <a:ext cx="542925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="6191250" y="2000250"/>
          <a:ext cx="542925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-4">
            <a:extLst>
              <a:ext uri="{FF2B5EF4-FFF2-40B4-BE49-F238E27FC236}">
                <a16:creationId xmlns:a16="http://schemas.microsoft.com/office/drawing/2014/main" id="{9846FF74-B676-45EE-A65B-E2382BCE3970}"/>
              </a:ext>
            </a:extLst>
          </p:cNvPr>
          <p:cNvSpPr>
            <a:spLocks noGrp="1"/>
          </p:cNvSpPr>
          <p:nvPr/>
        </p:nvSpPr>
        <p:spPr>
          <a:xfrm>
            <a:off x="809625" y="5286375"/>
            <a:ext cx="5000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 spectrum is centered on the RF carrier.</a:t>
            </a:r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50FEE9B6-3B49-452A-A95C-5D2D674C89AF}"/>
              </a:ext>
            </a:extLst>
          </p:cNvPr>
          <p:cNvSpPr>
            <a:spLocks noGrp="1"/>
          </p:cNvSpPr>
          <p:nvPr/>
        </p:nvSpPr>
        <p:spPr>
          <a:xfrm>
            <a:off x="6429375" y="528637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 sidebands move to ±70 kHz.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353BF80B-D027-4693-8957-395C27228A64}"/>
              </a:ext>
            </a:extLst>
          </p:cNvPr>
          <p:cNvSpPr>
            <a:spLocks noGrp="1"/>
          </p:cNvSpPr>
          <p:nvPr/>
        </p:nvSpPr>
        <p:spPr>
          <a:xfrm>
            <a:off x="969434" y="5913967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*Calculated average spectra: uncoded 10 kbit/s NRZ, no pulse shaping. PSD relative to unit complex-envelope power/Hz. No receiver noise; display stops at −80 dB/Hz.</a:t>
            </a:r>
          </a:p>
        </p:txBody>
      </p:sp>
    </p:spTree>
    <p:extLst>
      <p:ext uri="{BB962C8B-B14F-4D97-AF65-F5344CB8AC3E}">
        <p14:creationId xmlns:p14="http://schemas.microsoft.com/office/powerpoint/2010/main" val="1792161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537BF749-C4DC-4F53-8AFD-5513F89527E6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Residual Carrier With a BPSK Subcarrier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3B2148B-AF12-457D-B47F-4591CC49921B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1366D35-74A3-494E-9583-DF8BDE3953AB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D635E92-B6DA-45A2-A1FE-1C20BE09D22F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[4]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F59EC3BE-C28B-4DBD-BC7C-6A0A95ED52CC}"/>
              </a:ext>
            </a:extLst>
          </p:cNvPr>
          <p:cNvGraphicFramePr/>
          <p:nvPr/>
        </p:nvGraphicFramePr>
        <p:xfrm>
          <a:off x="762000" y="2000250"/>
          <a:ext cx="10572750" cy="3190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0D85B3B4-6186-4544-9AF8-A6F87C3EFDA9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Lower Sideband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0118BB17-7DA6-41B7-8D79-27BF51B1BAE6}"/>
              </a:ext>
            </a:extLst>
          </p:cNvPr>
          <p:cNvSpPr>
            <a:spLocks noGrp="1"/>
          </p:cNvSpPr>
          <p:nvPr/>
        </p:nvSpPr>
        <p:spPr>
          <a:xfrm>
            <a:off x="4524375" y="1571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100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A86616"/>
                </a:solidFill>
                <a:latin typeface="Calibri"/>
                <a:ea typeface="Calibri"/>
                <a:cs typeface="Calibri"/>
              </a:rPr>
              <a:t>Residual Carrier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540DBA29-7B9D-43D4-BE64-3A425D8A2BFE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Upper Sideband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AAC7F3FF-DB01-401E-AD08-73A74AB9ADC2}"/>
              </a:ext>
            </a:extLst>
          </p:cNvPr>
          <p:cNvSpPr>
            <a:spLocks noGrp="1"/>
          </p:cNvSpPr>
          <p:nvPr/>
        </p:nvSpPr>
        <p:spPr>
          <a:xfrm>
            <a:off x="1047750" y="53149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−1.024 MHz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14FBF15C-FA0A-4B02-8C32-D525E0C09D3C}"/>
              </a:ext>
            </a:extLst>
          </p:cNvPr>
          <p:cNvSpPr>
            <a:spLocks noGrp="1"/>
          </p:cNvSpPr>
          <p:nvPr/>
        </p:nvSpPr>
        <p:spPr>
          <a:xfrm>
            <a:off x="4762500" y="53149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175" b="1">
                <a:solidFill>
                  <a:srgbClr val="A8661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86616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2268DD18-FC3F-44B4-8F02-8AECBA8C42D3}"/>
              </a:ext>
            </a:extLst>
          </p:cNvPr>
          <p:cNvSpPr>
            <a:spLocks noGrp="1"/>
          </p:cNvSpPr>
          <p:nvPr/>
        </p:nvSpPr>
        <p:spPr>
          <a:xfrm>
            <a:off x="8382000" y="53149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1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+1.024 MHz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08DBDBA6-2393-4A87-85F5-8111FBA40C12}"/>
              </a:ext>
            </a:extLst>
          </p:cNvPr>
          <p:cNvSpPr>
            <a:spLocks noGrp="1"/>
          </p:cNvSpPr>
          <p:nvPr/>
        </p:nvSpPr>
        <p:spPr>
          <a:xfrm>
            <a:off x="952500" y="566737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32 kbit/s BPSK on a 1.024 MHz subcarrier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53B9D2B3-74D2-4BC8-A41B-A1025004D345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*Illustrative power allocation. Unshaped NRZ data: each sideband has a 64 kHz first-null span.</a:t>
            </a:r>
          </a:p>
        </p:txBody>
      </p:sp>
    </p:spTree>
    <p:extLst>
      <p:ext uri="{BB962C8B-B14F-4D97-AF65-F5344CB8AC3E}">
        <p14:creationId xmlns:p14="http://schemas.microsoft.com/office/powerpoint/2010/main" val="21283553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0">
            <a:extLst>
              <a:ext uri="{FF2B5EF4-FFF2-40B4-BE49-F238E27FC236}">
                <a16:creationId xmlns:a16="http://schemas.microsoft.com/office/drawing/2014/main" id="{334D41B3-7A33-4AEE-ABAB-0C7F41FE20F5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 Power Is Part of Total Signal Power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69B769B-EB16-4EAD-8FA4-B1E98E2DA5A3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965D76F-FAB7-489B-8472-17CB5706C108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BF5BF05-4C6D-438D-BE41-2EF2AC410402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[4]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1443283-9A57-4C2A-AEAA-4566C2D7FF87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Illustrative Allocation of Total Received RF Power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3C2B4-D61A-4602-B9EB-EB655AA90F1F}"/>
              </a:ext>
            </a:extLst>
          </p:cNvPr>
          <p:cNvSpPr>
            <a:spLocks noGrp="1"/>
          </p:cNvSpPr>
          <p:nvPr/>
        </p:nvSpPr>
        <p:spPr>
          <a:xfrm>
            <a:off x="1238250" y="2381250"/>
            <a:ext cx="3143250" cy="685800"/>
          </a:xfrm>
          <a:prstGeom prst="rect">
            <a:avLst/>
          </a:prstGeom>
          <a:solidFill>
            <a:srgbClr val="A866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7D0BBA0-1965-4B9C-9EE9-906BCDD8B4FA}"/>
              </a:ext>
            </a:extLst>
          </p:cNvPr>
          <p:cNvSpPr>
            <a:spLocks noGrp="1"/>
          </p:cNvSpPr>
          <p:nvPr/>
        </p:nvSpPr>
        <p:spPr>
          <a:xfrm>
            <a:off x="1381125" y="2557463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Ranging  20%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E5FD3-6C97-41D0-BC9F-982526BE0E59}"/>
              </a:ext>
            </a:extLst>
          </p:cNvPr>
          <p:cNvSpPr>
            <a:spLocks noGrp="1"/>
          </p:cNvSpPr>
          <p:nvPr/>
        </p:nvSpPr>
        <p:spPr>
          <a:xfrm>
            <a:off x="1238250" y="3067050"/>
            <a:ext cx="3143250" cy="1028700"/>
          </a:xfrm>
          <a:prstGeom prst="rect">
            <a:avLst/>
          </a:prstGeom>
          <a:solidFill>
            <a:srgbClr val="167D9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2CDEC3FD-0C13-4D57-8FE9-2D285D76C731}"/>
              </a:ext>
            </a:extLst>
          </p:cNvPr>
          <p:cNvSpPr>
            <a:spLocks noGrp="1"/>
          </p:cNvSpPr>
          <p:nvPr/>
        </p:nvSpPr>
        <p:spPr>
          <a:xfrm>
            <a:off x="1381125" y="3414713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Residual Carrier  30%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079352-06BA-404E-A7AD-3B9F01E2FBB2}"/>
              </a:ext>
            </a:extLst>
          </p:cNvPr>
          <p:cNvSpPr>
            <a:spLocks noGrp="1"/>
          </p:cNvSpPr>
          <p:nvPr/>
        </p:nvSpPr>
        <p:spPr>
          <a:xfrm>
            <a:off x="1238250" y="4095750"/>
            <a:ext cx="3143250" cy="171450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475B1B4-7537-41A2-AFAD-31DA9BA5BC1D}"/>
              </a:ext>
            </a:extLst>
          </p:cNvPr>
          <p:cNvSpPr>
            <a:spLocks noGrp="1"/>
          </p:cNvSpPr>
          <p:nvPr/>
        </p:nvSpPr>
        <p:spPr>
          <a:xfrm>
            <a:off x="1381125" y="4786313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 50%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8EAB4F1E-845B-498E-BD5F-C9A3C54F3F6B}"/>
              </a:ext>
            </a:extLst>
          </p:cNvPr>
          <p:cNvSpPr>
            <a:spLocks noGrp="1"/>
          </p:cNvSpPr>
          <p:nvPr/>
        </p:nvSpPr>
        <p:spPr>
          <a:xfrm>
            <a:off x="1095375" y="1952625"/>
            <a:ext cx="3476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100% of Total RF Power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DE41D33C-0E65-4BD3-99CE-B3BBFFC0F4E1}"/>
              </a:ext>
            </a:extLst>
          </p:cNvPr>
          <p:cNvSpPr>
            <a:spLocks noGrp="1"/>
          </p:cNvSpPr>
          <p:nvPr/>
        </p:nvSpPr>
        <p:spPr>
          <a:xfrm>
            <a:off x="5048250" y="2619375"/>
            <a:ext cx="6334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q = S</a:t>
            </a:r>
            <a:r>
              <a:rPr sz="1836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/ S</a:t>
            </a:r>
            <a:r>
              <a:rPr sz="1836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= 0.5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F23D832-D500-411E-B39D-391832A3B4F9}"/>
              </a:ext>
            </a:extLst>
          </p:cNvPr>
          <p:cNvSpPr>
            <a:spLocks noGrp="1"/>
          </p:cNvSpPr>
          <p:nvPr/>
        </p:nvSpPr>
        <p:spPr>
          <a:xfrm>
            <a:off x="5048250" y="3524250"/>
            <a:ext cx="6334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[S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[S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+ 10 log₁₀(q)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D70ACAC4-D371-4966-B32B-45BFE1FB24E3}"/>
              </a:ext>
            </a:extLst>
          </p:cNvPr>
          <p:cNvSpPr>
            <a:spLocks noGrp="1"/>
          </p:cNvSpPr>
          <p:nvPr/>
        </p:nvSpPr>
        <p:spPr>
          <a:xfrm>
            <a:off x="5048250" y="4857750"/>
            <a:ext cx="6334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q = 0.5, data-channel S/N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is 3.0 dB lower.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31A60643-0BD9-4E6D-ADFD-3672BBD1D843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*Assumed power fractions sum to 100%. Modulation indices and waveform design determine the actual split. The diagram shows allocation, not signal flow.</a:t>
            </a:r>
          </a:p>
        </p:txBody>
      </p:sp>
    </p:spTree>
    <p:extLst>
      <p:ext uri="{BB962C8B-B14F-4D97-AF65-F5344CB8AC3E}">
        <p14:creationId xmlns:p14="http://schemas.microsoft.com/office/powerpoint/2010/main" val="499232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536C9BE0-EC55-4C91-9E5D-BCAF12B2EC34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Modulation Selection Is a Mission Trade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FEF28B90-A4CE-4ED6-A540-17B32D25B1F2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706E7-2C57-4D3C-8D85-C490D3B38503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4DFB096-0095-4526-9E9A-B350025FE097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4, 6]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914400" y="1714500"/>
          <a:ext cx="10363200" cy="333375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Need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Signal Design Implication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Weak signal acquisition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Consider tracking aids and residual-carrier power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High data rate in limited spectrum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More bits per symbol and appropriate pulse shaping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Efficient spacecraft power amplifier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Control envelope variation and amplifier backoff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Navigation or tracking on the same link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Allocate signal power and spectrum to each function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076FF19F-B229-4F03-9123-548BD0045A2D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Choose the waveform with the receiver, amplifier, and mission requirements in view.</a:t>
            </a:r>
          </a:p>
        </p:txBody>
      </p:sp>
    </p:spTree>
    <p:extLst>
      <p:ext uri="{BB962C8B-B14F-4D97-AF65-F5344CB8AC3E}">
        <p14:creationId xmlns:p14="http://schemas.microsoft.com/office/powerpoint/2010/main" val="2084048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/>
          <p:cNvCxnSpPr>
            <a:stCxn id="8" idx="3"/>
            <a:endCxn id="10" idx="1"/>
          </p:cNvCxnSpPr>
          <p:nvPr/>
        </p:nvCxnSpPr>
        <p:spPr>
          <a:xfrm>
            <a:off x="8439150" y="2647950"/>
            <a:ext cx="33337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17" name="Straight Arrow Connector 16"/>
          <p:cNvCxnSpPr>
            <a:stCxn id="6" idx="3"/>
            <a:endCxn id="8" idx="1"/>
          </p:cNvCxnSpPr>
          <p:nvPr/>
        </p:nvCxnSpPr>
        <p:spPr>
          <a:xfrm>
            <a:off x="5819775" y="2647950"/>
            <a:ext cx="33337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cxnSp>
        <p:nvCxnSpPr>
          <p:cNvPr id="18" name="Straight Arrow Connector 17"/>
          <p:cNvCxnSpPr>
            <a:stCxn id="5" idx="3"/>
            <a:endCxn id="6" idx="1"/>
          </p:cNvCxnSpPr>
          <p:nvPr/>
        </p:nvCxnSpPr>
        <p:spPr>
          <a:xfrm>
            <a:off x="3200400" y="2647950"/>
            <a:ext cx="333375" cy="0"/>
          </a:xfrm>
          <a:prstGeom prst="straightConnector1">
            <a:avLst/>
          </a:prstGeom>
          <a:ln w="19050">
            <a:solidFill>
              <a:srgbClr val="1F4E79"/>
            </a:solidFill>
            <a:prstDash val="solid"/>
            <a:tailEnd type="triangle" w="med" len="med"/>
          </a:ln>
        </p:spPr>
      </p:cxnSp>
      <p:sp>
        <p:nvSpPr>
          <p:cNvPr id="15" name="text-0">
            <a:extLst>
              <a:ext uri="{FF2B5EF4-FFF2-40B4-BE49-F238E27FC236}">
                <a16:creationId xmlns:a16="http://schemas.microsoft.com/office/drawing/2014/main" id="{DCF4FFA0-16E6-4975-B3E6-375204884772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 Receiver Must Recover the Bits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B2F5E20-B2B8-4636-AA07-67323DA69B0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38E30CF-6F76-4E77-825F-B246504CD39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5E68F7B-CBE0-4519-BB1D-AD859FA36632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5]</a:t>
            </a:r>
          </a:p>
        </p:txBody>
      </p:sp>
      <p:sp>
        <p:nvSpPr>
          <p:cNvPr id="5" name="block-4">
            <a:extLst>
              <a:ext uri="{FF2B5EF4-FFF2-40B4-BE49-F238E27FC236}">
                <a16:creationId xmlns:a16="http://schemas.microsoft.com/office/drawing/2014/main" id="{3FE23A12-1312-450E-9B43-B5B754AF1C7B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RF / IF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Conversion</a:t>
            </a:r>
          </a:p>
        </p:txBody>
      </p:sp>
      <p:sp>
        <p:nvSpPr>
          <p:cNvPr id="6" name="block-5">
            <a:extLst>
              <a:ext uri="{FF2B5EF4-FFF2-40B4-BE49-F238E27FC236}">
                <a16:creationId xmlns:a16="http://schemas.microsoft.com/office/drawing/2014/main" id="{61F38C77-1C89-4384-BD96-91399AFE7A5E}"/>
              </a:ext>
            </a:extLst>
          </p:cNvPr>
          <p:cNvSpPr>
            <a:spLocks noGrp="1"/>
          </p:cNvSpPr>
          <p:nvPr/>
        </p:nvSpPr>
        <p:spPr>
          <a:xfrm>
            <a:off x="3533775" y="219075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Carrier + Timing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Recovery</a:t>
            </a:r>
          </a:p>
        </p:txBody>
      </p:sp>
      <p:sp>
        <p:nvSpPr>
          <p:cNvPr id="8" name="block-7">
            <a:extLst>
              <a:ext uri="{FF2B5EF4-FFF2-40B4-BE49-F238E27FC236}">
                <a16:creationId xmlns:a16="http://schemas.microsoft.com/office/drawing/2014/main" id="{9D6A9006-6384-44F1-824F-D83D6A4E49D9}"/>
              </a:ext>
            </a:extLst>
          </p:cNvPr>
          <p:cNvSpPr>
            <a:spLocks noGrp="1"/>
          </p:cNvSpPr>
          <p:nvPr/>
        </p:nvSpPr>
        <p:spPr>
          <a:xfrm>
            <a:off x="6153150" y="219075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Filter + Symbol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Decisions</a:t>
            </a:r>
          </a:p>
        </p:txBody>
      </p:sp>
      <p:sp>
        <p:nvSpPr>
          <p:cNvPr id="10" name="block-9">
            <a:extLst>
              <a:ext uri="{FF2B5EF4-FFF2-40B4-BE49-F238E27FC236}">
                <a16:creationId xmlns:a16="http://schemas.microsoft.com/office/drawing/2014/main" id="{15F7FC63-BEBC-4453-971F-E592C03A45AC}"/>
              </a:ext>
            </a:extLst>
          </p:cNvPr>
          <p:cNvSpPr>
            <a:spLocks noGrp="1"/>
          </p:cNvSpPr>
          <p:nvPr/>
        </p:nvSpPr>
        <p:spPr>
          <a:xfrm>
            <a:off x="8772525" y="219075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lIns="85725" tIns="85725" rIns="85725" bIns="85725" anchor="ctr"/>
          <a:lstStyle>
            <a:lvl1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Channel</a:t>
            </a:r>
          </a:p>
          <a:p>
            <a:pPr algn="ctr">
              <a:buNone/>
              <a:defRPr sz="18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Decoder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F6EF57A3-8A7D-4AAC-9451-1614A0E472DF}"/>
              </a:ext>
            </a:extLst>
          </p:cNvPr>
          <p:cNvSpPr>
            <a:spLocks noGrp="1"/>
          </p:cNvSpPr>
          <p:nvPr/>
        </p:nvSpPr>
        <p:spPr>
          <a:xfrm>
            <a:off x="914400" y="38100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receiver needs carrier and timing references before making symbol decisions.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84C0490-E71C-499A-BD74-DCF2558A5246}"/>
              </a:ext>
            </a:extLst>
          </p:cNvPr>
          <p:cNvSpPr>
            <a:spLocks noGrp="1"/>
          </p:cNvSpPr>
          <p:nvPr/>
        </p:nvSpPr>
        <p:spPr>
          <a:xfrm>
            <a:off x="914400" y="443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Its error performance depends on signal energy relative to noise.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F12D0956-8B94-4CBB-A7B0-471394F22A60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Next class examines the receiver and decoder in detail.</a:t>
            </a:r>
          </a:p>
        </p:txBody>
      </p:sp>
    </p:spTree>
    <p:extLst>
      <p:ext uri="{BB962C8B-B14F-4D97-AF65-F5344CB8AC3E}">
        <p14:creationId xmlns:p14="http://schemas.microsoft.com/office/powerpoint/2010/main" val="9890157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3CABA987-65AD-406B-9502-6DE919B492DF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Bit Errors and Mission Performance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4FACF2D-13BB-47C6-B098-73D887AE6496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4442F4C-AEA6-4280-AD08-EA9DD352FF08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1D7F9EB-494F-465E-9E3B-5FA37BEACFA4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[5, 7]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598C90B-05FE-472D-9B71-C3BC7E423A19}"/>
              </a:ext>
            </a:extLst>
          </p:cNvPr>
          <p:cNvSpPr>
            <a:spLocks noGrp="1"/>
          </p:cNvSpPr>
          <p:nvPr/>
        </p:nvSpPr>
        <p:spPr>
          <a:xfrm>
            <a:off x="1238250" y="238125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1,000,000 Bits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21177E3D-BFF0-4382-8139-1FC869FE3713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1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BER = 10</a:t>
            </a:r>
            <a:r>
              <a:rPr sz="2268" b="0" baseline="30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−5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4ECE158-2F16-49B3-A651-89360EDEBBA0}"/>
              </a:ext>
            </a:extLst>
          </p:cNvPr>
          <p:cNvSpPr>
            <a:spLocks noGrp="1"/>
          </p:cNvSpPr>
          <p:nvPr/>
        </p:nvSpPr>
        <p:spPr>
          <a:xfrm>
            <a:off x="1238250" y="4191000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10 Bit Errors on Average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8A032FB7-DE74-4723-A1CA-DDC30CFF6F32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Measured BER = erroneous bits / tested bits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theoretical bit-error probability predicts long-run behavior under stated assumptions.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BER = 10</a:t>
            </a:r>
            <a:r>
              <a:rPr sz="1404" b="0" baseline="30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−5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, one million bits contains 10 errors on average.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mission may require frame or packet error performance, not only raw BER.</a:t>
            </a:r>
          </a:p>
        </p:txBody>
      </p:sp>
    </p:spTree>
    <p:extLst>
      <p:ext uri="{BB962C8B-B14F-4D97-AF65-F5344CB8AC3E}">
        <p14:creationId xmlns:p14="http://schemas.microsoft.com/office/powerpoint/2010/main" val="16956145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510273AF-B7F8-4807-9B37-3436AC8ACEB5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Energy per Information Bit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0E254C2-2E08-4732-A277-54DBFA87E917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E4C5F8C-C06B-40D2-8639-9764D5B5826A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1E4D3EE-9FA3-43CA-A592-8825B5E981AD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7]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71F709B-20D3-40BB-8EC7-749316F60465}"/>
              </a:ext>
            </a:extLst>
          </p:cNvPr>
          <p:cNvSpPr>
            <a:spLocks noGrp="1"/>
          </p:cNvSpPr>
          <p:nvPr/>
        </p:nvSpPr>
        <p:spPr>
          <a:xfrm>
            <a:off x="914400" y="1666875"/>
            <a:ext cx="10382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Energy per Bit = Received Data Power ÷ Information Bit Rate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6C7F019-3B04-4D36-8C15-20DC1FC36139}"/>
              </a:ext>
            </a:extLst>
          </p:cNvPr>
          <p:cNvSpPr>
            <a:spLocks noGrp="1"/>
          </p:cNvSpPr>
          <p:nvPr/>
        </p:nvSpPr>
        <p:spPr>
          <a:xfrm>
            <a:off x="952500" y="2714625"/>
            <a:ext cx="619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9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</a:t>
            </a:r>
            <a:r>
              <a:rPr sz="210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9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S</a:t>
            </a:r>
            <a:r>
              <a:rPr sz="210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9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/ R</a:t>
            </a:r>
            <a:r>
              <a:rPr sz="210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16429AA6-22F3-48C4-9270-AB860F755F8D}"/>
              </a:ext>
            </a:extLst>
          </p:cNvPr>
          <p:cNvSpPr>
            <a:spLocks noGrp="1"/>
          </p:cNvSpPr>
          <p:nvPr/>
        </p:nvSpPr>
        <p:spPr>
          <a:xfrm>
            <a:off x="6858000" y="2714625"/>
            <a:ext cx="457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J/bit = (J/s) ÷ (bit/s)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9E908AA-0CE6-4AB1-8F3E-71483CD4746C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</a:t>
            </a:r>
            <a:r>
              <a:rPr sz="194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94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(S</a:t>
            </a:r>
            <a:r>
              <a:rPr sz="194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94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) / R</a:t>
            </a:r>
            <a:r>
              <a:rPr sz="194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ACEFBE26-7C88-454B-9C25-6D810B6F79A9}"/>
              </a:ext>
            </a:extLst>
          </p:cNvPr>
          <p:cNvSpPr>
            <a:spLocks noGrp="1"/>
          </p:cNvSpPr>
          <p:nvPr/>
        </p:nvSpPr>
        <p:spPr>
          <a:xfrm>
            <a:off x="952500" y="4524375"/>
            <a:ext cx="1038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[E</a:t>
            </a:r>
            <a:r>
              <a:rPr sz="1674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74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] = [S</a:t>
            </a:r>
            <a:r>
              <a:rPr sz="1674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3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74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] − 10 log₁₀(R</a:t>
            </a:r>
            <a:r>
              <a:rPr sz="1674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/ 1 bit/s)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D40F149E-B9D5-469B-83AB-E8C451C8170B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10382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fixed data power, twice as many bits each second means half the energy per bit: −3.0 dB.</a:t>
            </a:r>
          </a:p>
        </p:txBody>
      </p:sp>
    </p:spTree>
    <p:extLst>
      <p:ext uri="{BB962C8B-B14F-4D97-AF65-F5344CB8AC3E}">
        <p14:creationId xmlns:p14="http://schemas.microsoft.com/office/powerpoint/2010/main" val="457259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B83ABE48-F967-4D5D-A9FE-424CFCFD4BFE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Lunar Link: Available E</a:t>
            </a:r>
            <a:r>
              <a:rPr sz="2700" b="0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</a:t>
            </a: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2700" b="0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FA22A9FC-26B1-4885-8F38-268F4D1501B2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BB5D19D-835F-4403-8750-962A18DCF7DF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AFB884B-922D-4555-9CDF-946D4A39E4E8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Carry forward [S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74.5 dB-Hz. Assume all signal power carries data.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C40AF5B-E154-4F3E-B0A1-403E3460B5ED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R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1.0 Mbit/s: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A2EA373-244B-4571-A279-C9F8FF39B4D2}"/>
              </a:ext>
            </a:extLst>
          </p:cNvPr>
          <p:cNvSpPr>
            <a:spLocks noGrp="1"/>
          </p:cNvSpPr>
          <p:nvPr/>
        </p:nvSpPr>
        <p:spPr>
          <a:xfrm>
            <a:off x="914400" y="37814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[E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74.5 − 10 log₁₀(1,000,000) = 14.5 dB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F29F12C1-1E4C-4C19-AA50-DBE0F796B03F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R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2.0 Mbit/s: 74.5 − 63.0 = 11.5 dB</a:t>
            </a:r>
          </a:p>
        </p:txBody>
      </p:sp>
    </p:spTree>
    <p:extLst>
      <p:ext uri="{BB962C8B-B14F-4D97-AF65-F5344CB8AC3E}">
        <p14:creationId xmlns:p14="http://schemas.microsoft.com/office/powerpoint/2010/main" val="1444136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1EF96B80-DDFD-4703-B2FA-46243EC1CA3A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Question: Doubling the Information Rate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04858FE-DCB1-4CCB-B8EC-2D89132DC7A8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3335A3F-C633-471B-A51B-EF4A0A0CB9BB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97474CC-AB48-41C7-9766-3B1626923FC3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Keep received data power and noise density fixed. Double information rate from 1.0 to 2.0 Mbit/s. What changes?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A05F1F1-6855-4BDB-87BB-9DEF6C136726}"/>
              </a:ext>
            </a:extLst>
          </p:cNvPr>
          <p:cNvSpPr>
            <a:spLocks noGrp="1"/>
          </p:cNvSpPr>
          <p:nvPr/>
        </p:nvSpPr>
        <p:spPr>
          <a:xfrm>
            <a:off x="1190625" y="3476625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A. E</a:t>
            </a:r>
            <a:r>
              <a:rPr sz="1620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20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improves by 3.0 dB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EB9C496-C45D-4FE5-ADDF-AF3CDADC8E1B}"/>
              </a:ext>
            </a:extLst>
          </p:cNvPr>
          <p:cNvSpPr>
            <a:spLocks noGrp="1"/>
          </p:cNvSpPr>
          <p:nvPr/>
        </p:nvSpPr>
        <p:spPr>
          <a:xfrm>
            <a:off x="1190625" y="4286250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B. E</a:t>
            </a:r>
            <a:r>
              <a:rPr sz="1620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20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worsens by 3.0 dB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B84F18FB-626B-43D6-A137-06997358B88F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C. S/N</a:t>
            </a:r>
            <a:r>
              <a:rPr sz="1620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worsens by 3.0 dB</a:t>
            </a:r>
          </a:p>
        </p:txBody>
      </p:sp>
    </p:spTree>
    <p:extLst>
      <p:ext uri="{BB962C8B-B14F-4D97-AF65-F5344CB8AC3E}">
        <p14:creationId xmlns:p14="http://schemas.microsoft.com/office/powerpoint/2010/main" val="5354625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43A0DE32-2B1B-4CAA-A3AB-72A4B6076EDA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Worked Answer: Doubling the Information Rate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9A89F8C-2583-4102-A0A9-CBD553412502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322A990-808D-4D5E-B026-AC5EE4AD1DB4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A9CBB6B-2419-4880-BF89-C3D28C873D69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B. Available E</a:t>
            </a:r>
            <a:r>
              <a:rPr sz="1944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944" b="1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Falls by 3.0 dB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ABAAF92-F127-4FF9-B478-5371C58794F8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[E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[S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− [R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]. Rate rises from 60.0 to 63.0 dB(bit/s).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6432A11-CDD6-4A2F-A7E4-D4E75426D576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stays 74.5 dB-Hz. Available E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566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falls from 14.5 to 11.5 dB.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F848CCB-BBEA-4D05-B07C-D5A4369D4C60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has the sign reversed. C is false because the received power and noise density stay fixed.</a:t>
            </a:r>
          </a:p>
        </p:txBody>
      </p:sp>
    </p:spTree>
    <p:extLst>
      <p:ext uri="{BB962C8B-B14F-4D97-AF65-F5344CB8AC3E}">
        <p14:creationId xmlns:p14="http://schemas.microsoft.com/office/powerpoint/2010/main" val="1854293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085A3C8B-AD96-41F3-967F-3C44F21EB43E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 Ideal BPSK and QPSK BER Curve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BC5332C-04D3-4B95-8F44-572820AA743B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C046D388-3EF5-4181-A676-C232AA103403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B4A12C5-54DD-40B5-A210-03AF79F030DB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[7]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B4D995D9-F4A9-4E9B-9384-495C9C8E45DF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−5 on the vertical axis means BER = 10</a:t>
            </a:r>
            <a:r>
              <a:rPr sz="1134" b="0" baseline="30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−5</a:t>
            </a: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E90BAF97-8663-48FC-B6AA-BA3F80A45B10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Coherent BPSK and Gray QPSK in AWGN:</a:t>
            </a: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= ½ erfc(√(E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))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40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inside the square root is a linear ratio.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BER = 10</a:t>
            </a:r>
            <a:r>
              <a:rPr sz="1404" b="0" baseline="30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−5</a:t>
            </a: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, the ideal requirement is approximately 9.6 dB.</a:t>
            </a:r>
          </a:p>
        </p:txBody>
      </p:sp>
    </p:spTree>
    <p:extLst>
      <p:ext uri="{BB962C8B-B14F-4D97-AF65-F5344CB8AC3E}">
        <p14:creationId xmlns:p14="http://schemas.microsoft.com/office/powerpoint/2010/main" val="19587667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E6ACB06B-06B2-4409-8429-A34FAA896AEA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Reading a BER Curve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F0313103-8FA9-4D57-880E-5385A5569705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FA8A50D-6F37-4EB5-9D28-D535128F01C5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3941B19-7544-4C71-8E97-BF82171CDC69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[7]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914400" y="1714500"/>
          <a:ext cx="10363200" cy="266700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/N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Ideal Uncoded BER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6.0 dB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2.4 × 10</a:t>
                      </a:r>
                      <a:r>
                        <a:rPr sz="1350" b="0" baseline="30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−3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About 2,400 errors per million bits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9.6 dB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9.7 × 10</a:t>
                      </a:r>
                      <a:r>
                        <a:rPr sz="1350" b="0" baseline="30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−6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About 10 errors per million bits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12.0 dB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9.0 × 10</a:t>
                      </a:r>
                      <a:r>
                        <a:rPr sz="1350" b="0" baseline="30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−9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Far fewer errors under this ideal model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960F5012-3B32-42B6-92D0-043A768A3EFA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Coherent BPSK, AWGN, perfect synchronization. Actual equipment adds implementation effects.</a:t>
            </a:r>
          </a:p>
        </p:txBody>
      </p:sp>
    </p:spTree>
    <p:extLst>
      <p:ext uri="{BB962C8B-B14F-4D97-AF65-F5344CB8AC3E}">
        <p14:creationId xmlns:p14="http://schemas.microsoft.com/office/powerpoint/2010/main" val="16251441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79BD7A16-544A-4222-9872-4519D88D756F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Available and Required E</a:t>
            </a:r>
            <a:r>
              <a:rPr sz="2700" b="0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</a:t>
            </a: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2700" b="0" baseline="-250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DD2F584-0655-4E85-A29D-14F6DBD793E0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53D0587-BBB7-4DC3-9ABB-4296AEE1F4B4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63AC6FD-2410-4409-AC13-D068B39C80D6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7]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8C32B38-1830-489F-9108-F1013BC5452D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Available E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comes from received data power, noise density, and information rate.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3B39761-752B-483C-BC7B-84B9A96AD1B5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Required E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comes from a performance curve or a tested receiver specification.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C54805D-8F13-4275-8B00-633971E0C6E5}"/>
              </a:ext>
            </a:extLst>
          </p:cNvPr>
          <p:cNvSpPr>
            <a:spLocks noGrp="1"/>
          </p:cNvSpPr>
          <p:nvPr/>
        </p:nvSpPr>
        <p:spPr>
          <a:xfrm>
            <a:off x="914400" y="37814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Example: ideal coherent uncoded BPSK needs about 9.6 dB for BER = 10</a:t>
            </a:r>
            <a:r>
              <a:rPr sz="1728" b="0" baseline="30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−5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in AWGN.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EEC031E3-86C9-464F-9B05-65032CC0D1CD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Real receiver losses and design reserve must also fit in the budget.</a:t>
            </a:r>
          </a:p>
        </p:txBody>
      </p:sp>
    </p:spTree>
    <p:extLst>
      <p:ext uri="{BB962C8B-B14F-4D97-AF65-F5344CB8AC3E}">
        <p14:creationId xmlns:p14="http://schemas.microsoft.com/office/powerpoint/2010/main" val="13078263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017166C2-96AB-47F0-9B49-F70C4F17AB0C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Lunar Link: Closing the Margin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AD38131-9BB4-49B6-A080-DD73CADACE4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776FB9C-EA13-41AA-A982-BBD9B8E8198F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2FB7BA2-C068-47B5-AC0B-FF31AC345C98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Available [E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[S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− [R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74.5 − 60.0 = 14.5 dB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18F6BCD-79BE-47AC-A06E-64E39FD01776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Assume BER ≤ 10</a:t>
            </a:r>
            <a:r>
              <a:rPr sz="1674" b="0" baseline="30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−5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requires 9.6 dB for ideal uncoded BPSK.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D26156C-491D-4A95-95A7-6981BDE705A1}"/>
              </a:ext>
            </a:extLst>
          </p:cNvPr>
          <p:cNvSpPr>
            <a:spLocks noGrp="1"/>
          </p:cNvSpPr>
          <p:nvPr/>
        </p:nvSpPr>
        <p:spPr>
          <a:xfrm>
            <a:off x="914400" y="37814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Assume a separate implementation loss of 1.0 dB.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800C7AA-2A1C-418F-9B53-7F1787EB51ED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Margin = 14.5 − 9.6 − 1.0 = 3.9 dB</a:t>
            </a:r>
          </a:p>
        </p:txBody>
      </p:sp>
    </p:spTree>
    <p:extLst>
      <p:ext uri="{BB962C8B-B14F-4D97-AF65-F5344CB8AC3E}">
        <p14:creationId xmlns:p14="http://schemas.microsoft.com/office/powerpoint/2010/main" val="20133346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48F06A70-CF9A-4E89-97A4-F93B1260E724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Lunar Link: Rate and Margin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FE3956F4-0EFA-4724-B697-9BDCC5630B1F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9E44FF2-7B20-41F7-8B6E-54BFBD93E88F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914400" y="1714500"/>
          <a:ext cx="10363200" cy="266700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Information Rate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Available E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/N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Margin*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1.0 Mbit/s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14.5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3.9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2.0 Mbit/s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11.5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0.9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4.0 Mbit/s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8.5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−2.1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B105D790-4DDD-4E58-94F4-A3C4D42F18E6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*Margin = 74.5 − 10 log₁₀(R</a:t>
            </a:r>
            <a:r>
              <a:rPr sz="972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) − 9.6 − 1.0 dB. Bandwidth and lock must also be adequate.</a:t>
            </a:r>
          </a:p>
        </p:txBody>
      </p:sp>
    </p:spTree>
    <p:extLst>
      <p:ext uri="{BB962C8B-B14F-4D97-AF65-F5344CB8AC3E}">
        <p14:creationId xmlns:p14="http://schemas.microsoft.com/office/powerpoint/2010/main" val="551184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E9CDD10F-4FC7-42BA-985C-F4FD4EF4BBF9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Question: The 4 Mbit/s Link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167EC80-2A89-4A58-AF75-06FF24BE8960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AB75358-C851-4BB6-87C7-B1E8E4390E37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0FAB9EF-05EE-41BA-ADAD-650461B8E7D1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We need 3.0 dB reserve, but the 4.0 Mbit/s case has −2.1 dB margin. Which change alone is enough?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4CCEE1E-8A0A-4B63-A9DE-CC16D4135521}"/>
              </a:ext>
            </a:extLst>
          </p:cNvPr>
          <p:cNvSpPr>
            <a:spLocks noGrp="1"/>
          </p:cNvSpPr>
          <p:nvPr/>
        </p:nvSpPr>
        <p:spPr>
          <a:xfrm>
            <a:off x="1190625" y="3476625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A. Switch BPSK to QPSK at the same information rate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B44F996-6D8B-4094-B40B-57C7D0E29967}"/>
              </a:ext>
            </a:extLst>
          </p:cNvPr>
          <p:cNvSpPr>
            <a:spLocks noGrp="1"/>
          </p:cNvSpPr>
          <p:nvPr/>
        </p:nvSpPr>
        <p:spPr>
          <a:xfrm>
            <a:off x="1190625" y="4286250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B. Reduce the information rate to 1.0 Mbit/s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CB13BC6-8E4F-4512-81B3-BF3E274B3C98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9906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C. Add 20 dB of ideal gain after the receiver front end</a:t>
            </a:r>
          </a:p>
        </p:txBody>
      </p:sp>
    </p:spTree>
    <p:extLst>
      <p:ext uri="{BB962C8B-B14F-4D97-AF65-F5344CB8AC3E}">
        <p14:creationId xmlns:p14="http://schemas.microsoft.com/office/powerpoint/2010/main" val="5485782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AB65DE6D-9A63-4F3D-ADEB-6B2B6F771D73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Worked Answer: The 4 Mbit/s Link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0192450-E583-4519-A0E0-FE843E182D5A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3A1DFB17-2179-422E-A3F4-D962A35DD907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73E555F-597B-488F-B711-6A71BE0BDAAD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B. Reduce the Information Rate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95ACBE9-D573-4C82-83C1-F5BC7DC3C04E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1.0 Mbit/s case has 3.9 dB margin and exceeds the 3.0 dB reserve.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48321A1-E290-40D5-BAD3-B6B8B7649B7C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reduces bandwidth but does not change ideal bit-energy performance.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AF941C9-EEC4-449A-922D-79317E3158BE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 amplifies signal and existing noise together.</a:t>
            </a:r>
          </a:p>
        </p:txBody>
      </p:sp>
    </p:spTree>
    <p:extLst>
      <p:ext uri="{BB962C8B-B14F-4D97-AF65-F5344CB8AC3E}">
        <p14:creationId xmlns:p14="http://schemas.microsoft.com/office/powerpoint/2010/main" val="19716536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ED91650B-B4F7-417E-8C90-F61FE98F2AB0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Lunar Link: The Remaining Trades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38E41F6-17A4-4FC6-B41C-684CF500C9F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50694C1-F089-48D0-9D7B-9C667A5C6D8A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73D64E3-6CEE-480D-BE64-0D19905FBDFE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5, 7]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914400" y="1714500"/>
          <a:ext cx="10363200" cy="333375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Change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Budget Effect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Mission Cost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More data-channel EIRP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More available E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/N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Spacecraft power or antenna demands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Better G/T or lower losses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More available E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/N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Ground hardware, siting, or operations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Lower information bit rate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More energy per information bit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Longer delivery time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Different modulation / coding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May lower required E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/N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Bandwidth, complexity, or latency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A63B4900-E9EB-42FC-8E71-CF6076924A43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 lower requirement must come from a justified performance comparison at the same delivered error target.</a:t>
            </a:r>
          </a:p>
        </p:txBody>
      </p:sp>
    </p:spTree>
    <p:extLst>
      <p:ext uri="{BB962C8B-B14F-4D97-AF65-F5344CB8AC3E}">
        <p14:creationId xmlns:p14="http://schemas.microsoft.com/office/powerpoint/2010/main" val="4777696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4D5CD574-2455-46BF-A8C8-F245FEB805B9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 Complete Link Equation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5A1B341-F4B2-48EF-A6CF-528F855CA8A6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BBECF161-2826-4B75-96D0-05198DE9201E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241BF6B-2653-4698-86F0-25F331181BCF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4, 7]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0584DBB1-081F-4D8A-9AAE-46640051372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[E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[EIRP] − [L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− [L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other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+ [G/T] − [k] + [q] − [R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291606E-CCC7-49AB-ABF6-CE0FBBD07C87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[q] = 10 log₁₀(q), where q is the fraction of received signal power allocated to data.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913F658F-C5A7-47F7-9A3E-BAB1756FF226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[R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] = 10 log₁₀(R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/ 1 bit/s), using the information bit rate.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8C01EDB-979B-483C-98F1-D2A28FB4A1C5}"/>
              </a:ext>
            </a:extLst>
          </p:cNvPr>
          <p:cNvSpPr>
            <a:spLocks noGrp="1"/>
          </p:cNvSpPr>
          <p:nvPr/>
        </p:nvSpPr>
        <p:spPr>
          <a:xfrm>
            <a:off x="914400" y="44386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[k] = −228.6 dBW/Hz/K. G and T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sys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use the same reference plane.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E302B0F2-C6DA-4088-9758-2FFB15E1862C}"/>
              </a:ext>
            </a:extLst>
          </p:cNvPr>
          <p:cNvSpPr>
            <a:spLocks noGrp="1"/>
          </p:cNvSpPr>
          <p:nvPr/>
        </p:nvSpPr>
        <p:spPr>
          <a:xfrm>
            <a:off x="914400" y="518160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Available E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512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must cover the requirement, implementation loss, and reserve.</a:t>
            </a:r>
          </a:p>
        </p:txBody>
      </p:sp>
    </p:spTree>
    <p:extLst>
      <p:ext uri="{BB962C8B-B14F-4D97-AF65-F5344CB8AC3E}">
        <p14:creationId xmlns:p14="http://schemas.microsoft.com/office/powerpoint/2010/main" val="18107740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F9FD4B86-CB01-415D-8D18-6CF3740F73B0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What If the Link Still Does Not Close?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04802F5-A638-4A00-BDCD-BEC60C06A44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75BEF6A-6D8B-44E3-92B4-1F494F6D6C5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19D5A3D-5AF3-48A3-B349-07AC212E851D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We have optimized power, antennas, receiver noise, losses, and data rate.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935F538-7C0F-40C1-85E5-64088BAE642D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Our available E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still falls short of the requirement.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E9194376-A70C-4E15-AF43-19190CD4A225}"/>
              </a:ext>
            </a:extLst>
          </p:cNvPr>
          <p:cNvSpPr>
            <a:spLocks noGrp="1"/>
          </p:cNvSpPr>
          <p:nvPr/>
        </p:nvSpPr>
        <p:spPr>
          <a:xfrm>
            <a:off x="914400" y="37814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Could we transmit the bits in a way that requires less E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/N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F5BDE4-0BEA-489D-8F73-FC78B94B42DB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Next Class: Demodulation, BER, and Coding</a:t>
            </a:r>
          </a:p>
        </p:txBody>
      </p:sp>
    </p:spTree>
    <p:extLst>
      <p:ext uri="{BB962C8B-B14F-4D97-AF65-F5344CB8AC3E}">
        <p14:creationId xmlns:p14="http://schemas.microsoft.com/office/powerpoint/2010/main" val="15274637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0">
            <a:extLst>
              <a:ext uri="{FF2B5EF4-FFF2-40B4-BE49-F238E27FC236}">
                <a16:creationId xmlns:a16="http://schemas.microsoft.com/office/drawing/2014/main" id="{3C8F49B6-FD06-45BE-8458-39CF8620F9F9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Optional Reference Slides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3C0CBFE-B42E-4787-8362-1343CFDF5637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8254028-1DCD-4799-B8F3-18B2C43E6499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6D8AE3E-08CC-41B0-8AC5-3D6424497EA7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101917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Additional Signal Examples and Calculation Details</a:t>
            </a:r>
          </a:p>
        </p:txBody>
      </p:sp>
    </p:spTree>
    <p:extLst>
      <p:ext uri="{BB962C8B-B14F-4D97-AF65-F5344CB8AC3E}">
        <p14:creationId xmlns:p14="http://schemas.microsoft.com/office/powerpoint/2010/main" val="10520855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EFD9EC38-FC31-4053-B6D3-B7BFA97E9476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Why the 290 K Reference Cancels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CE0E2E7-A86F-43D2-A3BA-10EE51CC7509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8A07280-C1D4-453B-8A15-C7454588C183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E6FB7A3-B66D-48EE-8403-8D79B7975076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[2]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914400" y="1714500"/>
          <a:ext cx="10363200" cy="200025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Chosen Reference T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Reported Noise Factor F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Recovered Receiver T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290 K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2.0 (NF = 3.0 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(2.0 − 1) × 290 = 290 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Hypothetical 580 K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1.5 (NF = 1.8 dB)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(1.5 − 1) × 580 = 290 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E615B91E-669D-4AE3-AFF0-C94D6C08671B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</a:t>
            </a:r>
            <a:r>
              <a:rPr sz="972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</a:t>
            </a: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= (F − 1)T</a:t>
            </a:r>
            <a:r>
              <a:rPr sz="972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. Same hardware, different reporting convention. Actual output noise = GkB(T</a:t>
            </a:r>
            <a:r>
              <a:rPr sz="972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 + T</a:t>
            </a:r>
            <a:r>
              <a:rPr sz="972" b="0" baseline="-250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</a:t>
            </a: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), unchanged by the reference choice.</a:t>
            </a:r>
          </a:p>
        </p:txBody>
      </p:sp>
    </p:spTree>
    <p:extLst>
      <p:ext uri="{BB962C8B-B14F-4D97-AF65-F5344CB8AC3E}">
        <p14:creationId xmlns:p14="http://schemas.microsoft.com/office/powerpoint/2010/main" val="13048026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D163E3EA-4045-4F6C-89BA-8F59C662C00F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Pulse-Shape Mismatch: A Numerical Example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FC27C3A8-A1D5-4F22-B531-5692F90B37B3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13D51B4-71A1-40F7-A283-D5BE4EDA680B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18A20C2-CCC9-418F-9075-96D935627FE2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13]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914400" y="1714500"/>
          <a:ext cx="10363200" cy="266700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Receive Filter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Required E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/N</a:t>
                      </a:r>
                      <a:r>
                        <a:rPr sz="1404" b="1" baseline="-25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at BER = 10</a:t>
                      </a:r>
                      <a:r>
                        <a:rPr sz="1404" b="1" baseline="30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−5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Matched root-raised-cosine filter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9.6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Rectangular integrate-and-dump filter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10.5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Additional required E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/N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About 1.0 dB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8ADE958E-18B8-48D2-83A0-51C4FC455D23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*Teaching calculation: uncoded BPSK, RRC transmit roll-off 0.35, AWGN, perfect carrier/timing, independent bits, no equalizer. This penalty is specific to these assumptions.</a:t>
            </a:r>
          </a:p>
        </p:txBody>
      </p:sp>
    </p:spTree>
    <p:extLst>
      <p:ext uri="{BB962C8B-B14F-4D97-AF65-F5344CB8AC3E}">
        <p14:creationId xmlns:p14="http://schemas.microsoft.com/office/powerpoint/2010/main" val="10913078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8E9F996D-41FB-467E-9C19-EA74C7C83877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Navigation and Tracking Signals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E15673F-A39B-4171-8900-BC165186B55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720E3D6-EFD4-4267-915B-EFAC8223A2C7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9B921D1-DBFE-482C-BCBF-BBBC11E5121A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[4]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914400" y="1714500"/>
          <a:ext cx="10363200" cy="333375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Observable or Reference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Example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Navigation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Known timing/code/phase references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GPS time-tagged ranging codes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Historical navigation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Carrier Doppler over a pass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Transit navigation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Bearing reference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Carrier/subcarrier phase relationship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VOR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Spacecraft tracking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Range and Doppler over time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Orbit estimation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AE48602D-0084-45B4-B476-4F98952B0754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Range is a line-of-sight distance measurement. Doppler constrains line-of-sight velocity; a trajectory solution uses measurements over time.</a:t>
            </a:r>
          </a:p>
        </p:txBody>
      </p:sp>
    </p:spTree>
    <p:extLst>
      <p:ext uri="{BB962C8B-B14F-4D97-AF65-F5344CB8AC3E}">
        <p14:creationId xmlns:p14="http://schemas.microsoft.com/office/powerpoint/2010/main" val="1997757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2F75E5B1-5ED0-4AFB-AB4A-AA4C4583E82C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Frequency Bands and Spectrum Access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0178682-BE0B-4394-9F91-FD2271FECD2F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478A3B6-8E06-4A19-96A6-BFAF919D3895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9D0679B-14DE-4EA7-8952-940AEB53091C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[10]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98001EC-5077-494F-93D0-7C2EE5FEF0F0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S, X, Ku, and Ka are useful space-communications bands. L, VHF, and UHF also serve particular missions.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B080030-6BE9-4DC0-B2EC-0988C975A9B6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Available bandwidth depends on the allocated service, direction, region, and authorization.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1C174021-F17A-4D6A-AD83-5214E60A4208}"/>
              </a:ext>
            </a:extLst>
          </p:cNvPr>
          <p:cNvSpPr>
            <a:spLocks noGrp="1"/>
          </p:cNvSpPr>
          <p:nvPr/>
        </p:nvSpPr>
        <p:spPr>
          <a:xfrm>
            <a:off x="914400" y="37814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Higher-frequency links can offer wider allocations while facing tighter pointing and weather trades.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D52C552-71B9-4E01-9A2C-FC832AC0271E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band name alone does not guarantee a usable bandwidth or non-line-of-sight coverage.</a:t>
            </a:r>
          </a:p>
        </p:txBody>
      </p:sp>
    </p:spTree>
    <p:extLst>
      <p:ext uri="{BB962C8B-B14F-4D97-AF65-F5344CB8AC3E}">
        <p14:creationId xmlns:p14="http://schemas.microsoft.com/office/powerpoint/2010/main" val="2371549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06F99547-6EFE-43B5-B034-380A63E607BC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Subcarrier Examples and Ranging Tones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6AD54CB-051D-4F6F-A216-6A14D8BDAA08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BD6CE028-DEC6-4DD3-8A47-62FD42DF7C18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CAF992C-CABA-4F7D-9A52-88EA777CF30E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[4]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E331298-7C28-4594-ABAC-61707EC696F2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Direct example: 100 kbit/s telemetry modulates the RF carrier without an added subcarrier.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BCBDDC7E-79BC-4373-80E7-FDA5A31085E4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Subcarrier example: place 100 kbit/s data on a 1.024 MHz subcarrier. Account for both RF sidebands.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65C803B-B738-45A0-9F12-8158C2A59D62}"/>
              </a:ext>
            </a:extLst>
          </p:cNvPr>
          <p:cNvSpPr>
            <a:spLocks noGrp="1"/>
          </p:cNvSpPr>
          <p:nvPr/>
        </p:nvSpPr>
        <p:spPr>
          <a:xfrm>
            <a:off x="914400" y="3343275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Combined example: 20 kbit/s telemetry on a 70 kHz subcarrier, plus ranging tones at 4, 20, 100, and 500 kHz.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2FFC28F3-9894-48A7-ABAE-BF0423BE3BEC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These are illustrative plans. Modulation indices set the power split; receiver compatibility sets usable combinations.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4385E255-E140-4EEF-991C-F21451B3725A}"/>
              </a:ext>
            </a:extLst>
          </p:cNvPr>
          <p:cNvSpPr>
            <a:spLocks noGrp="1"/>
          </p:cNvSpPr>
          <p:nvPr/>
        </p:nvSpPr>
        <p:spPr>
          <a:xfrm>
            <a:off x="914400" y="4924425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PN ranging uses a known pseudo-random pattern and correlation. It need not use a telemetry subcarrier.</a:t>
            </a:r>
          </a:p>
        </p:txBody>
      </p:sp>
    </p:spTree>
    <p:extLst>
      <p:ext uri="{BB962C8B-B14F-4D97-AF65-F5344CB8AC3E}">
        <p14:creationId xmlns:p14="http://schemas.microsoft.com/office/powerpoint/2010/main" val="14409432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0A03671E-6BC8-42A7-B3F8-89384366CA30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Analog Modulation Equations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A3764F8-261F-400E-BAA6-0FC45DF43A6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BEC88F1-2335-472C-9301-FEBCBE5FF36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9DC6A42-B500-4FA4-8AC8-F39882CCEE8A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DEBEE5D-B6C1-416B-8A26-D59F70BE47C5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AM: s(t) = A[1 + μm(t)] cos(2πf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t)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001B2D9F-42C1-4679-BD5F-DA26803D02C9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FM: s(t) = A cos[2πf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t + 2πk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∫m(τ)dτ]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3DD0A5C-C71A-4548-82B0-368FE2295FEF}"/>
              </a:ext>
            </a:extLst>
          </p:cNvPr>
          <p:cNvSpPr>
            <a:spLocks noGrp="1"/>
          </p:cNvSpPr>
          <p:nvPr/>
        </p:nvSpPr>
        <p:spPr>
          <a:xfrm>
            <a:off x="914400" y="3343275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PM: s(t) = A cos[2πf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t + k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m(t)]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D7C0D6A5-962D-44E7-8F09-8DCA4E0584B1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FM, Carson’s approximation is B ≈ 2(Δf + f</a:t>
            </a:r>
            <a:r>
              <a:rPr sz="1728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</a:t>
            </a: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,max).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2C38CC86-4BA1-4154-9F0E-6238BB4FCCAC}"/>
              </a:ext>
            </a:extLst>
          </p:cNvPr>
          <p:cNvSpPr>
            <a:spLocks noGrp="1"/>
          </p:cNvSpPr>
          <p:nvPr/>
        </p:nvSpPr>
        <p:spPr>
          <a:xfrm>
            <a:off x="914400" y="4924425"/>
            <a:ext cx="10363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 blanket AM/FM/PM performance ranking applies without assumptions.</a:t>
            </a:r>
          </a:p>
        </p:txBody>
      </p:sp>
    </p:spTree>
    <p:extLst>
      <p:ext uri="{BB962C8B-B14F-4D97-AF65-F5344CB8AC3E}">
        <p14:creationId xmlns:p14="http://schemas.microsoft.com/office/powerpoint/2010/main" val="15323317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67F0DD28-8BA9-4DAB-9043-6A1A346399CB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Manchester, NRZ, and Timing Recovery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2699D90-EB6E-450C-8AEE-F131A54C448A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413E87E-990E-4553-9DA9-CB5876ADAD81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BA63698-C600-4DDE-806A-96660E08D6FF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49EAC642-3290-41C8-BB51-43B970C612EA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Bits: 1   0   1   1   0   0   1   0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6DE9C048-13F1-4AE4-AF2A-85802C857B15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Long runs without transitions make timing recovery harder.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Manchester guarantees a transition at each bit center.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NRZ schemes can use scrambling or other structure to aid timing.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line-code symbol, a coded bit, and an RF modulation symbol are different concepts.</a:t>
            </a:r>
          </a:p>
        </p:txBody>
      </p:sp>
    </p:spTree>
    <p:extLst>
      <p:ext uri="{BB962C8B-B14F-4D97-AF65-F5344CB8AC3E}">
        <p14:creationId xmlns:p14="http://schemas.microsoft.com/office/powerpoint/2010/main" val="4675156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8427F206-EA1D-4AD0-ABB7-46AF81DD844A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Higher-Order Constellations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6227BBF-E93C-472C-9D4D-BA9F26F78474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5E84D-1B4B-4976-9E81-42CBC28DA716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142F9CD-FD57-4005-B820-5524597EF80F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12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[3, 6]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838200" y="171450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D3D2FDF7-3034-4B64-9D60-5D85E80EBFEA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123B0A8A-27D0-44E3-88E6-9EC4B0213CF7}"/>
              </a:ext>
            </a:extLst>
          </p:cNvPr>
          <p:cNvSpPr>
            <a:spLocks noGrp="1"/>
          </p:cNvSpPr>
          <p:nvPr/>
        </p:nvSpPr>
        <p:spPr>
          <a:xfrm>
            <a:off x="4429125" y="214312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0A3C5BE-E45C-424E-95CB-36BBA26DF7BD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47662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M-PSK places more phase states on a circle. QAM uses amplitude and phase.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More coded bits per symbol can reduce the required symbol rate.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fixed average symbol energy, more closely spaced states are harder to distinguish.</a:t>
            </a:r>
          </a:p>
          <a:p>
            <a:endParaRPr sz="19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Envelope variation and amplifier linearity become important.</a:t>
            </a:r>
          </a:p>
        </p:txBody>
      </p:sp>
    </p:spTree>
    <p:extLst>
      <p:ext uri="{BB962C8B-B14F-4D97-AF65-F5344CB8AC3E}">
        <p14:creationId xmlns:p14="http://schemas.microsoft.com/office/powerpoint/2010/main" val="12725499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4A4365D6-1D54-40D4-A6E0-13363D48801D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Lunar Link: Maximum Rate With Reserve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115B438-DA3E-49F7-993E-FC2967C0481E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58C921B-5283-4B33-B4BA-DE3600588A22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E6E17FA-3E0A-487A-B8DF-3DC409C4E149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Require 3.0 dB design reserve beyond the BER requirement and implementation loss.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380B43B-4945-49F7-AF5E-4221EF29F6EF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[R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,max] = 74.5 − 9.6 − 1.0 − 3.0 = 60.9 dB(bit/s)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F947716C-85E8-4D14-AB2B-D8A4792A3771}"/>
              </a:ext>
            </a:extLst>
          </p:cNvPr>
          <p:cNvSpPr>
            <a:spLocks noGrp="1"/>
          </p:cNvSpPr>
          <p:nvPr/>
        </p:nvSpPr>
        <p:spPr>
          <a:xfrm>
            <a:off x="914400" y="378142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674" b="0" baseline="-25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,max = 10</a:t>
            </a:r>
            <a:r>
              <a:rPr sz="1674" b="0" baseline="30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60.9/10</a:t>
            </a: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≈ 1.2 Mbit/s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8F07D41-F982-4273-8DCD-767E33F43331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103632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This is a power-limited result. Spectrum, coding, hardware, and acquisition can lower it.</a:t>
            </a:r>
          </a:p>
        </p:txBody>
      </p:sp>
    </p:spTree>
    <p:extLst>
      <p:ext uri="{BB962C8B-B14F-4D97-AF65-F5344CB8AC3E}">
        <p14:creationId xmlns:p14="http://schemas.microsoft.com/office/powerpoint/2010/main" val="7331194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4EEEF031-5564-4C54-BBDF-1CD467F9FAF9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Lunar Link: Reference Planes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30D192E-B20E-4261-AA8A-80398206FFB4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11ABA81-F045-4339-91B8-13971C573CDC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914400" y="1714500"/>
          <a:ext cx="10363200" cy="333375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Quantity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Antenna Terminals 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LNA Input 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>
                      <a:solidFill>
                        <a:srgbClr val="D7DDE3"/>
                      </a:solidFill>
                      <a:prstDash val="soli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Received signal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−131.9 dBW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−132.9 dBW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Equivalent system temperature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168.0 K / 22.3 dBK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133.5 K / 21.3 dBK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Equivalent noise density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−206.3 dBW/Hz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−207.3 dBW/Hz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S/N</a:t>
                      </a:r>
                      <a:r>
                        <a:rPr sz="1350" b="0" baseline="-2500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7620">
                      <a:solidFill>
                        <a:srgbClr val="D7DDE3"/>
                      </a:solidFill>
                      <a:prstDash val="soli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74.5 dB-Hz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74.5 dB-Hz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DE3"/>
                      </a:solidFill>
                      <a:prstDash val="solid"/>
                    </a:lnR>
                    <a:lnT w="762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DE3"/>
                      </a:solidFill>
                      <a:prstDash val="soli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6D76CB86-FD9B-49B4-8798-859525E9D432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Same complete system represented at two planes. B includes receiver-added noise referred to its input. Inserting a lossy cable physically still degrades the link.</a:t>
            </a:r>
          </a:p>
        </p:txBody>
      </p:sp>
    </p:spTree>
    <p:extLst>
      <p:ext uri="{BB962C8B-B14F-4D97-AF65-F5344CB8AC3E}">
        <p14:creationId xmlns:p14="http://schemas.microsoft.com/office/powerpoint/2010/main" val="8752523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808FE154-DC7D-4067-B48D-78B29BCC99AC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References and Further Reading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DC8EDE0-F70F-4ED7-9D4F-0B7AA1886101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411E676-B5D9-467E-9A93-62AFB15EC979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F472A083-844A-4E21-B575-A209345E55F6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[1] NRAO. Essential Radio Astronomy, Chapter 1: atmospheric attenuation and emission.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3A04820-E5D9-4F4F-8951-7B3782CCA403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[2] Keysight. Noise Figure application help: thermal noise and the 290 K reference.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98492E5-CF46-4F00-BCC7-FAC1230D4B89}"/>
              </a:ext>
            </a:extLst>
          </p:cNvPr>
          <p:cNvSpPr>
            <a:spLocks noGrp="1"/>
          </p:cNvSpPr>
          <p:nvPr/>
        </p:nvSpPr>
        <p:spPr>
          <a:xfrm>
            <a:off x="914400" y="338137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[3] R. Gallager. MIT 6.450, Chapter 6: Channels, Modulation, and Demodulation.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8F26B72-8DC3-408B-BA70-10FDC7B7EE30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[4] JPL. DSN Telecommunications Link Design Handbook, 810-005, Module 206: Telemetry General Information.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25D12527-F49E-4A85-BF83-07C210F6191B}"/>
              </a:ext>
            </a:extLst>
          </p:cNvPr>
          <p:cNvSpPr>
            <a:spLocks noGrp="1"/>
          </p:cNvSpPr>
          <p:nvPr/>
        </p:nvSpPr>
        <p:spPr>
          <a:xfrm>
            <a:off x="914400" y="500062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[5] CCSDS 131.0-B-5 (2023). TM Synchronization and Channel Coding.</a:t>
            </a:r>
          </a:p>
        </p:txBody>
      </p:sp>
    </p:spTree>
    <p:extLst>
      <p:ext uri="{BB962C8B-B14F-4D97-AF65-F5344CB8AC3E}">
        <p14:creationId xmlns:p14="http://schemas.microsoft.com/office/powerpoint/2010/main" val="18195506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C007205E-5369-4534-88AA-4B222E14B63A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References and Further Reading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9663288-881E-4ECA-9AEF-570719D8710D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6479923-DD31-42E9-B15C-CA25C3726412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FC88064-F123-4323-AD56-51A9D0DD04C6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[6] Keysight. Digital Modulation in Communications Systems, Application Note 1298.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AE81E6D-5A89-4C3A-BBFC-504BB262492F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[7] MathWorks. Analytical Expressions Used in berawgn Function and Bit Error Rate Analysis App.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5A6F9B7-5AC7-40D0-A70B-A3111AC5D407}"/>
              </a:ext>
            </a:extLst>
          </p:cNvPr>
          <p:cNvSpPr>
            <a:spLocks noGrp="1"/>
          </p:cNvSpPr>
          <p:nvPr/>
        </p:nvSpPr>
        <p:spPr>
          <a:xfrm>
            <a:off x="914400" y="338137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[8] CCSDS 130.1-G-3 (2020), with technical corrigendum: TM Synchronization and Channel Coding, Summary of Concept and Rationale.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306DFEC-C2DD-407B-8190-3BBB523F3B09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[9] MIT 6.450, Lecture 23: channel capacity and the wideband energy limit.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D82A672-CC10-4BE2-8FEB-70A480CD35DF}"/>
              </a:ext>
            </a:extLst>
          </p:cNvPr>
          <p:cNvSpPr>
            <a:spLocks noGrp="1"/>
          </p:cNvSpPr>
          <p:nvPr/>
        </p:nvSpPr>
        <p:spPr>
          <a:xfrm>
            <a:off x="914400" y="500062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[10] NTIA. United States Frequency Allocation Chart and Table of Frequency Allocations.</a:t>
            </a:r>
          </a:p>
        </p:txBody>
      </p:sp>
    </p:spTree>
    <p:extLst>
      <p:ext uri="{BB962C8B-B14F-4D97-AF65-F5344CB8AC3E}">
        <p14:creationId xmlns:p14="http://schemas.microsoft.com/office/powerpoint/2010/main" val="5486064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1CD9D80D-9C96-4695-A57B-01D3A93AD3E8}"/>
              </a:ext>
            </a:extLst>
          </p:cNvPr>
          <p:cNvSpPr>
            <a:spLocks noGrp="1"/>
          </p:cNvSpPr>
          <p:nvPr/>
        </p:nvSpPr>
        <p:spPr>
          <a:xfrm>
            <a:off x="838200" y="428625"/>
            <a:ext cx="10515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375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References and Image Credits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53B952C-261D-4536-A036-8FAED2DFAA2F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714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ENAE 694 • Signals, Modulation, and Bandwidth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9EC1870-FAC2-49B0-B2DB-101CB4E53083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D3E8141-FC9B-4243-AF04-953DC8790A99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[11] NASA/Goddard Space Flight Center. LRO Assembly and Testing Stills, SVS 10408. Spacecraft photograph.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DCAA6D6-750A-41CB-B54C-52B6D9A83389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[12] NASA/JPL-Caltech. Goldstone 34-meter Beam Waveguide, PIA17791. Ground antenna photograph.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0FD71C63-2A03-457E-B75C-D0D84ADDCFBB}"/>
              </a:ext>
            </a:extLst>
          </p:cNvPr>
          <p:cNvSpPr>
            <a:spLocks noGrp="1"/>
          </p:cNvSpPr>
          <p:nvPr/>
        </p:nvSpPr>
        <p:spPr>
          <a:xfrm>
            <a:off x="914400" y="338137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[13] MathWorks. Raised Cosine Filtering and Raised Cosine Receive Filter documentation.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978D2582-0BE9-4416-8E6A-A49E87C47B1C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[14] CCSDS 413.0-G-3, with Technical Corrigendum 1. Bandwidth-Efficient Modulations, Sections 3 and Annex B.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DD3C2781-2568-4B85-9BEC-5100F0C2BFE7}"/>
              </a:ext>
            </a:extLst>
          </p:cNvPr>
          <p:cNvSpPr>
            <a:spLocks noGrp="1"/>
          </p:cNvSpPr>
          <p:nvPr/>
        </p:nvSpPr>
        <p:spPr>
          <a:xfrm>
            <a:off x="914400" y="5000625"/>
            <a:ext cx="10382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[15] Spacecraft–Earth scene: AI-generated conceptual illustration. Distances and sizes are not to scale.</a:t>
            </a:r>
          </a:p>
        </p:txBody>
      </p:sp>
    </p:spTree>
    <p:extLst>
      <p:ext uri="{BB962C8B-B14F-4D97-AF65-F5344CB8AC3E}">
        <p14:creationId xmlns:p14="http://schemas.microsoft.com/office/powerpoint/2010/main" val="5417678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5893</Words>
  <Application>Microsoft Office PowerPoint</Application>
  <DocSecurity>0</DocSecurity>
  <PresentationFormat>Widescreen</PresentationFormat>
  <Paragraphs>867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2026-10-19T00:26:27Z</dcterms:created>
  <dcterms:modified xsi:type="dcterms:W3CDTF">2026-10-19T00:27:34Z</dcterms:modified>
</cp:coreProperties>
</file>