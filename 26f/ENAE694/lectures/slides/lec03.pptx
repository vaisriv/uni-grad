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  <p:sldId id="257" r:id="rId3"/>
    <p:sldId id="259" r:id="rId4"/>
    <p:sldId id="260" r:id="rId5"/>
    <p:sldId id="31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12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Pattern</c:v>
          </c:tx>
          <c:spPr>
            <a:ln w="28575">
              <a:solidFill>
                <a:srgbClr val="205580"/>
              </a:solidFill>
            </a:ln>
          </c:spPr>
          <c:marker>
            <c:symbol val="none"/>
          </c:marker>
          <c:xVal>
            <c:numRef>
              <c:f>'Chart Data'!$A$2:$A$242</c:f>
              <c:numCache>
                <c:formatCode>General</c:formatCode>
                <c:ptCount val="241"/>
                <c:pt idx="0">
                  <c:v>-30</c:v>
                </c:pt>
                <c:pt idx="1">
                  <c:v>-29.75</c:v>
                </c:pt>
                <c:pt idx="2">
                  <c:v>-29.5</c:v>
                </c:pt>
                <c:pt idx="3">
                  <c:v>-29.25</c:v>
                </c:pt>
                <c:pt idx="4">
                  <c:v>-29</c:v>
                </c:pt>
                <c:pt idx="5">
                  <c:v>-28.75</c:v>
                </c:pt>
                <c:pt idx="6">
                  <c:v>-28.5</c:v>
                </c:pt>
                <c:pt idx="7">
                  <c:v>-28.25</c:v>
                </c:pt>
                <c:pt idx="8">
                  <c:v>-28</c:v>
                </c:pt>
                <c:pt idx="9">
                  <c:v>-27.75</c:v>
                </c:pt>
                <c:pt idx="10">
                  <c:v>-27.5</c:v>
                </c:pt>
                <c:pt idx="11">
                  <c:v>-27.25</c:v>
                </c:pt>
                <c:pt idx="12">
                  <c:v>-27</c:v>
                </c:pt>
                <c:pt idx="13">
                  <c:v>-26.75</c:v>
                </c:pt>
                <c:pt idx="14">
                  <c:v>-26.5</c:v>
                </c:pt>
                <c:pt idx="15">
                  <c:v>-26.25</c:v>
                </c:pt>
                <c:pt idx="16">
                  <c:v>-26</c:v>
                </c:pt>
                <c:pt idx="17">
                  <c:v>-25.75</c:v>
                </c:pt>
                <c:pt idx="18">
                  <c:v>-25.5</c:v>
                </c:pt>
                <c:pt idx="19">
                  <c:v>-25.25</c:v>
                </c:pt>
                <c:pt idx="20">
                  <c:v>-25</c:v>
                </c:pt>
                <c:pt idx="21">
                  <c:v>-24.75</c:v>
                </c:pt>
                <c:pt idx="22">
                  <c:v>-24.5</c:v>
                </c:pt>
                <c:pt idx="23">
                  <c:v>-24.25</c:v>
                </c:pt>
                <c:pt idx="24">
                  <c:v>-24</c:v>
                </c:pt>
                <c:pt idx="25">
                  <c:v>-23.75</c:v>
                </c:pt>
                <c:pt idx="26">
                  <c:v>-23.5</c:v>
                </c:pt>
                <c:pt idx="27">
                  <c:v>-23.25</c:v>
                </c:pt>
                <c:pt idx="28">
                  <c:v>-23</c:v>
                </c:pt>
                <c:pt idx="29">
                  <c:v>-22.75</c:v>
                </c:pt>
                <c:pt idx="30">
                  <c:v>-22.5</c:v>
                </c:pt>
                <c:pt idx="31">
                  <c:v>-22.25</c:v>
                </c:pt>
                <c:pt idx="32">
                  <c:v>-22</c:v>
                </c:pt>
                <c:pt idx="33">
                  <c:v>-21.75</c:v>
                </c:pt>
                <c:pt idx="34">
                  <c:v>-21.5</c:v>
                </c:pt>
                <c:pt idx="35">
                  <c:v>-21.25</c:v>
                </c:pt>
                <c:pt idx="36">
                  <c:v>-21</c:v>
                </c:pt>
                <c:pt idx="37">
                  <c:v>-20.75</c:v>
                </c:pt>
                <c:pt idx="38">
                  <c:v>-20.5</c:v>
                </c:pt>
                <c:pt idx="39">
                  <c:v>-20.25</c:v>
                </c:pt>
                <c:pt idx="40">
                  <c:v>-20</c:v>
                </c:pt>
                <c:pt idx="41">
                  <c:v>-19.75</c:v>
                </c:pt>
                <c:pt idx="42">
                  <c:v>-19.5</c:v>
                </c:pt>
                <c:pt idx="43">
                  <c:v>-19.25</c:v>
                </c:pt>
                <c:pt idx="44">
                  <c:v>-19</c:v>
                </c:pt>
                <c:pt idx="45">
                  <c:v>-18.75</c:v>
                </c:pt>
                <c:pt idx="46">
                  <c:v>-18.5</c:v>
                </c:pt>
                <c:pt idx="47">
                  <c:v>-18.25</c:v>
                </c:pt>
                <c:pt idx="48">
                  <c:v>-18</c:v>
                </c:pt>
                <c:pt idx="49">
                  <c:v>-17.75</c:v>
                </c:pt>
                <c:pt idx="50">
                  <c:v>-17.5</c:v>
                </c:pt>
                <c:pt idx="51">
                  <c:v>-17.25</c:v>
                </c:pt>
                <c:pt idx="52">
                  <c:v>-17</c:v>
                </c:pt>
                <c:pt idx="53">
                  <c:v>-16.75</c:v>
                </c:pt>
                <c:pt idx="54">
                  <c:v>-16.5</c:v>
                </c:pt>
                <c:pt idx="55">
                  <c:v>-16.25</c:v>
                </c:pt>
                <c:pt idx="56">
                  <c:v>-16</c:v>
                </c:pt>
                <c:pt idx="57">
                  <c:v>-15.75</c:v>
                </c:pt>
                <c:pt idx="58">
                  <c:v>-15.5</c:v>
                </c:pt>
                <c:pt idx="59">
                  <c:v>-15.25</c:v>
                </c:pt>
                <c:pt idx="60">
                  <c:v>-15</c:v>
                </c:pt>
                <c:pt idx="61">
                  <c:v>-14.75</c:v>
                </c:pt>
                <c:pt idx="62">
                  <c:v>-14.5</c:v>
                </c:pt>
                <c:pt idx="63">
                  <c:v>-14.25</c:v>
                </c:pt>
                <c:pt idx="64">
                  <c:v>-14</c:v>
                </c:pt>
                <c:pt idx="65">
                  <c:v>-13.75</c:v>
                </c:pt>
                <c:pt idx="66">
                  <c:v>-13.5</c:v>
                </c:pt>
                <c:pt idx="67">
                  <c:v>-13.25</c:v>
                </c:pt>
                <c:pt idx="68">
                  <c:v>-13</c:v>
                </c:pt>
                <c:pt idx="69">
                  <c:v>-12.75</c:v>
                </c:pt>
                <c:pt idx="70">
                  <c:v>-12.5</c:v>
                </c:pt>
                <c:pt idx="71">
                  <c:v>-12.25</c:v>
                </c:pt>
                <c:pt idx="72">
                  <c:v>-12</c:v>
                </c:pt>
                <c:pt idx="73">
                  <c:v>-11.75</c:v>
                </c:pt>
                <c:pt idx="74">
                  <c:v>-11.5</c:v>
                </c:pt>
                <c:pt idx="75">
                  <c:v>-11.25</c:v>
                </c:pt>
                <c:pt idx="76">
                  <c:v>-11</c:v>
                </c:pt>
                <c:pt idx="77">
                  <c:v>-10.75</c:v>
                </c:pt>
                <c:pt idx="78">
                  <c:v>-10.5</c:v>
                </c:pt>
                <c:pt idx="79">
                  <c:v>-10.25</c:v>
                </c:pt>
                <c:pt idx="80">
                  <c:v>-10</c:v>
                </c:pt>
                <c:pt idx="81">
                  <c:v>-9.75</c:v>
                </c:pt>
                <c:pt idx="82">
                  <c:v>-9.5</c:v>
                </c:pt>
                <c:pt idx="83">
                  <c:v>-9.25</c:v>
                </c:pt>
                <c:pt idx="84">
                  <c:v>-9</c:v>
                </c:pt>
                <c:pt idx="85">
                  <c:v>-8.75</c:v>
                </c:pt>
                <c:pt idx="86">
                  <c:v>-8.5</c:v>
                </c:pt>
                <c:pt idx="87">
                  <c:v>-8.25</c:v>
                </c:pt>
                <c:pt idx="88">
                  <c:v>-8</c:v>
                </c:pt>
                <c:pt idx="89">
                  <c:v>-7.75</c:v>
                </c:pt>
                <c:pt idx="90">
                  <c:v>-7.5</c:v>
                </c:pt>
                <c:pt idx="91">
                  <c:v>-7.25</c:v>
                </c:pt>
                <c:pt idx="92">
                  <c:v>-7</c:v>
                </c:pt>
                <c:pt idx="93">
                  <c:v>-6.75</c:v>
                </c:pt>
                <c:pt idx="94">
                  <c:v>-6.5</c:v>
                </c:pt>
                <c:pt idx="95">
                  <c:v>-6.25</c:v>
                </c:pt>
                <c:pt idx="96">
                  <c:v>-6</c:v>
                </c:pt>
                <c:pt idx="97">
                  <c:v>-5.75</c:v>
                </c:pt>
                <c:pt idx="98">
                  <c:v>-5.5</c:v>
                </c:pt>
                <c:pt idx="99">
                  <c:v>-5.25</c:v>
                </c:pt>
                <c:pt idx="100">
                  <c:v>-5</c:v>
                </c:pt>
                <c:pt idx="101">
                  <c:v>-4.75</c:v>
                </c:pt>
                <c:pt idx="102">
                  <c:v>-4.5</c:v>
                </c:pt>
                <c:pt idx="103">
                  <c:v>-4.25</c:v>
                </c:pt>
                <c:pt idx="104">
                  <c:v>-4</c:v>
                </c:pt>
                <c:pt idx="105">
                  <c:v>-3.75</c:v>
                </c:pt>
                <c:pt idx="106">
                  <c:v>-3.5</c:v>
                </c:pt>
                <c:pt idx="107">
                  <c:v>-3.25</c:v>
                </c:pt>
                <c:pt idx="108">
                  <c:v>-3</c:v>
                </c:pt>
                <c:pt idx="109">
                  <c:v>-2.75</c:v>
                </c:pt>
                <c:pt idx="110">
                  <c:v>-2.5</c:v>
                </c:pt>
                <c:pt idx="111">
                  <c:v>-2.25</c:v>
                </c:pt>
                <c:pt idx="112">
                  <c:v>-2</c:v>
                </c:pt>
                <c:pt idx="113">
                  <c:v>-1.75</c:v>
                </c:pt>
                <c:pt idx="114">
                  <c:v>-1.5</c:v>
                </c:pt>
                <c:pt idx="115">
                  <c:v>-1.25</c:v>
                </c:pt>
                <c:pt idx="116">
                  <c:v>-1</c:v>
                </c:pt>
                <c:pt idx="117">
                  <c:v>-0.75</c:v>
                </c:pt>
                <c:pt idx="118">
                  <c:v>-0.5</c:v>
                </c:pt>
                <c:pt idx="119">
                  <c:v>-0.25</c:v>
                </c:pt>
                <c:pt idx="120">
                  <c:v>0</c:v>
                </c:pt>
                <c:pt idx="121">
                  <c:v>0.25</c:v>
                </c:pt>
                <c:pt idx="122">
                  <c:v>0.5</c:v>
                </c:pt>
                <c:pt idx="123">
                  <c:v>0.75</c:v>
                </c:pt>
                <c:pt idx="124">
                  <c:v>1</c:v>
                </c:pt>
                <c:pt idx="125">
                  <c:v>1.25</c:v>
                </c:pt>
                <c:pt idx="126">
                  <c:v>1.5</c:v>
                </c:pt>
                <c:pt idx="127">
                  <c:v>1.75</c:v>
                </c:pt>
                <c:pt idx="128">
                  <c:v>2</c:v>
                </c:pt>
                <c:pt idx="129">
                  <c:v>2.25</c:v>
                </c:pt>
                <c:pt idx="130">
                  <c:v>2.5</c:v>
                </c:pt>
                <c:pt idx="131">
                  <c:v>2.75</c:v>
                </c:pt>
                <c:pt idx="132">
                  <c:v>3</c:v>
                </c:pt>
                <c:pt idx="133">
                  <c:v>3.25</c:v>
                </c:pt>
                <c:pt idx="134">
                  <c:v>3.5</c:v>
                </c:pt>
                <c:pt idx="135">
                  <c:v>3.75</c:v>
                </c:pt>
                <c:pt idx="136">
                  <c:v>4</c:v>
                </c:pt>
                <c:pt idx="137">
                  <c:v>4.25</c:v>
                </c:pt>
                <c:pt idx="138">
                  <c:v>4.5</c:v>
                </c:pt>
                <c:pt idx="139">
                  <c:v>4.75</c:v>
                </c:pt>
                <c:pt idx="140">
                  <c:v>5</c:v>
                </c:pt>
                <c:pt idx="141">
                  <c:v>5.25</c:v>
                </c:pt>
                <c:pt idx="142">
                  <c:v>5.5</c:v>
                </c:pt>
                <c:pt idx="143">
                  <c:v>5.75</c:v>
                </c:pt>
                <c:pt idx="144">
                  <c:v>6</c:v>
                </c:pt>
                <c:pt idx="145">
                  <c:v>6.25</c:v>
                </c:pt>
                <c:pt idx="146">
                  <c:v>6.5</c:v>
                </c:pt>
                <c:pt idx="147">
                  <c:v>6.75</c:v>
                </c:pt>
                <c:pt idx="148">
                  <c:v>7</c:v>
                </c:pt>
                <c:pt idx="149">
                  <c:v>7.25</c:v>
                </c:pt>
                <c:pt idx="150">
                  <c:v>7.5</c:v>
                </c:pt>
                <c:pt idx="151">
                  <c:v>7.75</c:v>
                </c:pt>
                <c:pt idx="152">
                  <c:v>8</c:v>
                </c:pt>
                <c:pt idx="153">
                  <c:v>8.25</c:v>
                </c:pt>
                <c:pt idx="154">
                  <c:v>8.5</c:v>
                </c:pt>
                <c:pt idx="155">
                  <c:v>8.75</c:v>
                </c:pt>
                <c:pt idx="156">
                  <c:v>9</c:v>
                </c:pt>
                <c:pt idx="157">
                  <c:v>9.25</c:v>
                </c:pt>
                <c:pt idx="158">
                  <c:v>9.5</c:v>
                </c:pt>
                <c:pt idx="159">
                  <c:v>9.75</c:v>
                </c:pt>
                <c:pt idx="160">
                  <c:v>10</c:v>
                </c:pt>
                <c:pt idx="161">
                  <c:v>10.25</c:v>
                </c:pt>
                <c:pt idx="162">
                  <c:v>10.5</c:v>
                </c:pt>
                <c:pt idx="163">
                  <c:v>10.75</c:v>
                </c:pt>
                <c:pt idx="164">
                  <c:v>11</c:v>
                </c:pt>
                <c:pt idx="165">
                  <c:v>11.25</c:v>
                </c:pt>
                <c:pt idx="166">
                  <c:v>11.5</c:v>
                </c:pt>
                <c:pt idx="167">
                  <c:v>11.75</c:v>
                </c:pt>
                <c:pt idx="168">
                  <c:v>12</c:v>
                </c:pt>
                <c:pt idx="169">
                  <c:v>12.25</c:v>
                </c:pt>
                <c:pt idx="170">
                  <c:v>12.5</c:v>
                </c:pt>
                <c:pt idx="171">
                  <c:v>12.75</c:v>
                </c:pt>
                <c:pt idx="172">
                  <c:v>13</c:v>
                </c:pt>
                <c:pt idx="173">
                  <c:v>13.25</c:v>
                </c:pt>
                <c:pt idx="174">
                  <c:v>13.5</c:v>
                </c:pt>
                <c:pt idx="175">
                  <c:v>13.75</c:v>
                </c:pt>
                <c:pt idx="176">
                  <c:v>14</c:v>
                </c:pt>
                <c:pt idx="177">
                  <c:v>14.25</c:v>
                </c:pt>
                <c:pt idx="178">
                  <c:v>14.5</c:v>
                </c:pt>
                <c:pt idx="179">
                  <c:v>14.75</c:v>
                </c:pt>
                <c:pt idx="180">
                  <c:v>15</c:v>
                </c:pt>
                <c:pt idx="181">
                  <c:v>15.25</c:v>
                </c:pt>
                <c:pt idx="182">
                  <c:v>15.5</c:v>
                </c:pt>
                <c:pt idx="183">
                  <c:v>15.75</c:v>
                </c:pt>
                <c:pt idx="184">
                  <c:v>16</c:v>
                </c:pt>
                <c:pt idx="185">
                  <c:v>16.25</c:v>
                </c:pt>
                <c:pt idx="186">
                  <c:v>16.5</c:v>
                </c:pt>
                <c:pt idx="187">
                  <c:v>16.75</c:v>
                </c:pt>
                <c:pt idx="188">
                  <c:v>17</c:v>
                </c:pt>
                <c:pt idx="189">
                  <c:v>17.25</c:v>
                </c:pt>
                <c:pt idx="190">
                  <c:v>17.5</c:v>
                </c:pt>
                <c:pt idx="191">
                  <c:v>17.75</c:v>
                </c:pt>
                <c:pt idx="192">
                  <c:v>18</c:v>
                </c:pt>
                <c:pt idx="193">
                  <c:v>18.25</c:v>
                </c:pt>
                <c:pt idx="194">
                  <c:v>18.5</c:v>
                </c:pt>
                <c:pt idx="195">
                  <c:v>18.75</c:v>
                </c:pt>
                <c:pt idx="196">
                  <c:v>19</c:v>
                </c:pt>
                <c:pt idx="197">
                  <c:v>19.25</c:v>
                </c:pt>
                <c:pt idx="198">
                  <c:v>19.5</c:v>
                </c:pt>
                <c:pt idx="199">
                  <c:v>19.75</c:v>
                </c:pt>
                <c:pt idx="200">
                  <c:v>20</c:v>
                </c:pt>
                <c:pt idx="201">
                  <c:v>20.25</c:v>
                </c:pt>
                <c:pt idx="202">
                  <c:v>20.5</c:v>
                </c:pt>
                <c:pt idx="203">
                  <c:v>20.75</c:v>
                </c:pt>
                <c:pt idx="204">
                  <c:v>21</c:v>
                </c:pt>
                <c:pt idx="205">
                  <c:v>21.25</c:v>
                </c:pt>
                <c:pt idx="206">
                  <c:v>21.5</c:v>
                </c:pt>
                <c:pt idx="207">
                  <c:v>21.75</c:v>
                </c:pt>
                <c:pt idx="208">
                  <c:v>22</c:v>
                </c:pt>
                <c:pt idx="209">
                  <c:v>22.25</c:v>
                </c:pt>
                <c:pt idx="210">
                  <c:v>22.5</c:v>
                </c:pt>
                <c:pt idx="211">
                  <c:v>22.75</c:v>
                </c:pt>
                <c:pt idx="212">
                  <c:v>23</c:v>
                </c:pt>
                <c:pt idx="213">
                  <c:v>23.25</c:v>
                </c:pt>
                <c:pt idx="214">
                  <c:v>23.5</c:v>
                </c:pt>
                <c:pt idx="215">
                  <c:v>23.75</c:v>
                </c:pt>
                <c:pt idx="216">
                  <c:v>24</c:v>
                </c:pt>
                <c:pt idx="217">
                  <c:v>24.25</c:v>
                </c:pt>
                <c:pt idx="218">
                  <c:v>24.5</c:v>
                </c:pt>
                <c:pt idx="219">
                  <c:v>24.75</c:v>
                </c:pt>
                <c:pt idx="220">
                  <c:v>25</c:v>
                </c:pt>
                <c:pt idx="221">
                  <c:v>25.25</c:v>
                </c:pt>
                <c:pt idx="222">
                  <c:v>25.5</c:v>
                </c:pt>
                <c:pt idx="223">
                  <c:v>25.75</c:v>
                </c:pt>
                <c:pt idx="224">
                  <c:v>26</c:v>
                </c:pt>
                <c:pt idx="225">
                  <c:v>26.25</c:v>
                </c:pt>
                <c:pt idx="226">
                  <c:v>26.5</c:v>
                </c:pt>
                <c:pt idx="227">
                  <c:v>26.75</c:v>
                </c:pt>
                <c:pt idx="228">
                  <c:v>27</c:v>
                </c:pt>
                <c:pt idx="229">
                  <c:v>27.25</c:v>
                </c:pt>
                <c:pt idx="230">
                  <c:v>27.5</c:v>
                </c:pt>
                <c:pt idx="231">
                  <c:v>27.75</c:v>
                </c:pt>
                <c:pt idx="232">
                  <c:v>28</c:v>
                </c:pt>
                <c:pt idx="233">
                  <c:v>28.25</c:v>
                </c:pt>
                <c:pt idx="234">
                  <c:v>28.5</c:v>
                </c:pt>
                <c:pt idx="235">
                  <c:v>28.75</c:v>
                </c:pt>
                <c:pt idx="236">
                  <c:v>29</c:v>
                </c:pt>
                <c:pt idx="237">
                  <c:v>29.25</c:v>
                </c:pt>
                <c:pt idx="238">
                  <c:v>29.5</c:v>
                </c:pt>
                <c:pt idx="239">
                  <c:v>29.75</c:v>
                </c:pt>
                <c:pt idx="240">
                  <c:v>30</c:v>
                </c:pt>
              </c:numCache>
            </c:numRef>
          </c:xVal>
          <c:yVal>
            <c:numRef>
              <c:f>'Chart Data'!$B$2:$B$242</c:f>
              <c:numCache>
                <c:formatCode>General</c:formatCode>
                <c:ptCount val="241"/>
                <c:pt idx="0">
                  <c:v>-40</c:v>
                </c:pt>
                <c:pt idx="1">
                  <c:v>-40</c:v>
                </c:pt>
                <c:pt idx="2">
                  <c:v>-35.516489999999997</c:v>
                </c:pt>
                <c:pt idx="3">
                  <c:v>-32.045699999999997</c:v>
                </c:pt>
                <c:pt idx="4">
                  <c:v>-29.648530000000001</c:v>
                </c:pt>
                <c:pt idx="5">
                  <c:v>-27.863790000000002</c:v>
                </c:pt>
                <c:pt idx="6">
                  <c:v>-26.487169999999999</c:v>
                </c:pt>
                <c:pt idx="7">
                  <c:v>-25.411010000000001</c:v>
                </c:pt>
                <c:pt idx="8">
                  <c:v>-24.572520000000001</c:v>
                </c:pt>
                <c:pt idx="9">
                  <c:v>-23.932929999999999</c:v>
                </c:pt>
                <c:pt idx="10">
                  <c:v>-23.467749999999999</c:v>
                </c:pt>
                <c:pt idx="11">
                  <c:v>-23.161930000000002</c:v>
                </c:pt>
                <c:pt idx="12">
                  <c:v>-23.007249999999999</c:v>
                </c:pt>
                <c:pt idx="13">
                  <c:v>-23.001080000000002</c:v>
                </c:pt>
                <c:pt idx="14">
                  <c:v>-23.14601</c:v>
                </c:pt>
                <c:pt idx="15">
                  <c:v>-23.45025</c:v>
                </c:pt>
                <c:pt idx="16">
                  <c:v>-23.928830000000001</c:v>
                </c:pt>
                <c:pt idx="17">
                  <c:v>-24.606179999999998</c:v>
                </c:pt>
                <c:pt idx="18">
                  <c:v>-25.521080000000001</c:v>
                </c:pt>
                <c:pt idx="19">
                  <c:v>-26.736260000000001</c:v>
                </c:pt>
                <c:pt idx="20">
                  <c:v>-28.359369999999998</c:v>
                </c:pt>
                <c:pt idx="21">
                  <c:v>-30.59468</c:v>
                </c:pt>
                <c:pt idx="22">
                  <c:v>-33.903370000000002</c:v>
                </c:pt>
                <c:pt idx="23">
                  <c:v>-39.760249999999999</c:v>
                </c:pt>
                <c:pt idx="24">
                  <c:v>-40</c:v>
                </c:pt>
                <c:pt idx="25">
                  <c:v>-39.57929</c:v>
                </c:pt>
                <c:pt idx="26">
                  <c:v>-33.541409999999999</c:v>
                </c:pt>
                <c:pt idx="27">
                  <c:v>-30.051639999999999</c:v>
                </c:pt>
                <c:pt idx="28">
                  <c:v>-27.63513</c:v>
                </c:pt>
                <c:pt idx="29">
                  <c:v>-25.830660000000002</c:v>
                </c:pt>
                <c:pt idx="30">
                  <c:v>-24.433920000000001</c:v>
                </c:pt>
                <c:pt idx="31">
                  <c:v>-23.337240000000001</c:v>
                </c:pt>
                <c:pt idx="32">
                  <c:v>-22.477810000000002</c:v>
                </c:pt>
                <c:pt idx="33">
                  <c:v>-21.816849999999999</c:v>
                </c:pt>
                <c:pt idx="34">
                  <c:v>-21.32987</c:v>
                </c:pt>
                <c:pt idx="35">
                  <c:v>-21.00178</c:v>
                </c:pt>
                <c:pt idx="36">
                  <c:v>-20.824359999999999</c:v>
                </c:pt>
                <c:pt idx="37">
                  <c:v>-20.79496</c:v>
                </c:pt>
                <c:pt idx="38">
                  <c:v>-20.916170000000001</c:v>
                </c:pt>
                <c:pt idx="39">
                  <c:v>-21.196169999999999</c:v>
                </c:pt>
                <c:pt idx="40">
                  <c:v>-21.64996</c:v>
                </c:pt>
                <c:pt idx="41">
                  <c:v>-22.30198</c:v>
                </c:pt>
                <c:pt idx="42">
                  <c:v>-23.19096</c:v>
                </c:pt>
                <c:pt idx="43">
                  <c:v>-24.379639999999998</c:v>
                </c:pt>
                <c:pt idx="44">
                  <c:v>-25.975639999999999</c:v>
                </c:pt>
                <c:pt idx="45">
                  <c:v>-28.183199999999999</c:v>
                </c:pt>
                <c:pt idx="46">
                  <c:v>-31.463480000000001</c:v>
                </c:pt>
                <c:pt idx="47">
                  <c:v>-37.29128</c:v>
                </c:pt>
                <c:pt idx="48">
                  <c:v>-40</c:v>
                </c:pt>
                <c:pt idx="49">
                  <c:v>-37.049990000000001</c:v>
                </c:pt>
                <c:pt idx="50">
                  <c:v>-30.980810000000002</c:v>
                </c:pt>
                <c:pt idx="51">
                  <c:v>-27.458960000000001</c:v>
                </c:pt>
                <c:pt idx="52">
                  <c:v>-25.009550000000001</c:v>
                </c:pt>
                <c:pt idx="53">
                  <c:v>-23.171330000000001</c:v>
                </c:pt>
                <c:pt idx="54">
                  <c:v>-21.73995</c:v>
                </c:pt>
                <c:pt idx="55">
                  <c:v>-20.607710000000001</c:v>
                </c:pt>
                <c:pt idx="56">
                  <c:v>-19.711760000000002</c:v>
                </c:pt>
                <c:pt idx="57">
                  <c:v>-19.013280000000002</c:v>
                </c:pt>
                <c:pt idx="58">
                  <c:v>-18.487729999999999</c:v>
                </c:pt>
                <c:pt idx="59">
                  <c:v>-18.12</c:v>
                </c:pt>
                <c:pt idx="60">
                  <c:v>-17.901800000000001</c:v>
                </c:pt>
                <c:pt idx="61">
                  <c:v>-17.830439999999999</c:v>
                </c:pt>
                <c:pt idx="62">
                  <c:v>-17.908460000000002</c:v>
                </c:pt>
                <c:pt idx="63">
                  <c:v>-18.14396</c:v>
                </c:pt>
                <c:pt idx="64">
                  <c:v>-18.551919999999999</c:v>
                </c:pt>
                <c:pt idx="65">
                  <c:v>-19.156690000000001</c:v>
                </c:pt>
                <c:pt idx="66">
                  <c:v>-19.996949999999998</c:v>
                </c:pt>
                <c:pt idx="67">
                  <c:v>-21.135349999999999</c:v>
                </c:pt>
                <c:pt idx="68">
                  <c:v>-22.67944</c:v>
                </c:pt>
                <c:pt idx="69">
                  <c:v>-24.833379999999998</c:v>
                </c:pt>
                <c:pt idx="70">
                  <c:v>-28.058250000000001</c:v>
                </c:pt>
                <c:pt idx="71">
                  <c:v>-33.828740000000003</c:v>
                </c:pt>
                <c:pt idx="72">
                  <c:v>-40</c:v>
                </c:pt>
                <c:pt idx="73">
                  <c:v>-33.46678</c:v>
                </c:pt>
                <c:pt idx="74">
                  <c:v>-27.334</c:v>
                </c:pt>
                <c:pt idx="75">
                  <c:v>-23.746230000000001</c:v>
                </c:pt>
                <c:pt idx="76">
                  <c:v>-21.228429999999999</c:v>
                </c:pt>
                <c:pt idx="77">
                  <c:v>-19.319199999999999</c:v>
                </c:pt>
                <c:pt idx="78">
                  <c:v>-17.814060000000001</c:v>
                </c:pt>
                <c:pt idx="79">
                  <c:v>-16.605119999999999</c:v>
                </c:pt>
                <c:pt idx="80">
                  <c:v>-15.62936</c:v>
                </c:pt>
                <c:pt idx="81">
                  <c:v>-14.847759999999999</c:v>
                </c:pt>
                <c:pt idx="82">
                  <c:v>-14.235569999999999</c:v>
                </c:pt>
                <c:pt idx="83">
                  <c:v>-13.77744</c:v>
                </c:pt>
                <c:pt idx="84">
                  <c:v>-13.46482</c:v>
                </c:pt>
                <c:pt idx="85">
                  <c:v>-13.29476</c:v>
                </c:pt>
                <c:pt idx="86">
                  <c:v>-13.26948</c:v>
                </c:pt>
                <c:pt idx="87">
                  <c:v>-13.396739999999999</c:v>
                </c:pt>
                <c:pt idx="88">
                  <c:v>-13.69116</c:v>
                </c:pt>
                <c:pt idx="89">
                  <c:v>-14.17667</c:v>
                </c:pt>
                <c:pt idx="90">
                  <c:v>-14.891500000000001</c:v>
                </c:pt>
                <c:pt idx="91">
                  <c:v>-15.897790000000001</c:v>
                </c:pt>
                <c:pt idx="92">
                  <c:v>-17.302530000000001</c:v>
                </c:pt>
                <c:pt idx="93">
                  <c:v>-19.309249999999999</c:v>
                </c:pt>
                <c:pt idx="94">
                  <c:v>-22.378309999999999</c:v>
                </c:pt>
                <c:pt idx="95">
                  <c:v>-27.983619999999998</c:v>
                </c:pt>
                <c:pt idx="96">
                  <c:v>-40</c:v>
                </c:pt>
                <c:pt idx="97">
                  <c:v>-27.25938</c:v>
                </c:pt>
                <c:pt idx="98">
                  <c:v>-20.927299999999999</c:v>
                </c:pt>
                <c:pt idx="99">
                  <c:v>-17.126370000000001</c:v>
                </c:pt>
                <c:pt idx="100">
                  <c:v>-14.37997</c:v>
                </c:pt>
                <c:pt idx="101">
                  <c:v>-12.2249</c:v>
                </c:pt>
                <c:pt idx="102">
                  <c:v>-10.45452</c:v>
                </c:pt>
                <c:pt idx="103">
                  <c:v>-8.9584200000000003</c:v>
                </c:pt>
                <c:pt idx="104">
                  <c:v>-7.67056</c:v>
                </c:pt>
                <c:pt idx="105">
                  <c:v>-6.5482899999999997</c:v>
                </c:pt>
                <c:pt idx="106">
                  <c:v>-5.5624599999999997</c:v>
                </c:pt>
                <c:pt idx="107">
                  <c:v>-4.6922699999999997</c:v>
                </c:pt>
                <c:pt idx="108">
                  <c:v>-3.9224000000000001</c:v>
                </c:pt>
                <c:pt idx="109">
                  <c:v>-3.24125</c:v>
                </c:pt>
                <c:pt idx="110">
                  <c:v>-2.6398999999999999</c:v>
                </c:pt>
                <c:pt idx="111">
                  <c:v>-2.1113200000000001</c:v>
                </c:pt>
                <c:pt idx="112">
                  <c:v>-1.6499600000000001</c:v>
                </c:pt>
                <c:pt idx="113">
                  <c:v>-1.2514000000000001</c:v>
                </c:pt>
                <c:pt idx="114">
                  <c:v>-0.91210000000000002</c:v>
                </c:pt>
                <c:pt idx="115">
                  <c:v>-0.62922999999999996</c:v>
                </c:pt>
                <c:pt idx="116">
                  <c:v>-0.40056999999999998</c:v>
                </c:pt>
                <c:pt idx="117">
                  <c:v>-0.22439999999999999</c:v>
                </c:pt>
                <c:pt idx="118">
                  <c:v>-9.9449999999999997E-2</c:v>
                </c:pt>
                <c:pt idx="119">
                  <c:v>-2.4819999999999998E-2</c:v>
                </c:pt>
                <c:pt idx="120">
                  <c:v>0</c:v>
                </c:pt>
                <c:pt idx="121">
                  <c:v>-2.4819999999999998E-2</c:v>
                </c:pt>
                <c:pt idx="122">
                  <c:v>-9.9449999999999997E-2</c:v>
                </c:pt>
                <c:pt idx="123">
                  <c:v>-0.22439999999999999</c:v>
                </c:pt>
                <c:pt idx="124">
                  <c:v>-0.40056999999999998</c:v>
                </c:pt>
                <c:pt idx="125">
                  <c:v>-0.62922999999999996</c:v>
                </c:pt>
                <c:pt idx="126">
                  <c:v>-0.91210000000000002</c:v>
                </c:pt>
                <c:pt idx="127">
                  <c:v>-1.2514000000000001</c:v>
                </c:pt>
                <c:pt idx="128">
                  <c:v>-1.6499600000000001</c:v>
                </c:pt>
                <c:pt idx="129">
                  <c:v>-2.1113200000000001</c:v>
                </c:pt>
                <c:pt idx="130">
                  <c:v>-2.6398999999999999</c:v>
                </c:pt>
                <c:pt idx="131">
                  <c:v>-3.24125</c:v>
                </c:pt>
                <c:pt idx="132">
                  <c:v>-3.9224000000000001</c:v>
                </c:pt>
                <c:pt idx="133">
                  <c:v>-4.6922699999999997</c:v>
                </c:pt>
                <c:pt idx="134">
                  <c:v>-5.5624599999999997</c:v>
                </c:pt>
                <c:pt idx="135">
                  <c:v>-6.5482899999999997</c:v>
                </c:pt>
                <c:pt idx="136">
                  <c:v>-7.67056</c:v>
                </c:pt>
                <c:pt idx="137">
                  <c:v>-8.9584200000000003</c:v>
                </c:pt>
                <c:pt idx="138">
                  <c:v>-10.45452</c:v>
                </c:pt>
                <c:pt idx="139">
                  <c:v>-12.2249</c:v>
                </c:pt>
                <c:pt idx="140">
                  <c:v>-14.37997</c:v>
                </c:pt>
                <c:pt idx="141">
                  <c:v>-17.126370000000001</c:v>
                </c:pt>
                <c:pt idx="142">
                  <c:v>-20.927299999999999</c:v>
                </c:pt>
                <c:pt idx="143">
                  <c:v>-27.25938</c:v>
                </c:pt>
                <c:pt idx="144">
                  <c:v>-40</c:v>
                </c:pt>
                <c:pt idx="145">
                  <c:v>-27.983619999999998</c:v>
                </c:pt>
                <c:pt idx="146">
                  <c:v>-22.378309999999999</c:v>
                </c:pt>
                <c:pt idx="147">
                  <c:v>-19.309249999999999</c:v>
                </c:pt>
                <c:pt idx="148">
                  <c:v>-17.302530000000001</c:v>
                </c:pt>
                <c:pt idx="149">
                  <c:v>-15.897790000000001</c:v>
                </c:pt>
                <c:pt idx="150">
                  <c:v>-14.891500000000001</c:v>
                </c:pt>
                <c:pt idx="151">
                  <c:v>-14.17667</c:v>
                </c:pt>
                <c:pt idx="152">
                  <c:v>-13.69116</c:v>
                </c:pt>
                <c:pt idx="153">
                  <c:v>-13.396739999999999</c:v>
                </c:pt>
                <c:pt idx="154">
                  <c:v>-13.26948</c:v>
                </c:pt>
                <c:pt idx="155">
                  <c:v>-13.29476</c:v>
                </c:pt>
                <c:pt idx="156">
                  <c:v>-13.46482</c:v>
                </c:pt>
                <c:pt idx="157">
                  <c:v>-13.77744</c:v>
                </c:pt>
                <c:pt idx="158">
                  <c:v>-14.235569999999999</c:v>
                </c:pt>
                <c:pt idx="159">
                  <c:v>-14.847759999999999</c:v>
                </c:pt>
                <c:pt idx="160">
                  <c:v>-15.62936</c:v>
                </c:pt>
                <c:pt idx="161">
                  <c:v>-16.605119999999999</c:v>
                </c:pt>
                <c:pt idx="162">
                  <c:v>-17.814060000000001</c:v>
                </c:pt>
                <c:pt idx="163">
                  <c:v>-19.319199999999999</c:v>
                </c:pt>
                <c:pt idx="164">
                  <c:v>-21.228429999999999</c:v>
                </c:pt>
                <c:pt idx="165">
                  <c:v>-23.746230000000001</c:v>
                </c:pt>
                <c:pt idx="166">
                  <c:v>-27.334</c:v>
                </c:pt>
                <c:pt idx="167">
                  <c:v>-33.46678</c:v>
                </c:pt>
                <c:pt idx="168">
                  <c:v>-40</c:v>
                </c:pt>
                <c:pt idx="169">
                  <c:v>-33.828740000000003</c:v>
                </c:pt>
                <c:pt idx="170">
                  <c:v>-28.058250000000001</c:v>
                </c:pt>
                <c:pt idx="171">
                  <c:v>-24.833379999999998</c:v>
                </c:pt>
                <c:pt idx="172">
                  <c:v>-22.67944</c:v>
                </c:pt>
                <c:pt idx="173">
                  <c:v>-21.135349999999999</c:v>
                </c:pt>
                <c:pt idx="174">
                  <c:v>-19.996949999999998</c:v>
                </c:pt>
                <c:pt idx="175">
                  <c:v>-19.156690000000001</c:v>
                </c:pt>
                <c:pt idx="176">
                  <c:v>-18.551919999999999</c:v>
                </c:pt>
                <c:pt idx="177">
                  <c:v>-18.14396</c:v>
                </c:pt>
                <c:pt idx="178">
                  <c:v>-17.908460000000002</c:v>
                </c:pt>
                <c:pt idx="179">
                  <c:v>-17.830439999999999</c:v>
                </c:pt>
                <c:pt idx="180">
                  <c:v>-17.901800000000001</c:v>
                </c:pt>
                <c:pt idx="181">
                  <c:v>-18.12</c:v>
                </c:pt>
                <c:pt idx="182">
                  <c:v>-18.487729999999999</c:v>
                </c:pt>
                <c:pt idx="183">
                  <c:v>-19.013280000000002</c:v>
                </c:pt>
                <c:pt idx="184">
                  <c:v>-19.711760000000002</c:v>
                </c:pt>
                <c:pt idx="185">
                  <c:v>-20.607710000000001</c:v>
                </c:pt>
                <c:pt idx="186">
                  <c:v>-21.73995</c:v>
                </c:pt>
                <c:pt idx="187">
                  <c:v>-23.171330000000001</c:v>
                </c:pt>
                <c:pt idx="188">
                  <c:v>-25.009550000000001</c:v>
                </c:pt>
                <c:pt idx="189">
                  <c:v>-27.458960000000001</c:v>
                </c:pt>
                <c:pt idx="190">
                  <c:v>-30.980810000000002</c:v>
                </c:pt>
                <c:pt idx="191">
                  <c:v>-37.049990000000001</c:v>
                </c:pt>
                <c:pt idx="192">
                  <c:v>-40</c:v>
                </c:pt>
                <c:pt idx="193">
                  <c:v>-37.29128</c:v>
                </c:pt>
                <c:pt idx="194">
                  <c:v>-31.463480000000001</c:v>
                </c:pt>
                <c:pt idx="195">
                  <c:v>-28.183199999999999</c:v>
                </c:pt>
                <c:pt idx="196">
                  <c:v>-25.975639999999999</c:v>
                </c:pt>
                <c:pt idx="197">
                  <c:v>-24.379639999999998</c:v>
                </c:pt>
                <c:pt idx="198">
                  <c:v>-23.19096</c:v>
                </c:pt>
                <c:pt idx="199">
                  <c:v>-22.30198</c:v>
                </c:pt>
                <c:pt idx="200">
                  <c:v>-21.64996</c:v>
                </c:pt>
                <c:pt idx="201">
                  <c:v>-21.196169999999999</c:v>
                </c:pt>
                <c:pt idx="202">
                  <c:v>-20.916170000000001</c:v>
                </c:pt>
                <c:pt idx="203">
                  <c:v>-20.79496</c:v>
                </c:pt>
                <c:pt idx="204">
                  <c:v>-20.824359999999999</c:v>
                </c:pt>
                <c:pt idx="205">
                  <c:v>-21.00178</c:v>
                </c:pt>
                <c:pt idx="206">
                  <c:v>-21.32987</c:v>
                </c:pt>
                <c:pt idx="207">
                  <c:v>-21.816849999999999</c:v>
                </c:pt>
                <c:pt idx="208">
                  <c:v>-22.477810000000002</c:v>
                </c:pt>
                <c:pt idx="209">
                  <c:v>-23.337240000000001</c:v>
                </c:pt>
                <c:pt idx="210">
                  <c:v>-24.433920000000001</c:v>
                </c:pt>
                <c:pt idx="211">
                  <c:v>-25.830660000000002</c:v>
                </c:pt>
                <c:pt idx="212">
                  <c:v>-27.63513</c:v>
                </c:pt>
                <c:pt idx="213">
                  <c:v>-30.051639999999999</c:v>
                </c:pt>
                <c:pt idx="214">
                  <c:v>-33.541409999999999</c:v>
                </c:pt>
                <c:pt idx="215">
                  <c:v>-39.57929</c:v>
                </c:pt>
                <c:pt idx="216">
                  <c:v>-40</c:v>
                </c:pt>
                <c:pt idx="217">
                  <c:v>-39.760249999999999</c:v>
                </c:pt>
                <c:pt idx="218">
                  <c:v>-33.903370000000002</c:v>
                </c:pt>
                <c:pt idx="219">
                  <c:v>-30.59468</c:v>
                </c:pt>
                <c:pt idx="220">
                  <c:v>-28.359369999999998</c:v>
                </c:pt>
                <c:pt idx="221">
                  <c:v>-26.736260000000001</c:v>
                </c:pt>
                <c:pt idx="222">
                  <c:v>-25.521080000000001</c:v>
                </c:pt>
                <c:pt idx="223">
                  <c:v>-24.606179999999998</c:v>
                </c:pt>
                <c:pt idx="224">
                  <c:v>-23.928830000000001</c:v>
                </c:pt>
                <c:pt idx="225">
                  <c:v>-23.45025</c:v>
                </c:pt>
                <c:pt idx="226">
                  <c:v>-23.14601</c:v>
                </c:pt>
                <c:pt idx="227">
                  <c:v>-23.001080000000002</c:v>
                </c:pt>
                <c:pt idx="228">
                  <c:v>-23.007249999999999</c:v>
                </c:pt>
                <c:pt idx="229">
                  <c:v>-23.161930000000002</c:v>
                </c:pt>
                <c:pt idx="230">
                  <c:v>-23.467749999999999</c:v>
                </c:pt>
                <c:pt idx="231">
                  <c:v>-23.932929999999999</c:v>
                </c:pt>
                <c:pt idx="232">
                  <c:v>-24.572520000000001</c:v>
                </c:pt>
                <c:pt idx="233">
                  <c:v>-25.411010000000001</c:v>
                </c:pt>
                <c:pt idx="234">
                  <c:v>-26.487169999999999</c:v>
                </c:pt>
                <c:pt idx="235">
                  <c:v>-27.863790000000002</c:v>
                </c:pt>
                <c:pt idx="236">
                  <c:v>-29.648530000000001</c:v>
                </c:pt>
                <c:pt idx="237">
                  <c:v>-32.045699999999997</c:v>
                </c:pt>
                <c:pt idx="238">
                  <c:v>-35.516489999999997</c:v>
                </c:pt>
                <c:pt idx="239">
                  <c:v>-40</c:v>
                </c:pt>
                <c:pt idx="240">
                  <c:v>-40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26A-4FD3-8CDE-26E13B8418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0"/>
        </c:scaling>
        <c:delete val="0"/>
        <c:axPos val="l"/>
        <c:majorGridlines>
          <c:spPr>
            <a:ln w="9525">
              <a:solidFill>
                <a:srgbClr val="E0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Relative Power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30"/>
          <c:min val="-3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Angle from Boresight (deg)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Illustrative Main Lobe</c:v>
          </c:tx>
          <c:spPr>
            <a:ln w="28575">
              <a:solidFill>
                <a:srgbClr val="205580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-1</c:v>
                </c:pt>
                <c:pt idx="1">
                  <c:v>-0.97499999999999998</c:v>
                </c:pt>
                <c:pt idx="2">
                  <c:v>-0.95</c:v>
                </c:pt>
                <c:pt idx="3">
                  <c:v>-0.92500000000000004</c:v>
                </c:pt>
                <c:pt idx="4">
                  <c:v>-0.9</c:v>
                </c:pt>
                <c:pt idx="5">
                  <c:v>-0.875</c:v>
                </c:pt>
                <c:pt idx="6">
                  <c:v>-0.85</c:v>
                </c:pt>
                <c:pt idx="7">
                  <c:v>-0.82499999999999996</c:v>
                </c:pt>
                <c:pt idx="8">
                  <c:v>-0.8</c:v>
                </c:pt>
                <c:pt idx="9">
                  <c:v>-0.77500000000000002</c:v>
                </c:pt>
                <c:pt idx="10">
                  <c:v>-0.75</c:v>
                </c:pt>
                <c:pt idx="11">
                  <c:v>-0.72499999999999998</c:v>
                </c:pt>
                <c:pt idx="12">
                  <c:v>-0.7</c:v>
                </c:pt>
                <c:pt idx="13">
                  <c:v>-0.67500000000000004</c:v>
                </c:pt>
                <c:pt idx="14">
                  <c:v>-0.65</c:v>
                </c:pt>
                <c:pt idx="15">
                  <c:v>-0.625</c:v>
                </c:pt>
                <c:pt idx="16">
                  <c:v>-0.6</c:v>
                </c:pt>
                <c:pt idx="17">
                  <c:v>-0.57499999999999996</c:v>
                </c:pt>
                <c:pt idx="18">
                  <c:v>-0.55000000000000004</c:v>
                </c:pt>
                <c:pt idx="19">
                  <c:v>-0.52500000000000002</c:v>
                </c:pt>
                <c:pt idx="20">
                  <c:v>-0.5</c:v>
                </c:pt>
                <c:pt idx="21">
                  <c:v>-0.47499999999999998</c:v>
                </c:pt>
                <c:pt idx="22">
                  <c:v>-0.45</c:v>
                </c:pt>
                <c:pt idx="23">
                  <c:v>-0.42499999999999999</c:v>
                </c:pt>
                <c:pt idx="24">
                  <c:v>-0.4</c:v>
                </c:pt>
                <c:pt idx="25">
                  <c:v>-0.375</c:v>
                </c:pt>
                <c:pt idx="26">
                  <c:v>-0.35</c:v>
                </c:pt>
                <c:pt idx="27">
                  <c:v>-0.32500000000000001</c:v>
                </c:pt>
                <c:pt idx="28">
                  <c:v>-0.3</c:v>
                </c:pt>
                <c:pt idx="29">
                  <c:v>-0.27500000000000002</c:v>
                </c:pt>
                <c:pt idx="30">
                  <c:v>-0.25</c:v>
                </c:pt>
                <c:pt idx="31">
                  <c:v>-0.22500000000000001</c:v>
                </c:pt>
                <c:pt idx="32">
                  <c:v>-0.2</c:v>
                </c:pt>
                <c:pt idx="33">
                  <c:v>-0.17499999999999999</c:v>
                </c:pt>
                <c:pt idx="34">
                  <c:v>-0.15</c:v>
                </c:pt>
                <c:pt idx="35">
                  <c:v>-0.125</c:v>
                </c:pt>
                <c:pt idx="36">
                  <c:v>-0.1</c:v>
                </c:pt>
                <c:pt idx="37">
                  <c:v>-7.4999999999999997E-2</c:v>
                </c:pt>
                <c:pt idx="38">
                  <c:v>-0.05</c:v>
                </c:pt>
                <c:pt idx="39">
                  <c:v>-2.5000000000000001E-2</c:v>
                </c:pt>
                <c:pt idx="40">
                  <c:v>0</c:v>
                </c:pt>
                <c:pt idx="41">
                  <c:v>2.5000000000000001E-2</c:v>
                </c:pt>
                <c:pt idx="42">
                  <c:v>0.05</c:v>
                </c:pt>
                <c:pt idx="43">
                  <c:v>7.4999999999999997E-2</c:v>
                </c:pt>
                <c:pt idx="44">
                  <c:v>0.1</c:v>
                </c:pt>
                <c:pt idx="45">
                  <c:v>0.125</c:v>
                </c:pt>
                <c:pt idx="46">
                  <c:v>0.15</c:v>
                </c:pt>
                <c:pt idx="47">
                  <c:v>0.17499999999999999</c:v>
                </c:pt>
                <c:pt idx="48">
                  <c:v>0.2</c:v>
                </c:pt>
                <c:pt idx="49">
                  <c:v>0.22500000000000001</c:v>
                </c:pt>
                <c:pt idx="50">
                  <c:v>0.25</c:v>
                </c:pt>
                <c:pt idx="51">
                  <c:v>0.27500000000000002</c:v>
                </c:pt>
                <c:pt idx="52">
                  <c:v>0.3</c:v>
                </c:pt>
                <c:pt idx="53">
                  <c:v>0.32500000000000001</c:v>
                </c:pt>
                <c:pt idx="54">
                  <c:v>0.35</c:v>
                </c:pt>
                <c:pt idx="55">
                  <c:v>0.375</c:v>
                </c:pt>
                <c:pt idx="56">
                  <c:v>0.4</c:v>
                </c:pt>
                <c:pt idx="57">
                  <c:v>0.42499999999999999</c:v>
                </c:pt>
                <c:pt idx="58">
                  <c:v>0.45</c:v>
                </c:pt>
                <c:pt idx="59">
                  <c:v>0.47499999999999998</c:v>
                </c:pt>
                <c:pt idx="60">
                  <c:v>0.5</c:v>
                </c:pt>
                <c:pt idx="61">
                  <c:v>0.52500000000000002</c:v>
                </c:pt>
                <c:pt idx="62">
                  <c:v>0.55000000000000004</c:v>
                </c:pt>
                <c:pt idx="63">
                  <c:v>0.57499999999999996</c:v>
                </c:pt>
                <c:pt idx="64">
                  <c:v>0.6</c:v>
                </c:pt>
                <c:pt idx="65">
                  <c:v>0.625</c:v>
                </c:pt>
                <c:pt idx="66">
                  <c:v>0.65</c:v>
                </c:pt>
                <c:pt idx="67">
                  <c:v>0.67500000000000004</c:v>
                </c:pt>
                <c:pt idx="68">
                  <c:v>0.7</c:v>
                </c:pt>
                <c:pt idx="69">
                  <c:v>0.72499999999999998</c:v>
                </c:pt>
                <c:pt idx="70">
                  <c:v>0.75</c:v>
                </c:pt>
                <c:pt idx="71">
                  <c:v>0.77500000000000002</c:v>
                </c:pt>
                <c:pt idx="72">
                  <c:v>0.8</c:v>
                </c:pt>
                <c:pt idx="73">
                  <c:v>0.82499999999999996</c:v>
                </c:pt>
                <c:pt idx="74">
                  <c:v>0.85</c:v>
                </c:pt>
                <c:pt idx="75">
                  <c:v>0.875</c:v>
                </c:pt>
                <c:pt idx="76">
                  <c:v>0.9</c:v>
                </c:pt>
                <c:pt idx="77">
                  <c:v>0.92500000000000004</c:v>
                </c:pt>
                <c:pt idx="78">
                  <c:v>0.95</c:v>
                </c:pt>
                <c:pt idx="79">
                  <c:v>0.97499999999999998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General</c:formatCode>
                <c:ptCount val="81"/>
                <c:pt idx="0">
                  <c:v>-12</c:v>
                </c:pt>
                <c:pt idx="1">
                  <c:v>-11.407500000000001</c:v>
                </c:pt>
                <c:pt idx="2">
                  <c:v>-10.83</c:v>
                </c:pt>
                <c:pt idx="3">
                  <c:v>-10.2675</c:v>
                </c:pt>
                <c:pt idx="4">
                  <c:v>-9.7200000000000006</c:v>
                </c:pt>
                <c:pt idx="5">
                  <c:v>-9.1875</c:v>
                </c:pt>
                <c:pt idx="6">
                  <c:v>-8.67</c:v>
                </c:pt>
                <c:pt idx="7">
                  <c:v>-8.1675000000000004</c:v>
                </c:pt>
                <c:pt idx="8">
                  <c:v>-7.68</c:v>
                </c:pt>
                <c:pt idx="9">
                  <c:v>-7.2074999999999996</c:v>
                </c:pt>
                <c:pt idx="10">
                  <c:v>-6.75</c:v>
                </c:pt>
                <c:pt idx="11">
                  <c:v>-6.3075000000000001</c:v>
                </c:pt>
                <c:pt idx="12">
                  <c:v>-5.88</c:v>
                </c:pt>
                <c:pt idx="13">
                  <c:v>-5.4675000000000002</c:v>
                </c:pt>
                <c:pt idx="14">
                  <c:v>-5.07</c:v>
                </c:pt>
                <c:pt idx="15">
                  <c:v>-4.6875</c:v>
                </c:pt>
                <c:pt idx="16">
                  <c:v>-4.32</c:v>
                </c:pt>
                <c:pt idx="17">
                  <c:v>-3.9674999999999998</c:v>
                </c:pt>
                <c:pt idx="18">
                  <c:v>-3.63</c:v>
                </c:pt>
                <c:pt idx="19">
                  <c:v>-3.3075000000000001</c:v>
                </c:pt>
                <c:pt idx="20">
                  <c:v>-3</c:v>
                </c:pt>
                <c:pt idx="21">
                  <c:v>-2.7075</c:v>
                </c:pt>
                <c:pt idx="22">
                  <c:v>-2.4300000000000002</c:v>
                </c:pt>
                <c:pt idx="23">
                  <c:v>-2.1675</c:v>
                </c:pt>
                <c:pt idx="24">
                  <c:v>-1.92</c:v>
                </c:pt>
                <c:pt idx="25">
                  <c:v>-1.6875</c:v>
                </c:pt>
                <c:pt idx="26">
                  <c:v>-1.47</c:v>
                </c:pt>
                <c:pt idx="27">
                  <c:v>-1.2675000000000001</c:v>
                </c:pt>
                <c:pt idx="28">
                  <c:v>-1.08</c:v>
                </c:pt>
                <c:pt idx="29">
                  <c:v>-0.90749999999999997</c:v>
                </c:pt>
                <c:pt idx="30">
                  <c:v>-0.75</c:v>
                </c:pt>
                <c:pt idx="31">
                  <c:v>-0.60750000000000004</c:v>
                </c:pt>
                <c:pt idx="32">
                  <c:v>-0.48</c:v>
                </c:pt>
                <c:pt idx="33">
                  <c:v>-0.36749999999999999</c:v>
                </c:pt>
                <c:pt idx="34">
                  <c:v>-0.27</c:v>
                </c:pt>
                <c:pt idx="35">
                  <c:v>-0.1875</c:v>
                </c:pt>
                <c:pt idx="36">
                  <c:v>-0.12</c:v>
                </c:pt>
                <c:pt idx="37">
                  <c:v>-6.7500000000000004E-2</c:v>
                </c:pt>
                <c:pt idx="38">
                  <c:v>-0.03</c:v>
                </c:pt>
                <c:pt idx="39">
                  <c:v>-7.4999999999999997E-3</c:v>
                </c:pt>
                <c:pt idx="40">
                  <c:v>0</c:v>
                </c:pt>
                <c:pt idx="41">
                  <c:v>-7.4999999999999997E-3</c:v>
                </c:pt>
                <c:pt idx="42">
                  <c:v>-0.03</c:v>
                </c:pt>
                <c:pt idx="43">
                  <c:v>-6.7500000000000004E-2</c:v>
                </c:pt>
                <c:pt idx="44">
                  <c:v>-0.12</c:v>
                </c:pt>
                <c:pt idx="45">
                  <c:v>-0.1875</c:v>
                </c:pt>
                <c:pt idx="46">
                  <c:v>-0.27</c:v>
                </c:pt>
                <c:pt idx="47">
                  <c:v>-0.36749999999999999</c:v>
                </c:pt>
                <c:pt idx="48">
                  <c:v>-0.48</c:v>
                </c:pt>
                <c:pt idx="49">
                  <c:v>-0.60750000000000004</c:v>
                </c:pt>
                <c:pt idx="50">
                  <c:v>-0.75</c:v>
                </c:pt>
                <c:pt idx="51">
                  <c:v>-0.90749999999999997</c:v>
                </c:pt>
                <c:pt idx="52">
                  <c:v>-1.08</c:v>
                </c:pt>
                <c:pt idx="53">
                  <c:v>-1.2675000000000001</c:v>
                </c:pt>
                <c:pt idx="54">
                  <c:v>-1.47</c:v>
                </c:pt>
                <c:pt idx="55">
                  <c:v>-1.6875</c:v>
                </c:pt>
                <c:pt idx="56">
                  <c:v>-1.92</c:v>
                </c:pt>
                <c:pt idx="57">
                  <c:v>-2.1675</c:v>
                </c:pt>
                <c:pt idx="58">
                  <c:v>-2.4300000000000002</c:v>
                </c:pt>
                <c:pt idx="59">
                  <c:v>-2.7075</c:v>
                </c:pt>
                <c:pt idx="60">
                  <c:v>-3</c:v>
                </c:pt>
                <c:pt idx="61">
                  <c:v>-3.3075000000000001</c:v>
                </c:pt>
                <c:pt idx="62">
                  <c:v>-3.63</c:v>
                </c:pt>
                <c:pt idx="63">
                  <c:v>-3.9674999999999998</c:v>
                </c:pt>
                <c:pt idx="64">
                  <c:v>-4.32</c:v>
                </c:pt>
                <c:pt idx="65">
                  <c:v>-4.6875</c:v>
                </c:pt>
                <c:pt idx="66">
                  <c:v>-5.07</c:v>
                </c:pt>
                <c:pt idx="67">
                  <c:v>-5.4675000000000002</c:v>
                </c:pt>
                <c:pt idx="68">
                  <c:v>-5.88</c:v>
                </c:pt>
                <c:pt idx="69">
                  <c:v>-6.3075000000000001</c:v>
                </c:pt>
                <c:pt idx="70">
                  <c:v>-6.75</c:v>
                </c:pt>
                <c:pt idx="71">
                  <c:v>-7.2074999999999996</c:v>
                </c:pt>
                <c:pt idx="72">
                  <c:v>-7.68</c:v>
                </c:pt>
                <c:pt idx="73">
                  <c:v>-8.1675000000000004</c:v>
                </c:pt>
                <c:pt idx="74">
                  <c:v>-8.67</c:v>
                </c:pt>
                <c:pt idx="75">
                  <c:v>-9.1875</c:v>
                </c:pt>
                <c:pt idx="76">
                  <c:v>-9.7200000000000006</c:v>
                </c:pt>
                <c:pt idx="77">
                  <c:v>-10.2675</c:v>
                </c:pt>
                <c:pt idx="78">
                  <c:v>-10.83</c:v>
                </c:pt>
                <c:pt idx="79">
                  <c:v>-11.407500000000001</c:v>
                </c:pt>
                <c:pt idx="80">
                  <c:v>-12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64-4105-B36E-B5E4547405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2"/>
        </c:scaling>
        <c:delete val="0"/>
        <c:axPos val="l"/>
        <c:majorGridlines>
          <c:spPr>
            <a:ln w="9525">
              <a:solidFill>
                <a:srgbClr val="E0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Relative Power (dB)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3"/>
      </c:valAx>
      <c:valAx>
        <c:axId val="48650112"/>
        <c:scaling>
          <c:orientation val="minMax"/>
          <c:max val="1"/>
          <c:min val="-1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Pointing Offset / Full HPBW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0.5"/>
      </c:valAx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Relative Gain Target</c:v>
          </c:tx>
          <c:spPr>
            <a:ln w="28575">
              <a:solidFill>
                <a:srgbClr val="205580"/>
              </a:solidFill>
            </a:ln>
          </c:spPr>
          <c:marker>
            <c:symbol val="none"/>
          </c:marker>
          <c:xVal>
            <c:numRef>
              <c:f>'Chart Data'!$A$2:$A$66</c:f>
              <c:numCache>
                <c:formatCode>General</c:formatCode>
                <c:ptCount val="6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</c:numCache>
            </c:numRef>
          </c:xVal>
          <c:yVal>
            <c:numRef>
              <c:f>'Chart Data'!$B$2:$B$66</c:f>
              <c:numCache>
                <c:formatCode>0</c:formatCode>
                <c:ptCount val="65"/>
                <c:pt idx="0">
                  <c:v>0</c:v>
                </c:pt>
                <c:pt idx="1">
                  <c:v>1.5E-3</c:v>
                </c:pt>
                <c:pt idx="2">
                  <c:v>5.8999999999999999E-3</c:v>
                </c:pt>
                <c:pt idx="3">
                  <c:v>1.32E-2</c:v>
                </c:pt>
                <c:pt idx="4">
                  <c:v>2.35E-2</c:v>
                </c:pt>
                <c:pt idx="5">
                  <c:v>3.6799999999999999E-2</c:v>
                </c:pt>
                <c:pt idx="6">
                  <c:v>5.2999999999999999E-2</c:v>
                </c:pt>
                <c:pt idx="7">
                  <c:v>7.22E-2</c:v>
                </c:pt>
                <c:pt idx="8">
                  <c:v>9.4399999999999998E-2</c:v>
                </c:pt>
                <c:pt idx="9">
                  <c:v>0.1197</c:v>
                </c:pt>
                <c:pt idx="10">
                  <c:v>0.1479</c:v>
                </c:pt>
                <c:pt idx="11">
                  <c:v>0.17929999999999999</c:v>
                </c:pt>
                <c:pt idx="12">
                  <c:v>0.2137</c:v>
                </c:pt>
                <c:pt idx="13">
                  <c:v>0.25119999999999998</c:v>
                </c:pt>
                <c:pt idx="14">
                  <c:v>0.29189999999999999</c:v>
                </c:pt>
                <c:pt idx="15">
                  <c:v>0.33579999999999999</c:v>
                </c:pt>
                <c:pt idx="16">
                  <c:v>0.38290000000000002</c:v>
                </c:pt>
                <c:pt idx="17">
                  <c:v>0.43330000000000002</c:v>
                </c:pt>
                <c:pt idx="18">
                  <c:v>0.48699999999999999</c:v>
                </c:pt>
                <c:pt idx="19">
                  <c:v>0.54410000000000003</c:v>
                </c:pt>
                <c:pt idx="20">
                  <c:v>0.60460000000000003</c:v>
                </c:pt>
                <c:pt idx="21">
                  <c:v>0.66859999999999997</c:v>
                </c:pt>
                <c:pt idx="22">
                  <c:v>0.73619999999999997</c:v>
                </c:pt>
                <c:pt idx="23">
                  <c:v>0.80730000000000002</c:v>
                </c:pt>
                <c:pt idx="24">
                  <c:v>0.88219999999999998</c:v>
                </c:pt>
                <c:pt idx="25">
                  <c:v>0.96089999999999998</c:v>
                </c:pt>
                <c:pt idx="26">
                  <c:v>1.0434000000000001</c:v>
                </c:pt>
                <c:pt idx="27">
                  <c:v>1.1298999999999999</c:v>
                </c:pt>
                <c:pt idx="28">
                  <c:v>1.2203999999999999</c:v>
                </c:pt>
                <c:pt idx="29">
                  <c:v>1.3151999999999999</c:v>
                </c:pt>
                <c:pt idx="30">
                  <c:v>1.4141999999999999</c:v>
                </c:pt>
                <c:pt idx="31">
                  <c:v>1.5176000000000001</c:v>
                </c:pt>
                <c:pt idx="32">
                  <c:v>1.6256999999999999</c:v>
                </c:pt>
                <c:pt idx="33">
                  <c:v>1.7383999999999999</c:v>
                </c:pt>
                <c:pt idx="34">
                  <c:v>1.8560000000000001</c:v>
                </c:pt>
                <c:pt idx="35">
                  <c:v>1.9786999999999999</c:v>
                </c:pt>
                <c:pt idx="36">
                  <c:v>2.1065999999999998</c:v>
                </c:pt>
                <c:pt idx="37">
                  <c:v>2.2400000000000002</c:v>
                </c:pt>
                <c:pt idx="38">
                  <c:v>2.3791000000000002</c:v>
                </c:pt>
                <c:pt idx="39">
                  <c:v>2.5240999999999998</c:v>
                </c:pt>
                <c:pt idx="40">
                  <c:v>2.6755</c:v>
                </c:pt>
                <c:pt idx="41">
                  <c:v>2.8332999999999999</c:v>
                </c:pt>
                <c:pt idx="42">
                  <c:v>2.9981</c:v>
                </c:pt>
                <c:pt idx="43">
                  <c:v>3.1701000000000001</c:v>
                </c:pt>
                <c:pt idx="44">
                  <c:v>3.3498999999999999</c:v>
                </c:pt>
                <c:pt idx="45">
                  <c:v>3.5379</c:v>
                </c:pt>
                <c:pt idx="46">
                  <c:v>3.7345999999999999</c:v>
                </c:pt>
                <c:pt idx="47">
                  <c:v>3.9407999999999999</c:v>
                </c:pt>
                <c:pt idx="48">
                  <c:v>4.157</c:v>
                </c:pt>
                <c:pt idx="49">
                  <c:v>4.3841999999999999</c:v>
                </c:pt>
                <c:pt idx="50">
                  <c:v>4.6231999999999998</c:v>
                </c:pt>
                <c:pt idx="51">
                  <c:v>4.8753000000000002</c:v>
                </c:pt>
                <c:pt idx="52">
                  <c:v>5.1417000000000002</c:v>
                </c:pt>
                <c:pt idx="53">
                  <c:v>5.4241999999999999</c:v>
                </c:pt>
                <c:pt idx="54">
                  <c:v>5.7245999999999997</c:v>
                </c:pt>
                <c:pt idx="55">
                  <c:v>6.0454999999999997</c:v>
                </c:pt>
                <c:pt idx="56">
                  <c:v>6.39</c:v>
                </c:pt>
                <c:pt idx="57">
                  <c:v>6.7622</c:v>
                </c:pt>
                <c:pt idx="58">
                  <c:v>7.1677999999999997</c:v>
                </c:pt>
                <c:pt idx="59">
                  <c:v>7.6147</c:v>
                </c:pt>
                <c:pt idx="60">
                  <c:v>8.1148000000000007</c:v>
                </c:pt>
                <c:pt idx="61">
                  <c:v>8.6875999999999998</c:v>
                </c:pt>
                <c:pt idx="62">
                  <c:v>9.3695000000000004</c:v>
                </c:pt>
                <c:pt idx="63">
                  <c:v>10.2464</c:v>
                </c:pt>
                <c:pt idx="64">
                  <c:v>11.7164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03F-43A4-AB69-6C3D560B8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Gain Relative to Nadir (dB)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3"/>
      </c:valAx>
      <c:valAx>
        <c:axId val="48650112"/>
        <c:scaling>
          <c:orientation val="minMax"/>
          <c:max val="6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Look Angle from Nadir (deg)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5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Installed Pattern Cut</c:v>
          </c:tx>
          <c:spPr>
            <a:ln w="28575">
              <a:solidFill>
                <a:srgbClr val="205580"/>
              </a:solidFill>
            </a:ln>
          </c:spPr>
          <c:marker>
            <c:symbol val="none"/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-50</c:v>
                </c:pt>
                <c:pt idx="1">
                  <c:v>-40</c:v>
                </c:pt>
                <c:pt idx="2">
                  <c:v>-30</c:v>
                </c:pt>
                <c:pt idx="3">
                  <c:v>-10</c:v>
                </c:pt>
                <c:pt idx="4">
                  <c:v>-5</c:v>
                </c:pt>
                <c:pt idx="5">
                  <c:v>0</c:v>
                </c:pt>
                <c:pt idx="6">
                  <c:v>5</c:v>
                </c:pt>
                <c:pt idx="7">
                  <c:v>10</c:v>
                </c:pt>
                <c:pt idx="8">
                  <c:v>30</c:v>
                </c:pt>
                <c:pt idx="9">
                  <c:v>40</c:v>
                </c:pt>
                <c:pt idx="10">
                  <c:v>50</c:v>
                </c:pt>
              </c:numCache>
            </c:numRef>
          </c:xVal>
          <c:yVal>
            <c:numRef>
              <c:f>'Chart Data'!$B$2:$B$12</c:f>
              <c:numCache>
                <c:formatCode>0</c:formatCode>
                <c:ptCount val="11"/>
                <c:pt idx="0">
                  <c:v>-12</c:v>
                </c:pt>
                <c:pt idx="1">
                  <c:v>-6</c:v>
                </c:pt>
                <c:pt idx="2">
                  <c:v>0</c:v>
                </c:pt>
                <c:pt idx="3">
                  <c:v>0</c:v>
                </c:pt>
                <c:pt idx="4">
                  <c:v>-6</c:v>
                </c:pt>
                <c:pt idx="5">
                  <c:v>-18</c:v>
                </c:pt>
                <c:pt idx="6">
                  <c:v>-6</c:v>
                </c:pt>
                <c:pt idx="7">
                  <c:v>0</c:v>
                </c:pt>
                <c:pt idx="8">
                  <c:v>0</c:v>
                </c:pt>
                <c:pt idx="9">
                  <c:v>-6</c:v>
                </c:pt>
                <c:pt idx="10">
                  <c:v>-12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AA1-40F1-88E8-CEDB31863FAD}"/>
            </c:ext>
          </c:extLst>
        </c:ser>
        <c:ser>
          <c:idx val="1"/>
          <c:order val="1"/>
          <c:tx>
            <c:v>Minimum Gain for This Link</c:v>
          </c:tx>
          <c:spPr>
            <a:ln w="19050">
              <a:solidFill>
                <a:srgbClr val="147D85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-6</c:v>
                </c:pt>
                <c:pt idx="1">
                  <c:v>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AA1-40F1-88E8-CEDB31863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8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Gain Relative to Peak (dB)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Link Direction in Antenna Coordinates (deg)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</c:plotArea>
    <c:legend>
      <c:legendPos val="b"/>
      <c:overlay val="0"/>
      <c:txPr>
        <a:bodyPr anchorCtr="1"/>
        <a:lstStyle/>
        <a:p>
          <a:pPr>
            <a:defRPr sz="1425"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Steered to 0°</c:v>
          </c:tx>
          <c:spPr>
            <a:ln w="28575">
              <a:solidFill>
                <a:srgbClr val="205580"/>
              </a:solidFill>
            </a:ln>
          </c:spPr>
          <c:marker>
            <c:symbol val="none"/>
          </c:marker>
          <c:xVal>
            <c:numRef>
              <c:f>'Chart Data'!$A$2:$A$322</c:f>
              <c:numCache>
                <c:formatCode>General</c:formatCode>
                <c:ptCount val="321"/>
                <c:pt idx="0">
                  <c:v>-80</c:v>
                </c:pt>
                <c:pt idx="1">
                  <c:v>-79.5</c:v>
                </c:pt>
                <c:pt idx="2">
                  <c:v>-79</c:v>
                </c:pt>
                <c:pt idx="3">
                  <c:v>-78.5</c:v>
                </c:pt>
                <c:pt idx="4">
                  <c:v>-78</c:v>
                </c:pt>
                <c:pt idx="5">
                  <c:v>-77.5</c:v>
                </c:pt>
                <c:pt idx="6">
                  <c:v>-77</c:v>
                </c:pt>
                <c:pt idx="7">
                  <c:v>-76.5</c:v>
                </c:pt>
                <c:pt idx="8">
                  <c:v>-76</c:v>
                </c:pt>
                <c:pt idx="9">
                  <c:v>-75.5</c:v>
                </c:pt>
                <c:pt idx="10">
                  <c:v>-75</c:v>
                </c:pt>
                <c:pt idx="11">
                  <c:v>-74.5</c:v>
                </c:pt>
                <c:pt idx="12">
                  <c:v>-74</c:v>
                </c:pt>
                <c:pt idx="13">
                  <c:v>-73.5</c:v>
                </c:pt>
                <c:pt idx="14">
                  <c:v>-73</c:v>
                </c:pt>
                <c:pt idx="15">
                  <c:v>-72.5</c:v>
                </c:pt>
                <c:pt idx="16">
                  <c:v>-72</c:v>
                </c:pt>
                <c:pt idx="17">
                  <c:v>-71.5</c:v>
                </c:pt>
                <c:pt idx="18">
                  <c:v>-71</c:v>
                </c:pt>
                <c:pt idx="19">
                  <c:v>-70.5</c:v>
                </c:pt>
                <c:pt idx="20">
                  <c:v>-70</c:v>
                </c:pt>
                <c:pt idx="21">
                  <c:v>-69.5</c:v>
                </c:pt>
                <c:pt idx="22">
                  <c:v>-69</c:v>
                </c:pt>
                <c:pt idx="23">
                  <c:v>-68.5</c:v>
                </c:pt>
                <c:pt idx="24">
                  <c:v>-68</c:v>
                </c:pt>
                <c:pt idx="25">
                  <c:v>-67.5</c:v>
                </c:pt>
                <c:pt idx="26">
                  <c:v>-67</c:v>
                </c:pt>
                <c:pt idx="27">
                  <c:v>-66.5</c:v>
                </c:pt>
                <c:pt idx="28">
                  <c:v>-66</c:v>
                </c:pt>
                <c:pt idx="29">
                  <c:v>-65.5</c:v>
                </c:pt>
                <c:pt idx="30">
                  <c:v>-65</c:v>
                </c:pt>
                <c:pt idx="31">
                  <c:v>-64.5</c:v>
                </c:pt>
                <c:pt idx="32">
                  <c:v>-64</c:v>
                </c:pt>
                <c:pt idx="33">
                  <c:v>-63.5</c:v>
                </c:pt>
                <c:pt idx="34">
                  <c:v>-63</c:v>
                </c:pt>
                <c:pt idx="35">
                  <c:v>-62.5</c:v>
                </c:pt>
                <c:pt idx="36">
                  <c:v>-62</c:v>
                </c:pt>
                <c:pt idx="37">
                  <c:v>-61.5</c:v>
                </c:pt>
                <c:pt idx="38">
                  <c:v>-61</c:v>
                </c:pt>
                <c:pt idx="39">
                  <c:v>-60.5</c:v>
                </c:pt>
                <c:pt idx="40">
                  <c:v>-60</c:v>
                </c:pt>
                <c:pt idx="41">
                  <c:v>-59.5</c:v>
                </c:pt>
                <c:pt idx="42">
                  <c:v>-59</c:v>
                </c:pt>
                <c:pt idx="43">
                  <c:v>-58.5</c:v>
                </c:pt>
                <c:pt idx="44">
                  <c:v>-58</c:v>
                </c:pt>
                <c:pt idx="45">
                  <c:v>-57.5</c:v>
                </c:pt>
                <c:pt idx="46">
                  <c:v>-57</c:v>
                </c:pt>
                <c:pt idx="47">
                  <c:v>-56.5</c:v>
                </c:pt>
                <c:pt idx="48">
                  <c:v>-56</c:v>
                </c:pt>
                <c:pt idx="49">
                  <c:v>-55.5</c:v>
                </c:pt>
                <c:pt idx="50">
                  <c:v>-55</c:v>
                </c:pt>
                <c:pt idx="51">
                  <c:v>-54.5</c:v>
                </c:pt>
                <c:pt idx="52">
                  <c:v>-54</c:v>
                </c:pt>
                <c:pt idx="53">
                  <c:v>-53.5</c:v>
                </c:pt>
                <c:pt idx="54">
                  <c:v>-53</c:v>
                </c:pt>
                <c:pt idx="55">
                  <c:v>-52.5</c:v>
                </c:pt>
                <c:pt idx="56">
                  <c:v>-52</c:v>
                </c:pt>
                <c:pt idx="57">
                  <c:v>-51.5</c:v>
                </c:pt>
                <c:pt idx="58">
                  <c:v>-51</c:v>
                </c:pt>
                <c:pt idx="59">
                  <c:v>-50.5</c:v>
                </c:pt>
                <c:pt idx="60">
                  <c:v>-50</c:v>
                </c:pt>
                <c:pt idx="61">
                  <c:v>-49.5</c:v>
                </c:pt>
                <c:pt idx="62">
                  <c:v>-49</c:v>
                </c:pt>
                <c:pt idx="63">
                  <c:v>-48.5</c:v>
                </c:pt>
                <c:pt idx="64">
                  <c:v>-48</c:v>
                </c:pt>
                <c:pt idx="65">
                  <c:v>-47.5</c:v>
                </c:pt>
                <c:pt idx="66">
                  <c:v>-47</c:v>
                </c:pt>
                <c:pt idx="67">
                  <c:v>-46.5</c:v>
                </c:pt>
                <c:pt idx="68">
                  <c:v>-46</c:v>
                </c:pt>
                <c:pt idx="69">
                  <c:v>-45.5</c:v>
                </c:pt>
                <c:pt idx="70">
                  <c:v>-45</c:v>
                </c:pt>
                <c:pt idx="71">
                  <c:v>-44.5</c:v>
                </c:pt>
                <c:pt idx="72">
                  <c:v>-44</c:v>
                </c:pt>
                <c:pt idx="73">
                  <c:v>-43.5</c:v>
                </c:pt>
                <c:pt idx="74">
                  <c:v>-43</c:v>
                </c:pt>
                <c:pt idx="75">
                  <c:v>-42.5</c:v>
                </c:pt>
                <c:pt idx="76">
                  <c:v>-42</c:v>
                </c:pt>
                <c:pt idx="77">
                  <c:v>-41.5</c:v>
                </c:pt>
                <c:pt idx="78">
                  <c:v>-41</c:v>
                </c:pt>
                <c:pt idx="79">
                  <c:v>-40.5</c:v>
                </c:pt>
                <c:pt idx="80">
                  <c:v>-40</c:v>
                </c:pt>
                <c:pt idx="81">
                  <c:v>-39.5</c:v>
                </c:pt>
                <c:pt idx="82">
                  <c:v>-39</c:v>
                </c:pt>
                <c:pt idx="83">
                  <c:v>-38.5</c:v>
                </c:pt>
                <c:pt idx="84">
                  <c:v>-38</c:v>
                </c:pt>
                <c:pt idx="85">
                  <c:v>-37.5</c:v>
                </c:pt>
                <c:pt idx="86">
                  <c:v>-37</c:v>
                </c:pt>
                <c:pt idx="87">
                  <c:v>-36.5</c:v>
                </c:pt>
                <c:pt idx="88">
                  <c:v>-36</c:v>
                </c:pt>
                <c:pt idx="89">
                  <c:v>-35.5</c:v>
                </c:pt>
                <c:pt idx="90">
                  <c:v>-35</c:v>
                </c:pt>
                <c:pt idx="91">
                  <c:v>-34.5</c:v>
                </c:pt>
                <c:pt idx="92">
                  <c:v>-34</c:v>
                </c:pt>
                <c:pt idx="93">
                  <c:v>-33.5</c:v>
                </c:pt>
                <c:pt idx="94">
                  <c:v>-33</c:v>
                </c:pt>
                <c:pt idx="95">
                  <c:v>-32.5</c:v>
                </c:pt>
                <c:pt idx="96">
                  <c:v>-32</c:v>
                </c:pt>
                <c:pt idx="97">
                  <c:v>-31.5</c:v>
                </c:pt>
                <c:pt idx="98">
                  <c:v>-31</c:v>
                </c:pt>
                <c:pt idx="99">
                  <c:v>-30.5</c:v>
                </c:pt>
                <c:pt idx="100">
                  <c:v>-30</c:v>
                </c:pt>
                <c:pt idx="101">
                  <c:v>-29.5</c:v>
                </c:pt>
                <c:pt idx="102">
                  <c:v>-29</c:v>
                </c:pt>
                <c:pt idx="103">
                  <c:v>-28.5</c:v>
                </c:pt>
                <c:pt idx="104">
                  <c:v>-28</c:v>
                </c:pt>
                <c:pt idx="105">
                  <c:v>-27.5</c:v>
                </c:pt>
                <c:pt idx="106">
                  <c:v>-27</c:v>
                </c:pt>
                <c:pt idx="107">
                  <c:v>-26.5</c:v>
                </c:pt>
                <c:pt idx="108">
                  <c:v>-26</c:v>
                </c:pt>
                <c:pt idx="109">
                  <c:v>-25.5</c:v>
                </c:pt>
                <c:pt idx="110">
                  <c:v>-25</c:v>
                </c:pt>
                <c:pt idx="111">
                  <c:v>-24.5</c:v>
                </c:pt>
                <c:pt idx="112">
                  <c:v>-24</c:v>
                </c:pt>
                <c:pt idx="113">
                  <c:v>-23.5</c:v>
                </c:pt>
                <c:pt idx="114">
                  <c:v>-23</c:v>
                </c:pt>
                <c:pt idx="115">
                  <c:v>-22.5</c:v>
                </c:pt>
                <c:pt idx="116">
                  <c:v>-22</c:v>
                </c:pt>
                <c:pt idx="117">
                  <c:v>-21.5</c:v>
                </c:pt>
                <c:pt idx="118">
                  <c:v>-21</c:v>
                </c:pt>
                <c:pt idx="119">
                  <c:v>-20.5</c:v>
                </c:pt>
                <c:pt idx="120">
                  <c:v>-20</c:v>
                </c:pt>
                <c:pt idx="121">
                  <c:v>-19.5</c:v>
                </c:pt>
                <c:pt idx="122">
                  <c:v>-19</c:v>
                </c:pt>
                <c:pt idx="123">
                  <c:v>-18.5</c:v>
                </c:pt>
                <c:pt idx="124">
                  <c:v>-18</c:v>
                </c:pt>
                <c:pt idx="125">
                  <c:v>-17.5</c:v>
                </c:pt>
                <c:pt idx="126">
                  <c:v>-17</c:v>
                </c:pt>
                <c:pt idx="127">
                  <c:v>-16.5</c:v>
                </c:pt>
                <c:pt idx="128">
                  <c:v>-16</c:v>
                </c:pt>
                <c:pt idx="129">
                  <c:v>-15.5</c:v>
                </c:pt>
                <c:pt idx="130">
                  <c:v>-15</c:v>
                </c:pt>
                <c:pt idx="131">
                  <c:v>-14.5</c:v>
                </c:pt>
                <c:pt idx="132">
                  <c:v>-14</c:v>
                </c:pt>
                <c:pt idx="133">
                  <c:v>-13.5</c:v>
                </c:pt>
                <c:pt idx="134">
                  <c:v>-13</c:v>
                </c:pt>
                <c:pt idx="135">
                  <c:v>-12.5</c:v>
                </c:pt>
                <c:pt idx="136">
                  <c:v>-12</c:v>
                </c:pt>
                <c:pt idx="137">
                  <c:v>-11.5</c:v>
                </c:pt>
                <c:pt idx="138">
                  <c:v>-11</c:v>
                </c:pt>
                <c:pt idx="139">
                  <c:v>-10.5</c:v>
                </c:pt>
                <c:pt idx="140">
                  <c:v>-10</c:v>
                </c:pt>
                <c:pt idx="141">
                  <c:v>-9.5</c:v>
                </c:pt>
                <c:pt idx="142">
                  <c:v>-9</c:v>
                </c:pt>
                <c:pt idx="143">
                  <c:v>-8.5</c:v>
                </c:pt>
                <c:pt idx="144">
                  <c:v>-8</c:v>
                </c:pt>
                <c:pt idx="145">
                  <c:v>-7.5</c:v>
                </c:pt>
                <c:pt idx="146">
                  <c:v>-7</c:v>
                </c:pt>
                <c:pt idx="147">
                  <c:v>-6.5</c:v>
                </c:pt>
                <c:pt idx="148">
                  <c:v>-6</c:v>
                </c:pt>
                <c:pt idx="149">
                  <c:v>-5.5</c:v>
                </c:pt>
                <c:pt idx="150">
                  <c:v>-5</c:v>
                </c:pt>
                <c:pt idx="151">
                  <c:v>-4.5</c:v>
                </c:pt>
                <c:pt idx="152">
                  <c:v>-4</c:v>
                </c:pt>
                <c:pt idx="153">
                  <c:v>-3.5</c:v>
                </c:pt>
                <c:pt idx="154">
                  <c:v>-3</c:v>
                </c:pt>
                <c:pt idx="155">
                  <c:v>-2.5</c:v>
                </c:pt>
                <c:pt idx="156">
                  <c:v>-2</c:v>
                </c:pt>
                <c:pt idx="157">
                  <c:v>-1.5</c:v>
                </c:pt>
                <c:pt idx="158">
                  <c:v>-1</c:v>
                </c:pt>
                <c:pt idx="159">
                  <c:v>-0.5</c:v>
                </c:pt>
                <c:pt idx="160">
                  <c:v>0</c:v>
                </c:pt>
                <c:pt idx="161">
                  <c:v>0.5</c:v>
                </c:pt>
                <c:pt idx="162">
                  <c:v>1</c:v>
                </c:pt>
                <c:pt idx="163">
                  <c:v>1.5</c:v>
                </c:pt>
                <c:pt idx="164">
                  <c:v>2</c:v>
                </c:pt>
                <c:pt idx="165">
                  <c:v>2.5</c:v>
                </c:pt>
                <c:pt idx="166">
                  <c:v>3</c:v>
                </c:pt>
                <c:pt idx="167">
                  <c:v>3.5</c:v>
                </c:pt>
                <c:pt idx="168">
                  <c:v>4</c:v>
                </c:pt>
                <c:pt idx="169">
                  <c:v>4.5</c:v>
                </c:pt>
                <c:pt idx="170">
                  <c:v>5</c:v>
                </c:pt>
                <c:pt idx="171">
                  <c:v>5.5</c:v>
                </c:pt>
                <c:pt idx="172">
                  <c:v>6</c:v>
                </c:pt>
                <c:pt idx="173">
                  <c:v>6.5</c:v>
                </c:pt>
                <c:pt idx="174">
                  <c:v>7</c:v>
                </c:pt>
                <c:pt idx="175">
                  <c:v>7.5</c:v>
                </c:pt>
                <c:pt idx="176">
                  <c:v>8</c:v>
                </c:pt>
                <c:pt idx="177">
                  <c:v>8.5</c:v>
                </c:pt>
                <c:pt idx="178">
                  <c:v>9</c:v>
                </c:pt>
                <c:pt idx="179">
                  <c:v>9.5</c:v>
                </c:pt>
                <c:pt idx="180">
                  <c:v>10</c:v>
                </c:pt>
                <c:pt idx="181">
                  <c:v>10.5</c:v>
                </c:pt>
                <c:pt idx="182">
                  <c:v>11</c:v>
                </c:pt>
                <c:pt idx="183">
                  <c:v>11.5</c:v>
                </c:pt>
                <c:pt idx="184">
                  <c:v>12</c:v>
                </c:pt>
                <c:pt idx="185">
                  <c:v>12.5</c:v>
                </c:pt>
                <c:pt idx="186">
                  <c:v>13</c:v>
                </c:pt>
                <c:pt idx="187">
                  <c:v>13.5</c:v>
                </c:pt>
                <c:pt idx="188">
                  <c:v>14</c:v>
                </c:pt>
                <c:pt idx="189">
                  <c:v>14.5</c:v>
                </c:pt>
                <c:pt idx="190">
                  <c:v>15</c:v>
                </c:pt>
                <c:pt idx="191">
                  <c:v>15.5</c:v>
                </c:pt>
                <c:pt idx="192">
                  <c:v>16</c:v>
                </c:pt>
                <c:pt idx="193">
                  <c:v>16.5</c:v>
                </c:pt>
                <c:pt idx="194">
                  <c:v>17</c:v>
                </c:pt>
                <c:pt idx="195">
                  <c:v>17.5</c:v>
                </c:pt>
                <c:pt idx="196">
                  <c:v>18</c:v>
                </c:pt>
                <c:pt idx="197">
                  <c:v>18.5</c:v>
                </c:pt>
                <c:pt idx="198">
                  <c:v>19</c:v>
                </c:pt>
                <c:pt idx="199">
                  <c:v>19.5</c:v>
                </c:pt>
                <c:pt idx="200">
                  <c:v>20</c:v>
                </c:pt>
                <c:pt idx="201">
                  <c:v>20.5</c:v>
                </c:pt>
                <c:pt idx="202">
                  <c:v>21</c:v>
                </c:pt>
                <c:pt idx="203">
                  <c:v>21.5</c:v>
                </c:pt>
                <c:pt idx="204">
                  <c:v>22</c:v>
                </c:pt>
                <c:pt idx="205">
                  <c:v>22.5</c:v>
                </c:pt>
                <c:pt idx="206">
                  <c:v>23</c:v>
                </c:pt>
                <c:pt idx="207">
                  <c:v>23.5</c:v>
                </c:pt>
                <c:pt idx="208">
                  <c:v>24</c:v>
                </c:pt>
                <c:pt idx="209">
                  <c:v>24.5</c:v>
                </c:pt>
                <c:pt idx="210">
                  <c:v>25</c:v>
                </c:pt>
                <c:pt idx="211">
                  <c:v>25.5</c:v>
                </c:pt>
                <c:pt idx="212">
                  <c:v>26</c:v>
                </c:pt>
                <c:pt idx="213">
                  <c:v>26.5</c:v>
                </c:pt>
                <c:pt idx="214">
                  <c:v>27</c:v>
                </c:pt>
                <c:pt idx="215">
                  <c:v>27.5</c:v>
                </c:pt>
                <c:pt idx="216">
                  <c:v>28</c:v>
                </c:pt>
                <c:pt idx="217">
                  <c:v>28.5</c:v>
                </c:pt>
                <c:pt idx="218">
                  <c:v>29</c:v>
                </c:pt>
                <c:pt idx="219">
                  <c:v>29.5</c:v>
                </c:pt>
                <c:pt idx="220">
                  <c:v>30</c:v>
                </c:pt>
                <c:pt idx="221">
                  <c:v>30.5</c:v>
                </c:pt>
                <c:pt idx="222">
                  <c:v>31</c:v>
                </c:pt>
                <c:pt idx="223">
                  <c:v>31.5</c:v>
                </c:pt>
                <c:pt idx="224">
                  <c:v>32</c:v>
                </c:pt>
                <c:pt idx="225">
                  <c:v>32.5</c:v>
                </c:pt>
                <c:pt idx="226">
                  <c:v>33</c:v>
                </c:pt>
                <c:pt idx="227">
                  <c:v>33.5</c:v>
                </c:pt>
                <c:pt idx="228">
                  <c:v>34</c:v>
                </c:pt>
                <c:pt idx="229">
                  <c:v>34.5</c:v>
                </c:pt>
                <c:pt idx="230">
                  <c:v>35</c:v>
                </c:pt>
                <c:pt idx="231">
                  <c:v>35.5</c:v>
                </c:pt>
                <c:pt idx="232">
                  <c:v>36</c:v>
                </c:pt>
                <c:pt idx="233">
                  <c:v>36.5</c:v>
                </c:pt>
                <c:pt idx="234">
                  <c:v>37</c:v>
                </c:pt>
                <c:pt idx="235">
                  <c:v>37.5</c:v>
                </c:pt>
                <c:pt idx="236">
                  <c:v>38</c:v>
                </c:pt>
                <c:pt idx="237">
                  <c:v>38.5</c:v>
                </c:pt>
                <c:pt idx="238">
                  <c:v>39</c:v>
                </c:pt>
                <c:pt idx="239">
                  <c:v>39.5</c:v>
                </c:pt>
                <c:pt idx="240">
                  <c:v>40</c:v>
                </c:pt>
                <c:pt idx="241">
                  <c:v>40.5</c:v>
                </c:pt>
                <c:pt idx="242">
                  <c:v>41</c:v>
                </c:pt>
                <c:pt idx="243">
                  <c:v>41.5</c:v>
                </c:pt>
                <c:pt idx="244">
                  <c:v>42</c:v>
                </c:pt>
                <c:pt idx="245">
                  <c:v>42.5</c:v>
                </c:pt>
                <c:pt idx="246">
                  <c:v>43</c:v>
                </c:pt>
                <c:pt idx="247">
                  <c:v>43.5</c:v>
                </c:pt>
                <c:pt idx="248">
                  <c:v>44</c:v>
                </c:pt>
                <c:pt idx="249">
                  <c:v>44.5</c:v>
                </c:pt>
                <c:pt idx="250">
                  <c:v>45</c:v>
                </c:pt>
                <c:pt idx="251">
                  <c:v>45.5</c:v>
                </c:pt>
                <c:pt idx="252">
                  <c:v>46</c:v>
                </c:pt>
                <c:pt idx="253">
                  <c:v>46.5</c:v>
                </c:pt>
                <c:pt idx="254">
                  <c:v>47</c:v>
                </c:pt>
                <c:pt idx="255">
                  <c:v>47.5</c:v>
                </c:pt>
                <c:pt idx="256">
                  <c:v>48</c:v>
                </c:pt>
                <c:pt idx="257">
                  <c:v>48.5</c:v>
                </c:pt>
                <c:pt idx="258">
                  <c:v>49</c:v>
                </c:pt>
                <c:pt idx="259">
                  <c:v>49.5</c:v>
                </c:pt>
                <c:pt idx="260">
                  <c:v>50</c:v>
                </c:pt>
                <c:pt idx="261">
                  <c:v>50.5</c:v>
                </c:pt>
                <c:pt idx="262">
                  <c:v>51</c:v>
                </c:pt>
                <c:pt idx="263">
                  <c:v>51.5</c:v>
                </c:pt>
                <c:pt idx="264">
                  <c:v>52</c:v>
                </c:pt>
                <c:pt idx="265">
                  <c:v>52.5</c:v>
                </c:pt>
                <c:pt idx="266">
                  <c:v>53</c:v>
                </c:pt>
                <c:pt idx="267">
                  <c:v>53.5</c:v>
                </c:pt>
                <c:pt idx="268">
                  <c:v>54</c:v>
                </c:pt>
                <c:pt idx="269">
                  <c:v>54.5</c:v>
                </c:pt>
                <c:pt idx="270">
                  <c:v>55</c:v>
                </c:pt>
                <c:pt idx="271">
                  <c:v>55.5</c:v>
                </c:pt>
                <c:pt idx="272">
                  <c:v>56</c:v>
                </c:pt>
                <c:pt idx="273">
                  <c:v>56.5</c:v>
                </c:pt>
                <c:pt idx="274">
                  <c:v>57</c:v>
                </c:pt>
                <c:pt idx="275">
                  <c:v>57.5</c:v>
                </c:pt>
                <c:pt idx="276">
                  <c:v>58</c:v>
                </c:pt>
                <c:pt idx="277">
                  <c:v>58.5</c:v>
                </c:pt>
                <c:pt idx="278">
                  <c:v>59</c:v>
                </c:pt>
                <c:pt idx="279">
                  <c:v>59.5</c:v>
                </c:pt>
                <c:pt idx="280">
                  <c:v>60</c:v>
                </c:pt>
                <c:pt idx="281">
                  <c:v>60.5</c:v>
                </c:pt>
                <c:pt idx="282">
                  <c:v>61</c:v>
                </c:pt>
                <c:pt idx="283">
                  <c:v>61.5</c:v>
                </c:pt>
                <c:pt idx="284">
                  <c:v>62</c:v>
                </c:pt>
                <c:pt idx="285">
                  <c:v>62.5</c:v>
                </c:pt>
                <c:pt idx="286">
                  <c:v>63</c:v>
                </c:pt>
                <c:pt idx="287">
                  <c:v>63.5</c:v>
                </c:pt>
                <c:pt idx="288">
                  <c:v>64</c:v>
                </c:pt>
                <c:pt idx="289">
                  <c:v>64.5</c:v>
                </c:pt>
                <c:pt idx="290">
                  <c:v>65</c:v>
                </c:pt>
                <c:pt idx="291">
                  <c:v>65.5</c:v>
                </c:pt>
                <c:pt idx="292">
                  <c:v>66</c:v>
                </c:pt>
                <c:pt idx="293">
                  <c:v>66.5</c:v>
                </c:pt>
                <c:pt idx="294">
                  <c:v>67</c:v>
                </c:pt>
                <c:pt idx="295">
                  <c:v>67.5</c:v>
                </c:pt>
                <c:pt idx="296">
                  <c:v>68</c:v>
                </c:pt>
                <c:pt idx="297">
                  <c:v>68.5</c:v>
                </c:pt>
                <c:pt idx="298">
                  <c:v>69</c:v>
                </c:pt>
                <c:pt idx="299">
                  <c:v>69.5</c:v>
                </c:pt>
                <c:pt idx="300">
                  <c:v>70</c:v>
                </c:pt>
                <c:pt idx="301">
                  <c:v>70.5</c:v>
                </c:pt>
                <c:pt idx="302">
                  <c:v>71</c:v>
                </c:pt>
                <c:pt idx="303">
                  <c:v>71.5</c:v>
                </c:pt>
                <c:pt idx="304">
                  <c:v>72</c:v>
                </c:pt>
                <c:pt idx="305">
                  <c:v>72.5</c:v>
                </c:pt>
                <c:pt idx="306">
                  <c:v>73</c:v>
                </c:pt>
                <c:pt idx="307">
                  <c:v>73.5</c:v>
                </c:pt>
                <c:pt idx="308">
                  <c:v>74</c:v>
                </c:pt>
                <c:pt idx="309">
                  <c:v>74.5</c:v>
                </c:pt>
                <c:pt idx="310">
                  <c:v>75</c:v>
                </c:pt>
                <c:pt idx="311">
                  <c:v>75.5</c:v>
                </c:pt>
                <c:pt idx="312">
                  <c:v>76</c:v>
                </c:pt>
                <c:pt idx="313">
                  <c:v>76.5</c:v>
                </c:pt>
                <c:pt idx="314">
                  <c:v>77</c:v>
                </c:pt>
                <c:pt idx="315">
                  <c:v>77.5</c:v>
                </c:pt>
                <c:pt idx="316">
                  <c:v>78</c:v>
                </c:pt>
                <c:pt idx="317">
                  <c:v>78.5</c:v>
                </c:pt>
                <c:pt idx="318">
                  <c:v>79</c:v>
                </c:pt>
                <c:pt idx="319">
                  <c:v>79.5</c:v>
                </c:pt>
                <c:pt idx="320">
                  <c:v>80</c:v>
                </c:pt>
              </c:numCache>
            </c:numRef>
          </c:xVal>
          <c:yVal>
            <c:numRef>
              <c:f>'Chart Data'!$B$2:$B$322</c:f>
              <c:numCache>
                <c:formatCode>0</c:formatCode>
                <c:ptCount val="321"/>
                <c:pt idx="0">
                  <c:v>-30</c:v>
                </c:pt>
                <c:pt idx="1">
                  <c:v>-30</c:v>
                </c:pt>
                <c:pt idx="2">
                  <c:v>-30</c:v>
                </c:pt>
                <c:pt idx="3">
                  <c:v>-30</c:v>
                </c:pt>
                <c:pt idx="4">
                  <c:v>-29.391940000000002</c:v>
                </c:pt>
                <c:pt idx="5">
                  <c:v>-28.703980000000001</c:v>
                </c:pt>
                <c:pt idx="6">
                  <c:v>-28.046299999999999</c:v>
                </c:pt>
                <c:pt idx="7">
                  <c:v>-27.417000000000002</c:v>
                </c:pt>
                <c:pt idx="8">
                  <c:v>-26.814419999999998</c:v>
                </c:pt>
                <c:pt idx="9">
                  <c:v>-26.237079999999999</c:v>
                </c:pt>
                <c:pt idx="10">
                  <c:v>-25.683710000000001</c:v>
                </c:pt>
                <c:pt idx="11">
                  <c:v>-25.153179999999999</c:v>
                </c:pt>
                <c:pt idx="12">
                  <c:v>-24.64451</c:v>
                </c:pt>
                <c:pt idx="13">
                  <c:v>-24.15682</c:v>
                </c:pt>
                <c:pt idx="14">
                  <c:v>-23.68938</c:v>
                </c:pt>
                <c:pt idx="15">
                  <c:v>-23.241530000000001</c:v>
                </c:pt>
                <c:pt idx="16">
                  <c:v>-22.8127</c:v>
                </c:pt>
                <c:pt idx="17">
                  <c:v>-22.40241</c:v>
                </c:pt>
                <c:pt idx="18">
                  <c:v>-22.010259999999999</c:v>
                </c:pt>
                <c:pt idx="19">
                  <c:v>-21.635919999999999</c:v>
                </c:pt>
                <c:pt idx="20">
                  <c:v>-21.279109999999999</c:v>
                </c:pt>
                <c:pt idx="21">
                  <c:v>-20.939630000000001</c:v>
                </c:pt>
                <c:pt idx="22">
                  <c:v>-20.617329999999999</c:v>
                </c:pt>
                <c:pt idx="23">
                  <c:v>-20.31212</c:v>
                </c:pt>
                <c:pt idx="24">
                  <c:v>-20.023959999999999</c:v>
                </c:pt>
                <c:pt idx="25">
                  <c:v>-19.752859999999998</c:v>
                </c:pt>
                <c:pt idx="26">
                  <c:v>-19.498899999999999</c:v>
                </c:pt>
                <c:pt idx="27">
                  <c:v>-19.2622</c:v>
                </c:pt>
                <c:pt idx="28">
                  <c:v>-19.042929999999998</c:v>
                </c:pt>
                <c:pt idx="29">
                  <c:v>-18.841339999999999</c:v>
                </c:pt>
                <c:pt idx="30">
                  <c:v>-18.657699999999998</c:v>
                </c:pt>
                <c:pt idx="31">
                  <c:v>-18.492380000000001</c:v>
                </c:pt>
                <c:pt idx="32">
                  <c:v>-18.345780000000001</c:v>
                </c:pt>
                <c:pt idx="33">
                  <c:v>-18.218389999999999</c:v>
                </c:pt>
                <c:pt idx="34">
                  <c:v>-18.110779999999998</c:v>
                </c:pt>
                <c:pt idx="35">
                  <c:v>-18.023579999999999</c:v>
                </c:pt>
                <c:pt idx="36">
                  <c:v>-17.957540000000002</c:v>
                </c:pt>
                <c:pt idx="37">
                  <c:v>-17.91347</c:v>
                </c:pt>
                <c:pt idx="38">
                  <c:v>-17.892340000000001</c:v>
                </c:pt>
                <c:pt idx="39">
                  <c:v>-17.895230000000002</c:v>
                </c:pt>
                <c:pt idx="40">
                  <c:v>-17.923380000000002</c:v>
                </c:pt>
                <c:pt idx="41">
                  <c:v>-17.978179999999998</c:v>
                </c:pt>
                <c:pt idx="42">
                  <c:v>-18.06127</c:v>
                </c:pt>
                <c:pt idx="43">
                  <c:v>-18.174489999999999</c:v>
                </c:pt>
                <c:pt idx="44">
                  <c:v>-18.32</c:v>
                </c:pt>
                <c:pt idx="45">
                  <c:v>-18.50029</c:v>
                </c:pt>
                <c:pt idx="46">
                  <c:v>-18.718319999999999</c:v>
                </c:pt>
                <c:pt idx="47">
                  <c:v>-18.977540000000001</c:v>
                </c:pt>
                <c:pt idx="48">
                  <c:v>-19.2821</c:v>
                </c:pt>
                <c:pt idx="49">
                  <c:v>-19.636990000000001</c:v>
                </c:pt>
                <c:pt idx="50">
                  <c:v>-20.048310000000001</c:v>
                </c:pt>
                <c:pt idx="51">
                  <c:v>-20.52365</c:v>
                </c:pt>
                <c:pt idx="52">
                  <c:v>-21.072559999999999</c:v>
                </c:pt>
                <c:pt idx="53">
                  <c:v>-21.707339999999999</c:v>
                </c:pt>
                <c:pt idx="54">
                  <c:v>-22.444230000000001</c:v>
                </c:pt>
                <c:pt idx="55">
                  <c:v>-23.30528</c:v>
                </c:pt>
                <c:pt idx="56">
                  <c:v>-24.321580000000001</c:v>
                </c:pt>
                <c:pt idx="57">
                  <c:v>-25.53895</c:v>
                </c:pt>
                <c:pt idx="58">
                  <c:v>-27.02919</c:v>
                </c:pt>
                <c:pt idx="59">
                  <c:v>-28.91451</c:v>
                </c:pt>
                <c:pt idx="60">
                  <c:v>-30</c:v>
                </c:pt>
                <c:pt idx="61">
                  <c:v>-30</c:v>
                </c:pt>
                <c:pt idx="62">
                  <c:v>-30</c:v>
                </c:pt>
                <c:pt idx="63">
                  <c:v>-30</c:v>
                </c:pt>
                <c:pt idx="64">
                  <c:v>-30</c:v>
                </c:pt>
                <c:pt idx="65">
                  <c:v>-30</c:v>
                </c:pt>
                <c:pt idx="66">
                  <c:v>-29.94791</c:v>
                </c:pt>
                <c:pt idx="67">
                  <c:v>-27.554369999999999</c:v>
                </c:pt>
                <c:pt idx="68">
                  <c:v>-25.689139999999998</c:v>
                </c:pt>
                <c:pt idx="69">
                  <c:v>-24.1709</c:v>
                </c:pt>
                <c:pt idx="70">
                  <c:v>-22.90091</c:v>
                </c:pt>
                <c:pt idx="71">
                  <c:v>-21.819610000000001</c:v>
                </c:pt>
                <c:pt idx="72">
                  <c:v>-20.888449999999999</c:v>
                </c:pt>
                <c:pt idx="73">
                  <c:v>-20.081199999999999</c:v>
                </c:pt>
                <c:pt idx="74">
                  <c:v>-19.379380000000001</c:v>
                </c:pt>
                <c:pt idx="75">
                  <c:v>-18.769590000000001</c:v>
                </c:pt>
                <c:pt idx="76">
                  <c:v>-18.242010000000001</c:v>
                </c:pt>
                <c:pt idx="77">
                  <c:v>-17.789370000000002</c:v>
                </c:pt>
                <c:pt idx="78">
                  <c:v>-17.406320000000001</c:v>
                </c:pt>
                <c:pt idx="79">
                  <c:v>-17.089030000000001</c:v>
                </c:pt>
                <c:pt idx="80">
                  <c:v>-16.834859999999999</c:v>
                </c:pt>
                <c:pt idx="81">
                  <c:v>-16.64227</c:v>
                </c:pt>
                <c:pt idx="82">
                  <c:v>-16.510629999999999</c:v>
                </c:pt>
                <c:pt idx="83">
                  <c:v>-16.44021</c:v>
                </c:pt>
                <c:pt idx="84">
                  <c:v>-16.432179999999999</c:v>
                </c:pt>
                <c:pt idx="85">
                  <c:v>-16.488669999999999</c:v>
                </c:pt>
                <c:pt idx="86">
                  <c:v>-16.612880000000001</c:v>
                </c:pt>
                <c:pt idx="87">
                  <c:v>-16.8093</c:v>
                </c:pt>
                <c:pt idx="88">
                  <c:v>-17.08399</c:v>
                </c:pt>
                <c:pt idx="89">
                  <c:v>-17.445029999999999</c:v>
                </c:pt>
                <c:pt idx="90">
                  <c:v>-17.903230000000001</c:v>
                </c:pt>
                <c:pt idx="91">
                  <c:v>-18.473179999999999</c:v>
                </c:pt>
                <c:pt idx="92">
                  <c:v>-19.174990000000001</c:v>
                </c:pt>
                <c:pt idx="93">
                  <c:v>-20.037130000000001</c:v>
                </c:pt>
                <c:pt idx="94">
                  <c:v>-21.101610000000001</c:v>
                </c:pt>
                <c:pt idx="95">
                  <c:v>-22.433820000000001</c:v>
                </c:pt>
                <c:pt idx="96">
                  <c:v>-24.1435</c:v>
                </c:pt>
                <c:pt idx="97">
                  <c:v>-26.436599999999999</c:v>
                </c:pt>
                <c:pt idx="98">
                  <c:v>-29.77562</c:v>
                </c:pt>
                <c:pt idx="99">
                  <c:v>-30</c:v>
                </c:pt>
                <c:pt idx="100">
                  <c:v>-30</c:v>
                </c:pt>
                <c:pt idx="101">
                  <c:v>-30</c:v>
                </c:pt>
                <c:pt idx="102">
                  <c:v>-29.27646</c:v>
                </c:pt>
                <c:pt idx="103">
                  <c:v>-25.689409999999999</c:v>
                </c:pt>
                <c:pt idx="104">
                  <c:v>-23.15015</c:v>
                </c:pt>
                <c:pt idx="105">
                  <c:v>-21.196870000000001</c:v>
                </c:pt>
                <c:pt idx="106">
                  <c:v>-19.624320000000001</c:v>
                </c:pt>
                <c:pt idx="107">
                  <c:v>-18.323499999999999</c:v>
                </c:pt>
                <c:pt idx="108">
                  <c:v>-17.229869999999998</c:v>
                </c:pt>
                <c:pt idx="109">
                  <c:v>-16.302320000000002</c:v>
                </c:pt>
                <c:pt idx="110">
                  <c:v>-15.51338</c:v>
                </c:pt>
                <c:pt idx="111">
                  <c:v>-14.84409</c:v>
                </c:pt>
                <c:pt idx="112">
                  <c:v>-14.281169999999999</c:v>
                </c:pt>
                <c:pt idx="113">
                  <c:v>-13.815329999999999</c:v>
                </c:pt>
                <c:pt idx="114">
                  <c:v>-13.440250000000001</c:v>
                </c:pt>
                <c:pt idx="115">
                  <c:v>-13.15199</c:v>
                </c:pt>
                <c:pt idx="116">
                  <c:v>-12.948650000000001</c:v>
                </c:pt>
                <c:pt idx="117">
                  <c:v>-12.83013</c:v>
                </c:pt>
                <c:pt idx="118">
                  <c:v>-12.798209999999999</c:v>
                </c:pt>
                <c:pt idx="119">
                  <c:v>-12.856669999999999</c:v>
                </c:pt>
                <c:pt idx="120">
                  <c:v>-13.011620000000001</c:v>
                </c:pt>
                <c:pt idx="121">
                  <c:v>-13.272130000000001</c:v>
                </c:pt>
                <c:pt idx="122">
                  <c:v>-13.651199999999999</c:v>
                </c:pt>
                <c:pt idx="123">
                  <c:v>-14.167400000000001</c:v>
                </c:pt>
                <c:pt idx="124">
                  <c:v>-14.84765</c:v>
                </c:pt>
                <c:pt idx="125">
                  <c:v>-15.73218</c:v>
                </c:pt>
                <c:pt idx="126">
                  <c:v>-16.884060000000002</c:v>
                </c:pt>
                <c:pt idx="127">
                  <c:v>-18.409410000000001</c:v>
                </c:pt>
                <c:pt idx="128">
                  <c:v>-20.506979999999999</c:v>
                </c:pt>
                <c:pt idx="129">
                  <c:v>-23.619479999999999</c:v>
                </c:pt>
                <c:pt idx="130">
                  <c:v>-29.12867</c:v>
                </c:pt>
                <c:pt idx="131">
                  <c:v>-30</c:v>
                </c:pt>
                <c:pt idx="132">
                  <c:v>-29.332170000000001</c:v>
                </c:pt>
                <c:pt idx="133">
                  <c:v>-22.852509999999999</c:v>
                </c:pt>
                <c:pt idx="134">
                  <c:v>-19.028379999999999</c:v>
                </c:pt>
                <c:pt idx="135">
                  <c:v>-16.28124</c:v>
                </c:pt>
                <c:pt idx="136">
                  <c:v>-14.12819</c:v>
                </c:pt>
                <c:pt idx="137">
                  <c:v>-12.35632</c:v>
                </c:pt>
                <c:pt idx="138">
                  <c:v>-10.85267</c:v>
                </c:pt>
                <c:pt idx="139">
                  <c:v>-9.5500299999999996</c:v>
                </c:pt>
                <c:pt idx="140">
                  <c:v>-8.40517</c:v>
                </c:pt>
                <c:pt idx="141">
                  <c:v>-7.3886000000000003</c:v>
                </c:pt>
                <c:pt idx="142">
                  <c:v>-6.4793200000000004</c:v>
                </c:pt>
                <c:pt idx="143">
                  <c:v>-5.6618599999999999</c:v>
                </c:pt>
                <c:pt idx="144">
                  <c:v>-4.9245099999999997</c:v>
                </c:pt>
                <c:pt idx="145">
                  <c:v>-4.2581699999999998</c:v>
                </c:pt>
                <c:pt idx="146">
                  <c:v>-3.6556899999999999</c:v>
                </c:pt>
                <c:pt idx="147">
                  <c:v>-3.1113400000000002</c:v>
                </c:pt>
                <c:pt idx="148">
                  <c:v>-2.6204700000000001</c:v>
                </c:pt>
                <c:pt idx="149">
                  <c:v>-2.1792600000000002</c:v>
                </c:pt>
                <c:pt idx="150">
                  <c:v>-1.7846</c:v>
                </c:pt>
                <c:pt idx="151">
                  <c:v>-1.43388</c:v>
                </c:pt>
                <c:pt idx="152">
                  <c:v>-1.12496</c:v>
                </c:pt>
                <c:pt idx="153">
                  <c:v>-0.85604000000000002</c:v>
                </c:pt>
                <c:pt idx="154">
                  <c:v>-0.62565000000000004</c:v>
                </c:pt>
                <c:pt idx="155">
                  <c:v>-0.43259999999999998</c:v>
                </c:pt>
                <c:pt idx="156">
                  <c:v>-0.27589000000000002</c:v>
                </c:pt>
                <c:pt idx="157">
                  <c:v>-0.15476999999999999</c:v>
                </c:pt>
                <c:pt idx="158">
                  <c:v>-6.8650000000000003E-2</c:v>
                </c:pt>
                <c:pt idx="159">
                  <c:v>-1.7139999999999999E-2</c:v>
                </c:pt>
                <c:pt idx="160">
                  <c:v>0</c:v>
                </c:pt>
                <c:pt idx="161">
                  <c:v>-1.7139999999999999E-2</c:v>
                </c:pt>
                <c:pt idx="162">
                  <c:v>-6.8650000000000003E-2</c:v>
                </c:pt>
                <c:pt idx="163">
                  <c:v>-0.15476999999999999</c:v>
                </c:pt>
                <c:pt idx="164">
                  <c:v>-0.27589000000000002</c:v>
                </c:pt>
                <c:pt idx="165">
                  <c:v>-0.43259999999999998</c:v>
                </c:pt>
                <c:pt idx="166">
                  <c:v>-0.62565000000000004</c:v>
                </c:pt>
                <c:pt idx="167">
                  <c:v>-0.85604000000000002</c:v>
                </c:pt>
                <c:pt idx="168">
                  <c:v>-1.12496</c:v>
                </c:pt>
                <c:pt idx="169">
                  <c:v>-1.43388</c:v>
                </c:pt>
                <c:pt idx="170">
                  <c:v>-1.7846</c:v>
                </c:pt>
                <c:pt idx="171">
                  <c:v>-2.1792600000000002</c:v>
                </c:pt>
                <c:pt idx="172">
                  <c:v>-2.6204700000000001</c:v>
                </c:pt>
                <c:pt idx="173">
                  <c:v>-3.1113400000000002</c:v>
                </c:pt>
                <c:pt idx="174">
                  <c:v>-3.6556899999999999</c:v>
                </c:pt>
                <c:pt idx="175">
                  <c:v>-4.2581699999999998</c:v>
                </c:pt>
                <c:pt idx="176">
                  <c:v>-4.9245099999999997</c:v>
                </c:pt>
                <c:pt idx="177">
                  <c:v>-5.6618599999999999</c:v>
                </c:pt>
                <c:pt idx="178">
                  <c:v>-6.4793200000000004</c:v>
                </c:pt>
                <c:pt idx="179">
                  <c:v>-7.3886000000000003</c:v>
                </c:pt>
                <c:pt idx="180">
                  <c:v>-8.40517</c:v>
                </c:pt>
                <c:pt idx="181">
                  <c:v>-9.5500299999999996</c:v>
                </c:pt>
                <c:pt idx="182">
                  <c:v>-10.85267</c:v>
                </c:pt>
                <c:pt idx="183">
                  <c:v>-12.35632</c:v>
                </c:pt>
                <c:pt idx="184">
                  <c:v>-14.12819</c:v>
                </c:pt>
                <c:pt idx="185">
                  <c:v>-16.28124</c:v>
                </c:pt>
                <c:pt idx="186">
                  <c:v>-19.028379999999999</c:v>
                </c:pt>
                <c:pt idx="187">
                  <c:v>-22.852509999999999</c:v>
                </c:pt>
                <c:pt idx="188">
                  <c:v>-29.332170000000001</c:v>
                </c:pt>
                <c:pt idx="189">
                  <c:v>-30</c:v>
                </c:pt>
                <c:pt idx="190">
                  <c:v>-29.12867</c:v>
                </c:pt>
                <c:pt idx="191">
                  <c:v>-23.619479999999999</c:v>
                </c:pt>
                <c:pt idx="192">
                  <c:v>-20.506979999999999</c:v>
                </c:pt>
                <c:pt idx="193">
                  <c:v>-18.409410000000001</c:v>
                </c:pt>
                <c:pt idx="194">
                  <c:v>-16.884060000000002</c:v>
                </c:pt>
                <c:pt idx="195">
                  <c:v>-15.73218</c:v>
                </c:pt>
                <c:pt idx="196">
                  <c:v>-14.84765</c:v>
                </c:pt>
                <c:pt idx="197">
                  <c:v>-14.167400000000001</c:v>
                </c:pt>
                <c:pt idx="198">
                  <c:v>-13.651199999999999</c:v>
                </c:pt>
                <c:pt idx="199">
                  <c:v>-13.272130000000001</c:v>
                </c:pt>
                <c:pt idx="200">
                  <c:v>-13.011620000000001</c:v>
                </c:pt>
                <c:pt idx="201">
                  <c:v>-12.856669999999999</c:v>
                </c:pt>
                <c:pt idx="202">
                  <c:v>-12.798209999999999</c:v>
                </c:pt>
                <c:pt idx="203">
                  <c:v>-12.83013</c:v>
                </c:pt>
                <c:pt idx="204">
                  <c:v>-12.948650000000001</c:v>
                </c:pt>
                <c:pt idx="205">
                  <c:v>-13.15199</c:v>
                </c:pt>
                <c:pt idx="206">
                  <c:v>-13.440250000000001</c:v>
                </c:pt>
                <c:pt idx="207">
                  <c:v>-13.815329999999999</c:v>
                </c:pt>
                <c:pt idx="208">
                  <c:v>-14.281169999999999</c:v>
                </c:pt>
                <c:pt idx="209">
                  <c:v>-14.84409</c:v>
                </c:pt>
                <c:pt idx="210">
                  <c:v>-15.51338</c:v>
                </c:pt>
                <c:pt idx="211">
                  <c:v>-16.302320000000002</c:v>
                </c:pt>
                <c:pt idx="212">
                  <c:v>-17.229869999999998</c:v>
                </c:pt>
                <c:pt idx="213">
                  <c:v>-18.323499999999999</c:v>
                </c:pt>
                <c:pt idx="214">
                  <c:v>-19.624320000000001</c:v>
                </c:pt>
                <c:pt idx="215">
                  <c:v>-21.196870000000001</c:v>
                </c:pt>
                <c:pt idx="216">
                  <c:v>-23.15015</c:v>
                </c:pt>
                <c:pt idx="217">
                  <c:v>-25.689409999999999</c:v>
                </c:pt>
                <c:pt idx="218">
                  <c:v>-29.27646</c:v>
                </c:pt>
                <c:pt idx="219">
                  <c:v>-30</c:v>
                </c:pt>
                <c:pt idx="220">
                  <c:v>-30</c:v>
                </c:pt>
                <c:pt idx="221">
                  <c:v>-30</c:v>
                </c:pt>
                <c:pt idx="222">
                  <c:v>-29.77562</c:v>
                </c:pt>
                <c:pt idx="223">
                  <c:v>-26.436599999999999</c:v>
                </c:pt>
                <c:pt idx="224">
                  <c:v>-24.1435</c:v>
                </c:pt>
                <c:pt idx="225">
                  <c:v>-22.433820000000001</c:v>
                </c:pt>
                <c:pt idx="226">
                  <c:v>-21.101610000000001</c:v>
                </c:pt>
                <c:pt idx="227">
                  <c:v>-20.037130000000001</c:v>
                </c:pt>
                <c:pt idx="228">
                  <c:v>-19.174990000000001</c:v>
                </c:pt>
                <c:pt idx="229">
                  <c:v>-18.473179999999999</c:v>
                </c:pt>
                <c:pt idx="230">
                  <c:v>-17.903230000000001</c:v>
                </c:pt>
                <c:pt idx="231">
                  <c:v>-17.445029999999999</c:v>
                </c:pt>
                <c:pt idx="232">
                  <c:v>-17.08399</c:v>
                </c:pt>
                <c:pt idx="233">
                  <c:v>-16.8093</c:v>
                </c:pt>
                <c:pt idx="234">
                  <c:v>-16.612880000000001</c:v>
                </c:pt>
                <c:pt idx="235">
                  <c:v>-16.488669999999999</c:v>
                </c:pt>
                <c:pt idx="236">
                  <c:v>-16.432179999999999</c:v>
                </c:pt>
                <c:pt idx="237">
                  <c:v>-16.44021</c:v>
                </c:pt>
                <c:pt idx="238">
                  <c:v>-16.510629999999999</c:v>
                </c:pt>
                <c:pt idx="239">
                  <c:v>-16.64227</c:v>
                </c:pt>
                <c:pt idx="240">
                  <c:v>-16.834859999999999</c:v>
                </c:pt>
                <c:pt idx="241">
                  <c:v>-17.089030000000001</c:v>
                </c:pt>
                <c:pt idx="242">
                  <c:v>-17.406320000000001</c:v>
                </c:pt>
                <c:pt idx="243">
                  <c:v>-17.789370000000002</c:v>
                </c:pt>
                <c:pt idx="244">
                  <c:v>-18.242010000000001</c:v>
                </c:pt>
                <c:pt idx="245">
                  <c:v>-18.769590000000001</c:v>
                </c:pt>
                <c:pt idx="246">
                  <c:v>-19.379380000000001</c:v>
                </c:pt>
                <c:pt idx="247">
                  <c:v>-20.081199999999999</c:v>
                </c:pt>
                <c:pt idx="248">
                  <c:v>-20.888449999999999</c:v>
                </c:pt>
                <c:pt idx="249">
                  <c:v>-21.819610000000001</c:v>
                </c:pt>
                <c:pt idx="250">
                  <c:v>-22.90091</c:v>
                </c:pt>
                <c:pt idx="251">
                  <c:v>-24.1709</c:v>
                </c:pt>
                <c:pt idx="252">
                  <c:v>-25.689139999999998</c:v>
                </c:pt>
                <c:pt idx="253">
                  <c:v>-27.554369999999999</c:v>
                </c:pt>
                <c:pt idx="254">
                  <c:v>-29.94791</c:v>
                </c:pt>
                <c:pt idx="255">
                  <c:v>-30</c:v>
                </c:pt>
                <c:pt idx="256">
                  <c:v>-30</c:v>
                </c:pt>
                <c:pt idx="257">
                  <c:v>-30</c:v>
                </c:pt>
                <c:pt idx="258">
                  <c:v>-30</c:v>
                </c:pt>
                <c:pt idx="259">
                  <c:v>-30</c:v>
                </c:pt>
                <c:pt idx="260">
                  <c:v>-30</c:v>
                </c:pt>
                <c:pt idx="261">
                  <c:v>-28.91451</c:v>
                </c:pt>
                <c:pt idx="262">
                  <c:v>-27.02919</c:v>
                </c:pt>
                <c:pt idx="263">
                  <c:v>-25.53895</c:v>
                </c:pt>
                <c:pt idx="264">
                  <c:v>-24.321580000000001</c:v>
                </c:pt>
                <c:pt idx="265">
                  <c:v>-23.30528</c:v>
                </c:pt>
                <c:pt idx="266">
                  <c:v>-22.444230000000001</c:v>
                </c:pt>
                <c:pt idx="267">
                  <c:v>-21.707339999999999</c:v>
                </c:pt>
                <c:pt idx="268">
                  <c:v>-21.072559999999999</c:v>
                </c:pt>
                <c:pt idx="269">
                  <c:v>-20.52365</c:v>
                </c:pt>
                <c:pt idx="270">
                  <c:v>-20.048310000000001</c:v>
                </c:pt>
                <c:pt idx="271">
                  <c:v>-19.636990000000001</c:v>
                </c:pt>
                <c:pt idx="272">
                  <c:v>-19.2821</c:v>
                </c:pt>
                <c:pt idx="273">
                  <c:v>-18.977540000000001</c:v>
                </c:pt>
                <c:pt idx="274">
                  <c:v>-18.718319999999999</c:v>
                </c:pt>
                <c:pt idx="275">
                  <c:v>-18.50029</c:v>
                </c:pt>
                <c:pt idx="276">
                  <c:v>-18.32</c:v>
                </c:pt>
                <c:pt idx="277">
                  <c:v>-18.174489999999999</c:v>
                </c:pt>
                <c:pt idx="278">
                  <c:v>-18.06127</c:v>
                </c:pt>
                <c:pt idx="279">
                  <c:v>-17.978179999999998</c:v>
                </c:pt>
                <c:pt idx="280">
                  <c:v>-17.923380000000002</c:v>
                </c:pt>
                <c:pt idx="281">
                  <c:v>-17.895230000000002</c:v>
                </c:pt>
                <c:pt idx="282">
                  <c:v>-17.892340000000001</c:v>
                </c:pt>
                <c:pt idx="283">
                  <c:v>-17.91347</c:v>
                </c:pt>
                <c:pt idx="284">
                  <c:v>-17.957540000000002</c:v>
                </c:pt>
                <c:pt idx="285">
                  <c:v>-18.023579999999999</c:v>
                </c:pt>
                <c:pt idx="286">
                  <c:v>-18.110779999999998</c:v>
                </c:pt>
                <c:pt idx="287">
                  <c:v>-18.218389999999999</c:v>
                </c:pt>
                <c:pt idx="288">
                  <c:v>-18.345780000000001</c:v>
                </c:pt>
                <c:pt idx="289">
                  <c:v>-18.492380000000001</c:v>
                </c:pt>
                <c:pt idx="290">
                  <c:v>-18.657699999999998</c:v>
                </c:pt>
                <c:pt idx="291">
                  <c:v>-18.841339999999999</c:v>
                </c:pt>
                <c:pt idx="292">
                  <c:v>-19.042929999999998</c:v>
                </c:pt>
                <c:pt idx="293">
                  <c:v>-19.2622</c:v>
                </c:pt>
                <c:pt idx="294">
                  <c:v>-19.498899999999999</c:v>
                </c:pt>
                <c:pt idx="295">
                  <c:v>-19.752859999999998</c:v>
                </c:pt>
                <c:pt idx="296">
                  <c:v>-20.023959999999999</c:v>
                </c:pt>
                <c:pt idx="297">
                  <c:v>-20.31212</c:v>
                </c:pt>
                <c:pt idx="298">
                  <c:v>-20.617329999999999</c:v>
                </c:pt>
                <c:pt idx="299">
                  <c:v>-20.939630000000001</c:v>
                </c:pt>
                <c:pt idx="300">
                  <c:v>-21.279109999999999</c:v>
                </c:pt>
                <c:pt idx="301">
                  <c:v>-21.635919999999999</c:v>
                </c:pt>
                <c:pt idx="302">
                  <c:v>-22.010259999999999</c:v>
                </c:pt>
                <c:pt idx="303">
                  <c:v>-22.40241</c:v>
                </c:pt>
                <c:pt idx="304">
                  <c:v>-22.8127</c:v>
                </c:pt>
                <c:pt idx="305">
                  <c:v>-23.241530000000001</c:v>
                </c:pt>
                <c:pt idx="306">
                  <c:v>-23.68938</c:v>
                </c:pt>
                <c:pt idx="307">
                  <c:v>-24.15682</c:v>
                </c:pt>
                <c:pt idx="308">
                  <c:v>-24.64451</c:v>
                </c:pt>
                <c:pt idx="309">
                  <c:v>-25.153179999999999</c:v>
                </c:pt>
                <c:pt idx="310">
                  <c:v>-25.683710000000001</c:v>
                </c:pt>
                <c:pt idx="311">
                  <c:v>-26.237079999999999</c:v>
                </c:pt>
                <c:pt idx="312">
                  <c:v>-26.814419999999998</c:v>
                </c:pt>
                <c:pt idx="313">
                  <c:v>-27.417000000000002</c:v>
                </c:pt>
                <c:pt idx="314">
                  <c:v>-28.046299999999999</c:v>
                </c:pt>
                <c:pt idx="315">
                  <c:v>-28.703980000000001</c:v>
                </c:pt>
                <c:pt idx="316">
                  <c:v>-29.391940000000002</c:v>
                </c:pt>
                <c:pt idx="317">
                  <c:v>-30</c:v>
                </c:pt>
                <c:pt idx="318">
                  <c:v>-30</c:v>
                </c:pt>
                <c:pt idx="319">
                  <c:v>-30</c:v>
                </c:pt>
                <c:pt idx="320">
                  <c:v>-30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DA2-4DFA-8A10-E6311F86A9E5}"/>
            </c:ext>
          </c:extLst>
        </c:ser>
        <c:ser>
          <c:idx val="1"/>
          <c:order val="1"/>
          <c:tx>
            <c:v>Steered to 30°</c:v>
          </c:tx>
          <c:spPr>
            <a:ln w="28575">
              <a:solidFill>
                <a:srgbClr val="147D85"/>
              </a:solidFill>
            </a:ln>
          </c:spPr>
          <c:marker>
            <c:symbol val="none"/>
          </c:marker>
          <c:xVal>
            <c:numRef>
              <c:f>'Chart Data'!$C$2:$C$322</c:f>
              <c:numCache>
                <c:formatCode>General</c:formatCode>
                <c:ptCount val="321"/>
                <c:pt idx="0">
                  <c:v>-80</c:v>
                </c:pt>
                <c:pt idx="1">
                  <c:v>-79.5</c:v>
                </c:pt>
                <c:pt idx="2">
                  <c:v>-79</c:v>
                </c:pt>
                <c:pt idx="3">
                  <c:v>-78.5</c:v>
                </c:pt>
                <c:pt idx="4">
                  <c:v>-78</c:v>
                </c:pt>
                <c:pt idx="5">
                  <c:v>-77.5</c:v>
                </c:pt>
                <c:pt idx="6">
                  <c:v>-77</c:v>
                </c:pt>
                <c:pt idx="7">
                  <c:v>-76.5</c:v>
                </c:pt>
                <c:pt idx="8">
                  <c:v>-76</c:v>
                </c:pt>
                <c:pt idx="9">
                  <c:v>-75.5</c:v>
                </c:pt>
                <c:pt idx="10">
                  <c:v>-75</c:v>
                </c:pt>
                <c:pt idx="11">
                  <c:v>-74.5</c:v>
                </c:pt>
                <c:pt idx="12">
                  <c:v>-74</c:v>
                </c:pt>
                <c:pt idx="13">
                  <c:v>-73.5</c:v>
                </c:pt>
                <c:pt idx="14">
                  <c:v>-73</c:v>
                </c:pt>
                <c:pt idx="15">
                  <c:v>-72.5</c:v>
                </c:pt>
                <c:pt idx="16">
                  <c:v>-72</c:v>
                </c:pt>
                <c:pt idx="17">
                  <c:v>-71.5</c:v>
                </c:pt>
                <c:pt idx="18">
                  <c:v>-71</c:v>
                </c:pt>
                <c:pt idx="19">
                  <c:v>-70.5</c:v>
                </c:pt>
                <c:pt idx="20">
                  <c:v>-70</c:v>
                </c:pt>
                <c:pt idx="21">
                  <c:v>-69.5</c:v>
                </c:pt>
                <c:pt idx="22">
                  <c:v>-69</c:v>
                </c:pt>
                <c:pt idx="23">
                  <c:v>-68.5</c:v>
                </c:pt>
                <c:pt idx="24">
                  <c:v>-68</c:v>
                </c:pt>
                <c:pt idx="25">
                  <c:v>-67.5</c:v>
                </c:pt>
                <c:pt idx="26">
                  <c:v>-67</c:v>
                </c:pt>
                <c:pt idx="27">
                  <c:v>-66.5</c:v>
                </c:pt>
                <c:pt idx="28">
                  <c:v>-66</c:v>
                </c:pt>
                <c:pt idx="29">
                  <c:v>-65.5</c:v>
                </c:pt>
                <c:pt idx="30">
                  <c:v>-65</c:v>
                </c:pt>
                <c:pt idx="31">
                  <c:v>-64.5</c:v>
                </c:pt>
                <c:pt idx="32">
                  <c:v>-64</c:v>
                </c:pt>
                <c:pt idx="33">
                  <c:v>-63.5</c:v>
                </c:pt>
                <c:pt idx="34">
                  <c:v>-63</c:v>
                </c:pt>
                <c:pt idx="35">
                  <c:v>-62.5</c:v>
                </c:pt>
                <c:pt idx="36">
                  <c:v>-62</c:v>
                </c:pt>
                <c:pt idx="37">
                  <c:v>-61.5</c:v>
                </c:pt>
                <c:pt idx="38">
                  <c:v>-61</c:v>
                </c:pt>
                <c:pt idx="39">
                  <c:v>-60.5</c:v>
                </c:pt>
                <c:pt idx="40">
                  <c:v>-60</c:v>
                </c:pt>
                <c:pt idx="41">
                  <c:v>-59.5</c:v>
                </c:pt>
                <c:pt idx="42">
                  <c:v>-59</c:v>
                </c:pt>
                <c:pt idx="43">
                  <c:v>-58.5</c:v>
                </c:pt>
                <c:pt idx="44">
                  <c:v>-58</c:v>
                </c:pt>
                <c:pt idx="45">
                  <c:v>-57.5</c:v>
                </c:pt>
                <c:pt idx="46">
                  <c:v>-57</c:v>
                </c:pt>
                <c:pt idx="47">
                  <c:v>-56.5</c:v>
                </c:pt>
                <c:pt idx="48">
                  <c:v>-56</c:v>
                </c:pt>
                <c:pt idx="49">
                  <c:v>-55.5</c:v>
                </c:pt>
                <c:pt idx="50">
                  <c:v>-55</c:v>
                </c:pt>
                <c:pt idx="51">
                  <c:v>-54.5</c:v>
                </c:pt>
                <c:pt idx="52">
                  <c:v>-54</c:v>
                </c:pt>
                <c:pt idx="53">
                  <c:v>-53.5</c:v>
                </c:pt>
                <c:pt idx="54">
                  <c:v>-53</c:v>
                </c:pt>
                <c:pt idx="55">
                  <c:v>-52.5</c:v>
                </c:pt>
                <c:pt idx="56">
                  <c:v>-52</c:v>
                </c:pt>
                <c:pt idx="57">
                  <c:v>-51.5</c:v>
                </c:pt>
                <c:pt idx="58">
                  <c:v>-51</c:v>
                </c:pt>
                <c:pt idx="59">
                  <c:v>-50.5</c:v>
                </c:pt>
                <c:pt idx="60">
                  <c:v>-50</c:v>
                </c:pt>
                <c:pt idx="61">
                  <c:v>-49.5</c:v>
                </c:pt>
                <c:pt idx="62">
                  <c:v>-49</c:v>
                </c:pt>
                <c:pt idx="63">
                  <c:v>-48.5</c:v>
                </c:pt>
                <c:pt idx="64">
                  <c:v>-48</c:v>
                </c:pt>
                <c:pt idx="65">
                  <c:v>-47.5</c:v>
                </c:pt>
                <c:pt idx="66">
                  <c:v>-47</c:v>
                </c:pt>
                <c:pt idx="67">
                  <c:v>-46.5</c:v>
                </c:pt>
                <c:pt idx="68">
                  <c:v>-46</c:v>
                </c:pt>
                <c:pt idx="69">
                  <c:v>-45.5</c:v>
                </c:pt>
                <c:pt idx="70">
                  <c:v>-45</c:v>
                </c:pt>
                <c:pt idx="71">
                  <c:v>-44.5</c:v>
                </c:pt>
                <c:pt idx="72">
                  <c:v>-44</c:v>
                </c:pt>
                <c:pt idx="73">
                  <c:v>-43.5</c:v>
                </c:pt>
                <c:pt idx="74">
                  <c:v>-43</c:v>
                </c:pt>
                <c:pt idx="75">
                  <c:v>-42.5</c:v>
                </c:pt>
                <c:pt idx="76">
                  <c:v>-42</c:v>
                </c:pt>
                <c:pt idx="77">
                  <c:v>-41.5</c:v>
                </c:pt>
                <c:pt idx="78">
                  <c:v>-41</c:v>
                </c:pt>
                <c:pt idx="79">
                  <c:v>-40.5</c:v>
                </c:pt>
                <c:pt idx="80">
                  <c:v>-40</c:v>
                </c:pt>
                <c:pt idx="81">
                  <c:v>-39.5</c:v>
                </c:pt>
                <c:pt idx="82">
                  <c:v>-39</c:v>
                </c:pt>
                <c:pt idx="83">
                  <c:v>-38.5</c:v>
                </c:pt>
                <c:pt idx="84">
                  <c:v>-38</c:v>
                </c:pt>
                <c:pt idx="85">
                  <c:v>-37.5</c:v>
                </c:pt>
                <c:pt idx="86">
                  <c:v>-37</c:v>
                </c:pt>
                <c:pt idx="87">
                  <c:v>-36.5</c:v>
                </c:pt>
                <c:pt idx="88">
                  <c:v>-36</c:v>
                </c:pt>
                <c:pt idx="89">
                  <c:v>-35.5</c:v>
                </c:pt>
                <c:pt idx="90">
                  <c:v>-35</c:v>
                </c:pt>
                <c:pt idx="91">
                  <c:v>-34.5</c:v>
                </c:pt>
                <c:pt idx="92">
                  <c:v>-34</c:v>
                </c:pt>
                <c:pt idx="93">
                  <c:v>-33.5</c:v>
                </c:pt>
                <c:pt idx="94">
                  <c:v>-33</c:v>
                </c:pt>
                <c:pt idx="95">
                  <c:v>-32.5</c:v>
                </c:pt>
                <c:pt idx="96">
                  <c:v>-32</c:v>
                </c:pt>
                <c:pt idx="97">
                  <c:v>-31.5</c:v>
                </c:pt>
                <c:pt idx="98">
                  <c:v>-31</c:v>
                </c:pt>
                <c:pt idx="99">
                  <c:v>-30.5</c:v>
                </c:pt>
                <c:pt idx="100">
                  <c:v>-30</c:v>
                </c:pt>
                <c:pt idx="101">
                  <c:v>-29.5</c:v>
                </c:pt>
                <c:pt idx="102">
                  <c:v>-29</c:v>
                </c:pt>
                <c:pt idx="103">
                  <c:v>-28.5</c:v>
                </c:pt>
                <c:pt idx="104">
                  <c:v>-28</c:v>
                </c:pt>
                <c:pt idx="105">
                  <c:v>-27.5</c:v>
                </c:pt>
                <c:pt idx="106">
                  <c:v>-27</c:v>
                </c:pt>
                <c:pt idx="107">
                  <c:v>-26.5</c:v>
                </c:pt>
                <c:pt idx="108">
                  <c:v>-26</c:v>
                </c:pt>
                <c:pt idx="109">
                  <c:v>-25.5</c:v>
                </c:pt>
                <c:pt idx="110">
                  <c:v>-25</c:v>
                </c:pt>
                <c:pt idx="111">
                  <c:v>-24.5</c:v>
                </c:pt>
                <c:pt idx="112">
                  <c:v>-24</c:v>
                </c:pt>
                <c:pt idx="113">
                  <c:v>-23.5</c:v>
                </c:pt>
                <c:pt idx="114">
                  <c:v>-23</c:v>
                </c:pt>
                <c:pt idx="115">
                  <c:v>-22.5</c:v>
                </c:pt>
                <c:pt idx="116">
                  <c:v>-22</c:v>
                </c:pt>
                <c:pt idx="117">
                  <c:v>-21.5</c:v>
                </c:pt>
                <c:pt idx="118">
                  <c:v>-21</c:v>
                </c:pt>
                <c:pt idx="119">
                  <c:v>-20.5</c:v>
                </c:pt>
                <c:pt idx="120">
                  <c:v>-20</c:v>
                </c:pt>
                <c:pt idx="121">
                  <c:v>-19.5</c:v>
                </c:pt>
                <c:pt idx="122">
                  <c:v>-19</c:v>
                </c:pt>
                <c:pt idx="123">
                  <c:v>-18.5</c:v>
                </c:pt>
                <c:pt idx="124">
                  <c:v>-18</c:v>
                </c:pt>
                <c:pt idx="125">
                  <c:v>-17.5</c:v>
                </c:pt>
                <c:pt idx="126">
                  <c:v>-17</c:v>
                </c:pt>
                <c:pt idx="127">
                  <c:v>-16.5</c:v>
                </c:pt>
                <c:pt idx="128">
                  <c:v>-16</c:v>
                </c:pt>
                <c:pt idx="129">
                  <c:v>-15.5</c:v>
                </c:pt>
                <c:pt idx="130">
                  <c:v>-15</c:v>
                </c:pt>
                <c:pt idx="131">
                  <c:v>-14.5</c:v>
                </c:pt>
                <c:pt idx="132">
                  <c:v>-14</c:v>
                </c:pt>
                <c:pt idx="133">
                  <c:v>-13.5</c:v>
                </c:pt>
                <c:pt idx="134">
                  <c:v>-13</c:v>
                </c:pt>
                <c:pt idx="135">
                  <c:v>-12.5</c:v>
                </c:pt>
                <c:pt idx="136">
                  <c:v>-12</c:v>
                </c:pt>
                <c:pt idx="137">
                  <c:v>-11.5</c:v>
                </c:pt>
                <c:pt idx="138">
                  <c:v>-11</c:v>
                </c:pt>
                <c:pt idx="139">
                  <c:v>-10.5</c:v>
                </c:pt>
                <c:pt idx="140">
                  <c:v>-10</c:v>
                </c:pt>
                <c:pt idx="141">
                  <c:v>-9.5</c:v>
                </c:pt>
                <c:pt idx="142">
                  <c:v>-9</c:v>
                </c:pt>
                <c:pt idx="143">
                  <c:v>-8.5</c:v>
                </c:pt>
                <c:pt idx="144">
                  <c:v>-8</c:v>
                </c:pt>
                <c:pt idx="145">
                  <c:v>-7.5</c:v>
                </c:pt>
                <c:pt idx="146">
                  <c:v>-7</c:v>
                </c:pt>
                <c:pt idx="147">
                  <c:v>-6.5</c:v>
                </c:pt>
                <c:pt idx="148">
                  <c:v>-6</c:v>
                </c:pt>
                <c:pt idx="149">
                  <c:v>-5.5</c:v>
                </c:pt>
                <c:pt idx="150">
                  <c:v>-5</c:v>
                </c:pt>
                <c:pt idx="151">
                  <c:v>-4.5</c:v>
                </c:pt>
                <c:pt idx="152">
                  <c:v>-4</c:v>
                </c:pt>
                <c:pt idx="153">
                  <c:v>-3.5</c:v>
                </c:pt>
                <c:pt idx="154">
                  <c:v>-3</c:v>
                </c:pt>
                <c:pt idx="155">
                  <c:v>-2.5</c:v>
                </c:pt>
                <c:pt idx="156">
                  <c:v>-2</c:v>
                </c:pt>
                <c:pt idx="157">
                  <c:v>-1.5</c:v>
                </c:pt>
                <c:pt idx="158">
                  <c:v>-1</c:v>
                </c:pt>
                <c:pt idx="159">
                  <c:v>-0.5</c:v>
                </c:pt>
                <c:pt idx="160">
                  <c:v>0</c:v>
                </c:pt>
                <c:pt idx="161">
                  <c:v>0.5</c:v>
                </c:pt>
                <c:pt idx="162">
                  <c:v>1</c:v>
                </c:pt>
                <c:pt idx="163">
                  <c:v>1.5</c:v>
                </c:pt>
                <c:pt idx="164">
                  <c:v>2</c:v>
                </c:pt>
                <c:pt idx="165">
                  <c:v>2.5</c:v>
                </c:pt>
                <c:pt idx="166">
                  <c:v>3</c:v>
                </c:pt>
                <c:pt idx="167">
                  <c:v>3.5</c:v>
                </c:pt>
                <c:pt idx="168">
                  <c:v>4</c:v>
                </c:pt>
                <c:pt idx="169">
                  <c:v>4.5</c:v>
                </c:pt>
                <c:pt idx="170">
                  <c:v>5</c:v>
                </c:pt>
                <c:pt idx="171">
                  <c:v>5.5</c:v>
                </c:pt>
                <c:pt idx="172">
                  <c:v>6</c:v>
                </c:pt>
                <c:pt idx="173">
                  <c:v>6.5</c:v>
                </c:pt>
                <c:pt idx="174">
                  <c:v>7</c:v>
                </c:pt>
                <c:pt idx="175">
                  <c:v>7.5</c:v>
                </c:pt>
                <c:pt idx="176">
                  <c:v>8</c:v>
                </c:pt>
                <c:pt idx="177">
                  <c:v>8.5</c:v>
                </c:pt>
                <c:pt idx="178">
                  <c:v>9</c:v>
                </c:pt>
                <c:pt idx="179">
                  <c:v>9.5</c:v>
                </c:pt>
                <c:pt idx="180">
                  <c:v>10</c:v>
                </c:pt>
                <c:pt idx="181">
                  <c:v>10.5</c:v>
                </c:pt>
                <c:pt idx="182">
                  <c:v>11</c:v>
                </c:pt>
                <c:pt idx="183">
                  <c:v>11.5</c:v>
                </c:pt>
                <c:pt idx="184">
                  <c:v>12</c:v>
                </c:pt>
                <c:pt idx="185">
                  <c:v>12.5</c:v>
                </c:pt>
                <c:pt idx="186">
                  <c:v>13</c:v>
                </c:pt>
                <c:pt idx="187">
                  <c:v>13.5</c:v>
                </c:pt>
                <c:pt idx="188">
                  <c:v>14</c:v>
                </c:pt>
                <c:pt idx="189">
                  <c:v>14.5</c:v>
                </c:pt>
                <c:pt idx="190">
                  <c:v>15</c:v>
                </c:pt>
                <c:pt idx="191">
                  <c:v>15.5</c:v>
                </c:pt>
                <c:pt idx="192">
                  <c:v>16</c:v>
                </c:pt>
                <c:pt idx="193">
                  <c:v>16.5</c:v>
                </c:pt>
                <c:pt idx="194">
                  <c:v>17</c:v>
                </c:pt>
                <c:pt idx="195">
                  <c:v>17.5</c:v>
                </c:pt>
                <c:pt idx="196">
                  <c:v>18</c:v>
                </c:pt>
                <c:pt idx="197">
                  <c:v>18.5</c:v>
                </c:pt>
                <c:pt idx="198">
                  <c:v>19</c:v>
                </c:pt>
                <c:pt idx="199">
                  <c:v>19.5</c:v>
                </c:pt>
                <c:pt idx="200">
                  <c:v>20</c:v>
                </c:pt>
                <c:pt idx="201">
                  <c:v>20.5</c:v>
                </c:pt>
                <c:pt idx="202">
                  <c:v>21</c:v>
                </c:pt>
                <c:pt idx="203">
                  <c:v>21.5</c:v>
                </c:pt>
                <c:pt idx="204">
                  <c:v>22</c:v>
                </c:pt>
                <c:pt idx="205">
                  <c:v>22.5</c:v>
                </c:pt>
                <c:pt idx="206">
                  <c:v>23</c:v>
                </c:pt>
                <c:pt idx="207">
                  <c:v>23.5</c:v>
                </c:pt>
                <c:pt idx="208">
                  <c:v>24</c:v>
                </c:pt>
                <c:pt idx="209">
                  <c:v>24.5</c:v>
                </c:pt>
                <c:pt idx="210">
                  <c:v>25</c:v>
                </c:pt>
                <c:pt idx="211">
                  <c:v>25.5</c:v>
                </c:pt>
                <c:pt idx="212">
                  <c:v>26</c:v>
                </c:pt>
                <c:pt idx="213">
                  <c:v>26.5</c:v>
                </c:pt>
                <c:pt idx="214">
                  <c:v>27</c:v>
                </c:pt>
                <c:pt idx="215">
                  <c:v>27.5</c:v>
                </c:pt>
                <c:pt idx="216">
                  <c:v>28</c:v>
                </c:pt>
                <c:pt idx="217">
                  <c:v>28.5</c:v>
                </c:pt>
                <c:pt idx="218">
                  <c:v>29</c:v>
                </c:pt>
                <c:pt idx="219">
                  <c:v>29.5</c:v>
                </c:pt>
                <c:pt idx="220">
                  <c:v>30</c:v>
                </c:pt>
                <c:pt idx="221">
                  <c:v>30.5</c:v>
                </c:pt>
                <c:pt idx="222">
                  <c:v>31</c:v>
                </c:pt>
                <c:pt idx="223">
                  <c:v>31.5</c:v>
                </c:pt>
                <c:pt idx="224">
                  <c:v>32</c:v>
                </c:pt>
                <c:pt idx="225">
                  <c:v>32.5</c:v>
                </c:pt>
                <c:pt idx="226">
                  <c:v>33</c:v>
                </c:pt>
                <c:pt idx="227">
                  <c:v>33.5</c:v>
                </c:pt>
                <c:pt idx="228">
                  <c:v>34</c:v>
                </c:pt>
                <c:pt idx="229">
                  <c:v>34.5</c:v>
                </c:pt>
                <c:pt idx="230">
                  <c:v>35</c:v>
                </c:pt>
                <c:pt idx="231">
                  <c:v>35.5</c:v>
                </c:pt>
                <c:pt idx="232">
                  <c:v>36</c:v>
                </c:pt>
                <c:pt idx="233">
                  <c:v>36.5</c:v>
                </c:pt>
                <c:pt idx="234">
                  <c:v>37</c:v>
                </c:pt>
                <c:pt idx="235">
                  <c:v>37.5</c:v>
                </c:pt>
                <c:pt idx="236">
                  <c:v>38</c:v>
                </c:pt>
                <c:pt idx="237">
                  <c:v>38.5</c:v>
                </c:pt>
                <c:pt idx="238">
                  <c:v>39</c:v>
                </c:pt>
                <c:pt idx="239">
                  <c:v>39.5</c:v>
                </c:pt>
                <c:pt idx="240">
                  <c:v>40</c:v>
                </c:pt>
                <c:pt idx="241">
                  <c:v>40.5</c:v>
                </c:pt>
                <c:pt idx="242">
                  <c:v>41</c:v>
                </c:pt>
                <c:pt idx="243">
                  <c:v>41.5</c:v>
                </c:pt>
                <c:pt idx="244">
                  <c:v>42</c:v>
                </c:pt>
                <c:pt idx="245">
                  <c:v>42.5</c:v>
                </c:pt>
                <c:pt idx="246">
                  <c:v>43</c:v>
                </c:pt>
                <c:pt idx="247">
                  <c:v>43.5</c:v>
                </c:pt>
                <c:pt idx="248">
                  <c:v>44</c:v>
                </c:pt>
                <c:pt idx="249">
                  <c:v>44.5</c:v>
                </c:pt>
                <c:pt idx="250">
                  <c:v>45</c:v>
                </c:pt>
                <c:pt idx="251">
                  <c:v>45.5</c:v>
                </c:pt>
                <c:pt idx="252">
                  <c:v>46</c:v>
                </c:pt>
                <c:pt idx="253">
                  <c:v>46.5</c:v>
                </c:pt>
                <c:pt idx="254">
                  <c:v>47</c:v>
                </c:pt>
                <c:pt idx="255">
                  <c:v>47.5</c:v>
                </c:pt>
                <c:pt idx="256">
                  <c:v>48</c:v>
                </c:pt>
                <c:pt idx="257">
                  <c:v>48.5</c:v>
                </c:pt>
                <c:pt idx="258">
                  <c:v>49</c:v>
                </c:pt>
                <c:pt idx="259">
                  <c:v>49.5</c:v>
                </c:pt>
                <c:pt idx="260">
                  <c:v>50</c:v>
                </c:pt>
                <c:pt idx="261">
                  <c:v>50.5</c:v>
                </c:pt>
                <c:pt idx="262">
                  <c:v>51</c:v>
                </c:pt>
                <c:pt idx="263">
                  <c:v>51.5</c:v>
                </c:pt>
                <c:pt idx="264">
                  <c:v>52</c:v>
                </c:pt>
                <c:pt idx="265">
                  <c:v>52.5</c:v>
                </c:pt>
                <c:pt idx="266">
                  <c:v>53</c:v>
                </c:pt>
                <c:pt idx="267">
                  <c:v>53.5</c:v>
                </c:pt>
                <c:pt idx="268">
                  <c:v>54</c:v>
                </c:pt>
                <c:pt idx="269">
                  <c:v>54.5</c:v>
                </c:pt>
                <c:pt idx="270">
                  <c:v>55</c:v>
                </c:pt>
                <c:pt idx="271">
                  <c:v>55.5</c:v>
                </c:pt>
                <c:pt idx="272">
                  <c:v>56</c:v>
                </c:pt>
                <c:pt idx="273">
                  <c:v>56.5</c:v>
                </c:pt>
                <c:pt idx="274">
                  <c:v>57</c:v>
                </c:pt>
                <c:pt idx="275">
                  <c:v>57.5</c:v>
                </c:pt>
                <c:pt idx="276">
                  <c:v>58</c:v>
                </c:pt>
                <c:pt idx="277">
                  <c:v>58.5</c:v>
                </c:pt>
                <c:pt idx="278">
                  <c:v>59</c:v>
                </c:pt>
                <c:pt idx="279">
                  <c:v>59.5</c:v>
                </c:pt>
                <c:pt idx="280">
                  <c:v>60</c:v>
                </c:pt>
                <c:pt idx="281">
                  <c:v>60.5</c:v>
                </c:pt>
                <c:pt idx="282">
                  <c:v>61</c:v>
                </c:pt>
                <c:pt idx="283">
                  <c:v>61.5</c:v>
                </c:pt>
                <c:pt idx="284">
                  <c:v>62</c:v>
                </c:pt>
                <c:pt idx="285">
                  <c:v>62.5</c:v>
                </c:pt>
                <c:pt idx="286">
                  <c:v>63</c:v>
                </c:pt>
                <c:pt idx="287">
                  <c:v>63.5</c:v>
                </c:pt>
                <c:pt idx="288">
                  <c:v>64</c:v>
                </c:pt>
                <c:pt idx="289">
                  <c:v>64.5</c:v>
                </c:pt>
                <c:pt idx="290">
                  <c:v>65</c:v>
                </c:pt>
                <c:pt idx="291">
                  <c:v>65.5</c:v>
                </c:pt>
                <c:pt idx="292">
                  <c:v>66</c:v>
                </c:pt>
                <c:pt idx="293">
                  <c:v>66.5</c:v>
                </c:pt>
                <c:pt idx="294">
                  <c:v>67</c:v>
                </c:pt>
                <c:pt idx="295">
                  <c:v>67.5</c:v>
                </c:pt>
                <c:pt idx="296">
                  <c:v>68</c:v>
                </c:pt>
                <c:pt idx="297">
                  <c:v>68.5</c:v>
                </c:pt>
                <c:pt idx="298">
                  <c:v>69</c:v>
                </c:pt>
                <c:pt idx="299">
                  <c:v>69.5</c:v>
                </c:pt>
                <c:pt idx="300">
                  <c:v>70</c:v>
                </c:pt>
                <c:pt idx="301">
                  <c:v>70.5</c:v>
                </c:pt>
                <c:pt idx="302">
                  <c:v>71</c:v>
                </c:pt>
                <c:pt idx="303">
                  <c:v>71.5</c:v>
                </c:pt>
                <c:pt idx="304">
                  <c:v>72</c:v>
                </c:pt>
                <c:pt idx="305">
                  <c:v>72.5</c:v>
                </c:pt>
                <c:pt idx="306">
                  <c:v>73</c:v>
                </c:pt>
                <c:pt idx="307">
                  <c:v>73.5</c:v>
                </c:pt>
                <c:pt idx="308">
                  <c:v>74</c:v>
                </c:pt>
                <c:pt idx="309">
                  <c:v>74.5</c:v>
                </c:pt>
                <c:pt idx="310">
                  <c:v>75</c:v>
                </c:pt>
                <c:pt idx="311">
                  <c:v>75.5</c:v>
                </c:pt>
                <c:pt idx="312">
                  <c:v>76</c:v>
                </c:pt>
                <c:pt idx="313">
                  <c:v>76.5</c:v>
                </c:pt>
                <c:pt idx="314">
                  <c:v>77</c:v>
                </c:pt>
                <c:pt idx="315">
                  <c:v>77.5</c:v>
                </c:pt>
                <c:pt idx="316">
                  <c:v>78</c:v>
                </c:pt>
                <c:pt idx="317">
                  <c:v>78.5</c:v>
                </c:pt>
                <c:pt idx="318">
                  <c:v>79</c:v>
                </c:pt>
                <c:pt idx="319">
                  <c:v>79.5</c:v>
                </c:pt>
                <c:pt idx="320">
                  <c:v>80</c:v>
                </c:pt>
              </c:numCache>
            </c:numRef>
          </c:xVal>
          <c:yVal>
            <c:numRef>
              <c:f>'Chart Data'!$D$2:$D$322</c:f>
              <c:numCache>
                <c:formatCode>0</c:formatCode>
                <c:ptCount val="321"/>
                <c:pt idx="0">
                  <c:v>-29.690100000000001</c:v>
                </c:pt>
                <c:pt idx="1">
                  <c:v>-28.87631</c:v>
                </c:pt>
                <c:pt idx="2">
                  <c:v>-28.104669999999999</c:v>
                </c:pt>
                <c:pt idx="3">
                  <c:v>-27.371829999999999</c:v>
                </c:pt>
                <c:pt idx="4">
                  <c:v>-26.674900000000001</c:v>
                </c:pt>
                <c:pt idx="5">
                  <c:v>-26.01136</c:v>
                </c:pt>
                <c:pt idx="6">
                  <c:v>-25.379020000000001</c:v>
                </c:pt>
                <c:pt idx="7">
                  <c:v>-24.775960000000001</c:v>
                </c:pt>
                <c:pt idx="8">
                  <c:v>-24.200510000000001</c:v>
                </c:pt>
                <c:pt idx="9">
                  <c:v>-23.65119</c:v>
                </c:pt>
                <c:pt idx="10">
                  <c:v>-23.126719999999999</c:v>
                </c:pt>
                <c:pt idx="11">
                  <c:v>-22.62595</c:v>
                </c:pt>
                <c:pt idx="12">
                  <c:v>-22.1479</c:v>
                </c:pt>
                <c:pt idx="13">
                  <c:v>-21.691690000000001</c:v>
                </c:pt>
                <c:pt idx="14">
                  <c:v>-21.25656</c:v>
                </c:pt>
                <c:pt idx="15">
                  <c:v>-20.841840000000001</c:v>
                </c:pt>
                <c:pt idx="16">
                  <c:v>-20.44697</c:v>
                </c:pt>
                <c:pt idx="17">
                  <c:v>-20.071449999999999</c:v>
                </c:pt>
                <c:pt idx="18">
                  <c:v>-19.714870000000001</c:v>
                </c:pt>
                <c:pt idx="19">
                  <c:v>-19.37688</c:v>
                </c:pt>
                <c:pt idx="20">
                  <c:v>-19.057210000000001</c:v>
                </c:pt>
                <c:pt idx="21">
                  <c:v>-18.75564</c:v>
                </c:pt>
                <c:pt idx="22">
                  <c:v>-18.472010000000001</c:v>
                </c:pt>
                <c:pt idx="23">
                  <c:v>-18.206219999999998</c:v>
                </c:pt>
                <c:pt idx="24">
                  <c:v>-17.958220000000001</c:v>
                </c:pt>
                <c:pt idx="25">
                  <c:v>-17.72803</c:v>
                </c:pt>
                <c:pt idx="26">
                  <c:v>-17.515689999999999</c:v>
                </c:pt>
                <c:pt idx="27">
                  <c:v>-17.32133</c:v>
                </c:pt>
                <c:pt idx="28">
                  <c:v>-17.145119999999999</c:v>
                </c:pt>
                <c:pt idx="29">
                  <c:v>-16.987269999999999</c:v>
                </c:pt>
                <c:pt idx="30">
                  <c:v>-16.84808</c:v>
                </c:pt>
                <c:pt idx="31">
                  <c:v>-16.727879999999999</c:v>
                </c:pt>
                <c:pt idx="32">
                  <c:v>-16.627089999999999</c:v>
                </c:pt>
                <c:pt idx="33">
                  <c:v>-16.54617</c:v>
                </c:pt>
                <c:pt idx="34">
                  <c:v>-16.485700000000001</c:v>
                </c:pt>
                <c:pt idx="35">
                  <c:v>-16.446290000000001</c:v>
                </c:pt>
                <c:pt idx="36">
                  <c:v>-16.42868</c:v>
                </c:pt>
                <c:pt idx="37">
                  <c:v>-16.433700000000002</c:v>
                </c:pt>
                <c:pt idx="38">
                  <c:v>-16.462289999999999</c:v>
                </c:pt>
                <c:pt idx="39">
                  <c:v>-16.515529999999998</c:v>
                </c:pt>
                <c:pt idx="40">
                  <c:v>-16.594660000000001</c:v>
                </c:pt>
                <c:pt idx="41">
                  <c:v>-16.701070000000001</c:v>
                </c:pt>
                <c:pt idx="42">
                  <c:v>-16.836369999999999</c:v>
                </c:pt>
                <c:pt idx="43">
                  <c:v>-17.00243</c:v>
                </c:pt>
                <c:pt idx="44">
                  <c:v>-17.20138</c:v>
                </c:pt>
                <c:pt idx="45">
                  <c:v>-17.435739999999999</c:v>
                </c:pt>
                <c:pt idx="46">
                  <c:v>-17.70842</c:v>
                </c:pt>
                <c:pt idx="47">
                  <c:v>-18.02291</c:v>
                </c:pt>
                <c:pt idx="48">
                  <c:v>-18.383330000000001</c:v>
                </c:pt>
                <c:pt idx="49">
                  <c:v>-18.79468</c:v>
                </c:pt>
                <c:pt idx="50">
                  <c:v>-19.263069999999999</c:v>
                </c:pt>
                <c:pt idx="51">
                  <c:v>-19.79608</c:v>
                </c:pt>
                <c:pt idx="52">
                  <c:v>-20.40325</c:v>
                </c:pt>
                <c:pt idx="53">
                  <c:v>-21.096889999999998</c:v>
                </c:pt>
                <c:pt idx="54">
                  <c:v>-21.893249999999998</c:v>
                </c:pt>
                <c:pt idx="55">
                  <c:v>-22.81438</c:v>
                </c:pt>
                <c:pt idx="56">
                  <c:v>-23.891349999999999</c:v>
                </c:pt>
                <c:pt idx="57">
                  <c:v>-25.17</c:v>
                </c:pt>
                <c:pt idx="58">
                  <c:v>-26.72214</c:v>
                </c:pt>
                <c:pt idx="59">
                  <c:v>-28.669979999999999</c:v>
                </c:pt>
                <c:pt idx="60">
                  <c:v>-30</c:v>
                </c:pt>
                <c:pt idx="61">
                  <c:v>-30</c:v>
                </c:pt>
                <c:pt idx="62">
                  <c:v>-30</c:v>
                </c:pt>
                <c:pt idx="63">
                  <c:v>-30</c:v>
                </c:pt>
                <c:pt idx="64">
                  <c:v>-30</c:v>
                </c:pt>
                <c:pt idx="65">
                  <c:v>-30</c:v>
                </c:pt>
                <c:pt idx="66">
                  <c:v>-30</c:v>
                </c:pt>
                <c:pt idx="67">
                  <c:v>-27.83287</c:v>
                </c:pt>
                <c:pt idx="68">
                  <c:v>-26.036000000000001</c:v>
                </c:pt>
                <c:pt idx="69">
                  <c:v>-24.586819999999999</c:v>
                </c:pt>
                <c:pt idx="70">
                  <c:v>-23.386590000000002</c:v>
                </c:pt>
                <c:pt idx="71">
                  <c:v>-22.375769999999999</c:v>
                </c:pt>
                <c:pt idx="72">
                  <c:v>-21.515820000000001</c:v>
                </c:pt>
                <c:pt idx="73">
                  <c:v>-20.780539999999998</c:v>
                </c:pt>
                <c:pt idx="74">
                  <c:v>-20.151440000000001</c:v>
                </c:pt>
                <c:pt idx="75">
                  <c:v>-19.61515</c:v>
                </c:pt>
                <c:pt idx="76">
                  <c:v>-19.16188</c:v>
                </c:pt>
                <c:pt idx="77">
                  <c:v>-18.78435</c:v>
                </c:pt>
                <c:pt idx="78">
                  <c:v>-18.477250000000002</c:v>
                </c:pt>
                <c:pt idx="79">
                  <c:v>-18.23676</c:v>
                </c:pt>
                <c:pt idx="80">
                  <c:v>-18.060289999999998</c:v>
                </c:pt>
                <c:pt idx="81">
                  <c:v>-17.946280000000002</c:v>
                </c:pt>
                <c:pt idx="82">
                  <c:v>-17.89415</c:v>
                </c:pt>
                <c:pt idx="83">
                  <c:v>-17.90419</c:v>
                </c:pt>
                <c:pt idx="84">
                  <c:v>-17.977599999999999</c:v>
                </c:pt>
                <c:pt idx="85">
                  <c:v>-18.116530000000001</c:v>
                </c:pt>
                <c:pt idx="86">
                  <c:v>-18.32423</c:v>
                </c:pt>
                <c:pt idx="87">
                  <c:v>-18.6052</c:v>
                </c:pt>
                <c:pt idx="88">
                  <c:v>-18.96555</c:v>
                </c:pt>
                <c:pt idx="89">
                  <c:v>-19.41338</c:v>
                </c:pt>
                <c:pt idx="90">
                  <c:v>-19.959540000000001</c:v>
                </c:pt>
                <c:pt idx="91">
                  <c:v>-20.618670000000002</c:v>
                </c:pt>
                <c:pt idx="92">
                  <c:v>-21.410900000000002</c:v>
                </c:pt>
                <c:pt idx="93">
                  <c:v>-22.36478</c:v>
                </c:pt>
                <c:pt idx="94">
                  <c:v>-23.52234</c:v>
                </c:pt>
                <c:pt idx="95">
                  <c:v>-24.949010000000001</c:v>
                </c:pt>
                <c:pt idx="96">
                  <c:v>-26.7546</c:v>
                </c:pt>
                <c:pt idx="97">
                  <c:v>-29.145109999999999</c:v>
                </c:pt>
                <c:pt idx="98">
                  <c:v>-30</c:v>
                </c:pt>
                <c:pt idx="99">
                  <c:v>-30</c:v>
                </c:pt>
                <c:pt idx="100">
                  <c:v>-30</c:v>
                </c:pt>
                <c:pt idx="101">
                  <c:v>-30</c:v>
                </c:pt>
                <c:pt idx="102">
                  <c:v>-30</c:v>
                </c:pt>
                <c:pt idx="103">
                  <c:v>-29.017209999999999</c:v>
                </c:pt>
                <c:pt idx="104">
                  <c:v>-26.587630000000001</c:v>
                </c:pt>
                <c:pt idx="105">
                  <c:v>-24.74607</c:v>
                </c:pt>
                <c:pt idx="106">
                  <c:v>-23.287379999999999</c:v>
                </c:pt>
                <c:pt idx="107">
                  <c:v>-22.10267</c:v>
                </c:pt>
                <c:pt idx="108">
                  <c:v>-21.127469999999999</c:v>
                </c:pt>
                <c:pt idx="109">
                  <c:v>-20.320799999999998</c:v>
                </c:pt>
                <c:pt idx="110">
                  <c:v>-19.65531</c:v>
                </c:pt>
                <c:pt idx="111">
                  <c:v>-19.11214</c:v>
                </c:pt>
                <c:pt idx="112">
                  <c:v>-18.678139999999999</c:v>
                </c:pt>
                <c:pt idx="113">
                  <c:v>-18.344169999999998</c:v>
                </c:pt>
                <c:pt idx="114">
                  <c:v>-18.10406</c:v>
                </c:pt>
                <c:pt idx="115">
                  <c:v>-17.95402</c:v>
                </c:pt>
                <c:pt idx="116">
                  <c:v>-17.892320000000002</c:v>
                </c:pt>
                <c:pt idx="117">
                  <c:v>-17.919039999999999</c:v>
                </c:pt>
                <c:pt idx="118">
                  <c:v>-18.036159999999999</c:v>
                </c:pt>
                <c:pt idx="119">
                  <c:v>-18.24766</c:v>
                </c:pt>
                <c:pt idx="120">
                  <c:v>-18.559889999999999</c:v>
                </c:pt>
                <c:pt idx="121">
                  <c:v>-18.98216</c:v>
                </c:pt>
                <c:pt idx="122">
                  <c:v>-19.527719999999999</c:v>
                </c:pt>
                <c:pt idx="123">
                  <c:v>-20.215450000000001</c:v>
                </c:pt>
                <c:pt idx="124">
                  <c:v>-21.072559999999999</c:v>
                </c:pt>
                <c:pt idx="125">
                  <c:v>-22.139620000000001</c:v>
                </c:pt>
                <c:pt idx="126">
                  <c:v>-23.480080000000001</c:v>
                </c:pt>
                <c:pt idx="127">
                  <c:v>-25.20046</c:v>
                </c:pt>
                <c:pt idx="128">
                  <c:v>-27.499949999999998</c:v>
                </c:pt>
                <c:pt idx="129">
                  <c:v>-30</c:v>
                </c:pt>
                <c:pt idx="130">
                  <c:v>-30</c:v>
                </c:pt>
                <c:pt idx="131">
                  <c:v>-30</c:v>
                </c:pt>
                <c:pt idx="132">
                  <c:v>-30</c:v>
                </c:pt>
                <c:pt idx="133">
                  <c:v>-30</c:v>
                </c:pt>
                <c:pt idx="134">
                  <c:v>-27.40851</c:v>
                </c:pt>
                <c:pt idx="135">
                  <c:v>-24.928370000000001</c:v>
                </c:pt>
                <c:pt idx="136">
                  <c:v>-23.054950000000002</c:v>
                </c:pt>
                <c:pt idx="137">
                  <c:v>-21.57647</c:v>
                </c:pt>
                <c:pt idx="138">
                  <c:v>-20.381309999999999</c:v>
                </c:pt>
                <c:pt idx="139">
                  <c:v>-19.403739999999999</c:v>
                </c:pt>
                <c:pt idx="140">
                  <c:v>-18.602260000000001</c:v>
                </c:pt>
                <c:pt idx="141">
                  <c:v>-17.949359999999999</c:v>
                </c:pt>
                <c:pt idx="142">
                  <c:v>-17.426369999999999</c:v>
                </c:pt>
                <c:pt idx="143">
                  <c:v>-17.020530000000001</c:v>
                </c:pt>
                <c:pt idx="144">
                  <c:v>-16.72335</c:v>
                </c:pt>
                <c:pt idx="145">
                  <c:v>-16.529599999999999</c:v>
                </c:pt>
                <c:pt idx="146">
                  <c:v>-16.43676</c:v>
                </c:pt>
                <c:pt idx="147">
                  <c:v>-16.444800000000001</c:v>
                </c:pt>
                <c:pt idx="148">
                  <c:v>-16.556149999999999</c:v>
                </c:pt>
                <c:pt idx="149">
                  <c:v>-16.775929999999999</c:v>
                </c:pt>
                <c:pt idx="150">
                  <c:v>-17.11253</c:v>
                </c:pt>
                <c:pt idx="151">
                  <c:v>-17.578510000000001</c:v>
                </c:pt>
                <c:pt idx="152">
                  <c:v>-18.19228</c:v>
                </c:pt>
                <c:pt idx="153">
                  <c:v>-18.980869999999999</c:v>
                </c:pt>
                <c:pt idx="154">
                  <c:v>-19.98507</c:v>
                </c:pt>
                <c:pt idx="155">
                  <c:v>-21.269200000000001</c:v>
                </c:pt>
                <c:pt idx="156">
                  <c:v>-22.942119999999999</c:v>
                </c:pt>
                <c:pt idx="157">
                  <c:v>-25.20899</c:v>
                </c:pt>
                <c:pt idx="158">
                  <c:v>-28.531639999999999</c:v>
                </c:pt>
                <c:pt idx="159">
                  <c:v>-30</c:v>
                </c:pt>
                <c:pt idx="160">
                  <c:v>-30</c:v>
                </c:pt>
                <c:pt idx="161">
                  <c:v>-30</c:v>
                </c:pt>
                <c:pt idx="162">
                  <c:v>-28.05517</c:v>
                </c:pt>
                <c:pt idx="163">
                  <c:v>-24.493880000000001</c:v>
                </c:pt>
                <c:pt idx="164">
                  <c:v>-21.98789</c:v>
                </c:pt>
                <c:pt idx="165">
                  <c:v>-20.075199999999999</c:v>
                </c:pt>
                <c:pt idx="166">
                  <c:v>-18.550470000000001</c:v>
                </c:pt>
                <c:pt idx="167">
                  <c:v>-17.3047</c:v>
                </c:pt>
                <c:pt idx="168">
                  <c:v>-16.27337</c:v>
                </c:pt>
                <c:pt idx="169">
                  <c:v>-15.41554</c:v>
                </c:pt>
                <c:pt idx="170">
                  <c:v>-14.70398</c:v>
                </c:pt>
                <c:pt idx="171">
                  <c:v>-14.120100000000001</c:v>
                </c:pt>
                <c:pt idx="172">
                  <c:v>-13.65113</c:v>
                </c:pt>
                <c:pt idx="173">
                  <c:v>-13.28851</c:v>
                </c:pt>
                <c:pt idx="174">
                  <c:v>-13.02689</c:v>
                </c:pt>
                <c:pt idx="175">
                  <c:v>-12.863630000000001</c:v>
                </c:pt>
                <c:pt idx="176">
                  <c:v>-12.798539999999999</c:v>
                </c:pt>
                <c:pt idx="177">
                  <c:v>-12.83389</c:v>
                </c:pt>
                <c:pt idx="178">
                  <c:v>-12.97466</c:v>
                </c:pt>
                <c:pt idx="179">
                  <c:v>-13.229089999999999</c:v>
                </c:pt>
                <c:pt idx="180">
                  <c:v>-13.609640000000001</c:v>
                </c:pt>
                <c:pt idx="181">
                  <c:v>-14.13471</c:v>
                </c:pt>
                <c:pt idx="182">
                  <c:v>-14.831469999999999</c:v>
                </c:pt>
                <c:pt idx="183">
                  <c:v>-15.741099999999999</c:v>
                </c:pt>
                <c:pt idx="184">
                  <c:v>-16.928940000000001</c:v>
                </c:pt>
                <c:pt idx="185">
                  <c:v>-18.506260000000001</c:v>
                </c:pt>
                <c:pt idx="186">
                  <c:v>-20.6844</c:v>
                </c:pt>
                <c:pt idx="187">
                  <c:v>-23.944780000000002</c:v>
                </c:pt>
                <c:pt idx="188">
                  <c:v>-29.864529999999998</c:v>
                </c:pt>
                <c:pt idx="189">
                  <c:v>-30</c:v>
                </c:pt>
                <c:pt idx="190">
                  <c:v>-28.547440000000002</c:v>
                </c:pt>
                <c:pt idx="191">
                  <c:v>-22.481950000000001</c:v>
                </c:pt>
                <c:pt idx="192">
                  <c:v>-18.811769999999999</c:v>
                </c:pt>
                <c:pt idx="193">
                  <c:v>-16.15382</c:v>
                </c:pt>
                <c:pt idx="194">
                  <c:v>-14.06405</c:v>
                </c:pt>
                <c:pt idx="195">
                  <c:v>-12.34233</c:v>
                </c:pt>
                <c:pt idx="196">
                  <c:v>-10.881030000000001</c:v>
                </c:pt>
                <c:pt idx="197">
                  <c:v>-9.6155299999999997</c:v>
                </c:pt>
                <c:pt idx="198">
                  <c:v>-8.5038900000000002</c:v>
                </c:pt>
                <c:pt idx="199">
                  <c:v>-7.5173300000000003</c:v>
                </c:pt>
                <c:pt idx="200">
                  <c:v>-6.6352200000000003</c:v>
                </c:pt>
                <c:pt idx="201">
                  <c:v>-5.8422599999999996</c:v>
                </c:pt>
                <c:pt idx="202">
                  <c:v>-5.1267699999999996</c:v>
                </c:pt>
                <c:pt idx="203">
                  <c:v>-4.4796199999999997</c:v>
                </c:pt>
                <c:pt idx="204">
                  <c:v>-3.8935599999999999</c:v>
                </c:pt>
                <c:pt idx="205">
                  <c:v>-3.3627199999999999</c:v>
                </c:pt>
                <c:pt idx="206">
                  <c:v>-2.8822700000000001</c:v>
                </c:pt>
                <c:pt idx="207">
                  <c:v>-2.4482200000000001</c:v>
                </c:pt>
                <c:pt idx="208">
                  <c:v>-2.05721</c:v>
                </c:pt>
                <c:pt idx="209">
                  <c:v>-1.70641</c:v>
                </c:pt>
                <c:pt idx="210">
                  <c:v>-1.3934</c:v>
                </c:pt>
                <c:pt idx="211">
                  <c:v>-1.1161000000000001</c:v>
                </c:pt>
                <c:pt idx="212">
                  <c:v>-0.87273999999999996</c:v>
                </c:pt>
                <c:pt idx="213">
                  <c:v>-0.66178000000000003</c:v>
                </c:pt>
                <c:pt idx="214">
                  <c:v>-0.48187000000000002</c:v>
                </c:pt>
                <c:pt idx="215">
                  <c:v>-0.33187</c:v>
                </c:pt>
                <c:pt idx="216">
                  <c:v>-0.21078</c:v>
                </c:pt>
                <c:pt idx="217">
                  <c:v>-0.11773</c:v>
                </c:pt>
                <c:pt idx="218">
                  <c:v>-5.1990000000000001E-2</c:v>
                </c:pt>
                <c:pt idx="219">
                  <c:v>-1.2919999999999999E-2</c:v>
                </c:pt>
                <c:pt idx="220">
                  <c:v>0</c:v>
                </c:pt>
                <c:pt idx="221">
                  <c:v>-1.2789999999999999E-2</c:v>
                </c:pt>
                <c:pt idx="222">
                  <c:v>-5.0950000000000002E-2</c:v>
                </c:pt>
                <c:pt idx="223">
                  <c:v>-0.11422</c:v>
                </c:pt>
                <c:pt idx="224">
                  <c:v>-0.20241000000000001</c:v>
                </c:pt>
                <c:pt idx="225">
                  <c:v>-0.31544</c:v>
                </c:pt>
                <c:pt idx="226">
                  <c:v>-0.45328000000000002</c:v>
                </c:pt>
                <c:pt idx="227">
                  <c:v>-0.61600999999999995</c:v>
                </c:pt>
                <c:pt idx="228">
                  <c:v>-0.80378000000000005</c:v>
                </c:pt>
                <c:pt idx="229">
                  <c:v>-1.0168299999999999</c:v>
                </c:pt>
                <c:pt idx="230">
                  <c:v>-1.2555099999999999</c:v>
                </c:pt>
                <c:pt idx="231">
                  <c:v>-1.52027</c:v>
                </c:pt>
                <c:pt idx="232">
                  <c:v>-1.8116699999999999</c:v>
                </c:pt>
                <c:pt idx="233">
                  <c:v>-2.13042</c:v>
                </c:pt>
                <c:pt idx="234">
                  <c:v>-2.47736</c:v>
                </c:pt>
                <c:pt idx="235">
                  <c:v>-2.85351</c:v>
                </c:pt>
                <c:pt idx="236">
                  <c:v>-3.2600799999999999</c:v>
                </c:pt>
                <c:pt idx="237">
                  <c:v>-3.6985100000000002</c:v>
                </c:pt>
                <c:pt idx="238">
                  <c:v>-4.1705300000000003</c:v>
                </c:pt>
                <c:pt idx="239">
                  <c:v>-4.6781699999999997</c:v>
                </c:pt>
                <c:pt idx="240">
                  <c:v>-5.2238800000000003</c:v>
                </c:pt>
                <c:pt idx="241">
                  <c:v>-5.8106099999999996</c:v>
                </c:pt>
                <c:pt idx="242">
                  <c:v>-6.4419000000000004</c:v>
                </c:pt>
                <c:pt idx="243">
                  <c:v>-7.1220800000000004</c:v>
                </c:pt>
                <c:pt idx="244">
                  <c:v>-7.8564999999999996</c:v>
                </c:pt>
                <c:pt idx="245">
                  <c:v>-8.6518099999999993</c:v>
                </c:pt>
                <c:pt idx="246">
                  <c:v>-9.5164299999999997</c:v>
                </c:pt>
                <c:pt idx="247">
                  <c:v>-10.461209999999999</c:v>
                </c:pt>
                <c:pt idx="248">
                  <c:v>-11.500439999999999</c:v>
                </c:pt>
                <c:pt idx="249">
                  <c:v>-12.653420000000001</c:v>
                </c:pt>
                <c:pt idx="250">
                  <c:v>-13.947100000000001</c:v>
                </c:pt>
                <c:pt idx="251">
                  <c:v>-15.420669999999999</c:v>
                </c:pt>
                <c:pt idx="252">
                  <c:v>-17.13429</c:v>
                </c:pt>
                <c:pt idx="253">
                  <c:v>-19.18722</c:v>
                </c:pt>
                <c:pt idx="254">
                  <c:v>-21.76127</c:v>
                </c:pt>
                <c:pt idx="255">
                  <c:v>-25.248560000000001</c:v>
                </c:pt>
                <c:pt idx="256">
                  <c:v>-30</c:v>
                </c:pt>
                <c:pt idx="257">
                  <c:v>-30</c:v>
                </c:pt>
                <c:pt idx="258">
                  <c:v>-30</c:v>
                </c:pt>
                <c:pt idx="259">
                  <c:v>-27.748560000000001</c:v>
                </c:pt>
                <c:pt idx="260">
                  <c:v>-24.197209999999998</c:v>
                </c:pt>
                <c:pt idx="261">
                  <c:v>-21.82244</c:v>
                </c:pt>
                <c:pt idx="262">
                  <c:v>-20.073070000000001</c:v>
                </c:pt>
                <c:pt idx="263">
                  <c:v>-18.71444</c:v>
                </c:pt>
                <c:pt idx="264">
                  <c:v>-17.62454</c:v>
                </c:pt>
                <c:pt idx="265">
                  <c:v>-16.731770000000001</c:v>
                </c:pt>
                <c:pt idx="266">
                  <c:v>-15.99047</c:v>
                </c:pt>
                <c:pt idx="267">
                  <c:v>-15.369730000000001</c:v>
                </c:pt>
                <c:pt idx="268">
                  <c:v>-14.84765</c:v>
                </c:pt>
                <c:pt idx="269">
                  <c:v>-14.40814</c:v>
                </c:pt>
                <c:pt idx="270">
                  <c:v>-14.039020000000001</c:v>
                </c:pt>
                <c:pt idx="271">
                  <c:v>-13.730869999999999</c:v>
                </c:pt>
                <c:pt idx="272">
                  <c:v>-13.476229999999999</c:v>
                </c:pt>
                <c:pt idx="273">
                  <c:v>-13.26909</c:v>
                </c:pt>
                <c:pt idx="274">
                  <c:v>-13.10458</c:v>
                </c:pt>
                <c:pt idx="275">
                  <c:v>-12.97864</c:v>
                </c:pt>
                <c:pt idx="276">
                  <c:v>-12.8879</c:v>
                </c:pt>
                <c:pt idx="277">
                  <c:v>-12.829499999999999</c:v>
                </c:pt>
                <c:pt idx="278">
                  <c:v>-12.801030000000001</c:v>
                </c:pt>
                <c:pt idx="279">
                  <c:v>-12.800409999999999</c:v>
                </c:pt>
                <c:pt idx="280">
                  <c:v>-12.825839999999999</c:v>
                </c:pt>
                <c:pt idx="281">
                  <c:v>-12.87579</c:v>
                </c:pt>
                <c:pt idx="282">
                  <c:v>-12.94891</c:v>
                </c:pt>
                <c:pt idx="283">
                  <c:v>-13.04402</c:v>
                </c:pt>
                <c:pt idx="284">
                  <c:v>-13.16009</c:v>
                </c:pt>
                <c:pt idx="285">
                  <c:v>-13.29623</c:v>
                </c:pt>
                <c:pt idx="286">
                  <c:v>-13.451650000000001</c:v>
                </c:pt>
                <c:pt idx="287">
                  <c:v>-13.62567</c:v>
                </c:pt>
                <c:pt idx="288">
                  <c:v>-13.817690000000001</c:v>
                </c:pt>
                <c:pt idx="289">
                  <c:v>-14.02718</c:v>
                </c:pt>
                <c:pt idx="290">
                  <c:v>-14.25371</c:v>
                </c:pt>
                <c:pt idx="291">
                  <c:v>-14.4969</c:v>
                </c:pt>
                <c:pt idx="292">
                  <c:v>-14.75644</c:v>
                </c:pt>
                <c:pt idx="293">
                  <c:v>-15.03205</c:v>
                </c:pt>
                <c:pt idx="294">
                  <c:v>-15.323560000000001</c:v>
                </c:pt>
                <c:pt idx="295">
                  <c:v>-15.630800000000001</c:v>
                </c:pt>
                <c:pt idx="296">
                  <c:v>-15.95369</c:v>
                </c:pt>
                <c:pt idx="297">
                  <c:v>-16.292179999999998</c:v>
                </c:pt>
                <c:pt idx="298">
                  <c:v>-16.64629</c:v>
                </c:pt>
                <c:pt idx="299">
                  <c:v>-17.016069999999999</c:v>
                </c:pt>
                <c:pt idx="300">
                  <c:v>-17.40164</c:v>
                </c:pt>
                <c:pt idx="301">
                  <c:v>-17.803170000000001</c:v>
                </c:pt>
                <c:pt idx="302">
                  <c:v>-18.220890000000001</c:v>
                </c:pt>
                <c:pt idx="303">
                  <c:v>-18.655100000000001</c:v>
                </c:pt>
                <c:pt idx="304">
                  <c:v>-19.10613</c:v>
                </c:pt>
                <c:pt idx="305">
                  <c:v>-19.57442</c:v>
                </c:pt>
                <c:pt idx="306">
                  <c:v>-20.060459999999999</c:v>
                </c:pt>
                <c:pt idx="307">
                  <c:v>-20.56484</c:v>
                </c:pt>
                <c:pt idx="308">
                  <c:v>-21.08821</c:v>
                </c:pt>
                <c:pt idx="309">
                  <c:v>-21.631350000000001</c:v>
                </c:pt>
                <c:pt idx="310">
                  <c:v>-22.195139999999999</c:v>
                </c:pt>
                <c:pt idx="311">
                  <c:v>-22.780560000000001</c:v>
                </c:pt>
                <c:pt idx="312">
                  <c:v>-23.388770000000001</c:v>
                </c:pt>
                <c:pt idx="313">
                  <c:v>-24.021049999999999</c:v>
                </c:pt>
                <c:pt idx="314">
                  <c:v>-24.678879999999999</c:v>
                </c:pt>
                <c:pt idx="315">
                  <c:v>-25.363939999999999</c:v>
                </c:pt>
                <c:pt idx="316">
                  <c:v>-26.078130000000002</c:v>
                </c:pt>
                <c:pt idx="317">
                  <c:v>-26.82366</c:v>
                </c:pt>
                <c:pt idx="318">
                  <c:v>-27.60304</c:v>
                </c:pt>
                <c:pt idx="319">
                  <c:v>-28.419160000000002</c:v>
                </c:pt>
                <c:pt idx="320">
                  <c:v>-29.275379999999998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DA2-4DFA-8A10-E6311F86A9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"/>
          <c:min val="-30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Normalized Array Factor (dB)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80"/>
          <c:min val="-8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Calibri"/>
                    <a:ea typeface="Calibri"/>
                    <a:cs typeface="Calibri"/>
                  </a:rPr>
                  <a:t>Angle from Array Normal (deg)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crossBetween val="midCat"/>
        <c:majorUnit val="20"/>
      </c:valAx>
    </c:plotArea>
    <c:legend>
      <c:legendPos val="b"/>
      <c:overlay val="0"/>
      <c:txPr>
        <a:bodyPr anchorCtr="1"/>
        <a:lstStyle/>
        <a:p>
          <a:pPr>
            <a:defRPr sz="1425"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6980-B926-0686-4A8D-052ACF0EA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3C67D-7A75-819D-E6BF-6C8AEE123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7CE2-E51D-FAE8-B80C-2904F62449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4ED6EB8-933A-40BF-9125-A8F5D5D4C736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D52AB-71A2-C339-92BD-220F6DFB689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AF36-30E2-04B2-2807-B499A86BE6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75E1-0884-B475-1FC8-0DAA9F4E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04AD8-0228-620D-0445-8AEF53196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2AD92-5F73-A2F2-6A7D-45B2D8B343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4E54CC-43E5-4B75-BAFD-184AD910D0F4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62BF-B1BA-FEEC-CE79-07B36D6DE7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D774-175E-C969-877B-645892454B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D72B-5D61-93FE-1C3D-2C2E8661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7623C-0663-299C-97CC-01404A4A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DF1C6-10AD-0D60-FF88-0C7017F3D2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34A3982-4059-42B9-8197-8793FF404841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2EA8-F174-E171-1E24-5CAC170B9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8C4D8-2854-3BCC-12EE-3CF7FACA76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A8BD-2CCB-D7BD-CB49-337DD9CE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9762-9FF2-C1D7-3E9B-471BD09AC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7B5D0-9F68-B317-6EE0-03C55FF7550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BE63E-FB04-554B-1219-BABE924369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FF6EB2-26FD-44E1-A1F9-D2F246212076}" type="datetime1">
              <a:t>9/28/2026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6BEB4-44DE-1A4D-C4A3-267BD5EB04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39E1-4870-653E-7B15-578C77550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E52E-95D3-B73B-B31E-4053D461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F0141-BA33-8107-ADBF-793EB4A0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BF0C1-67B8-9A66-B40D-9790E9C4EC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0D682-3A5F-6E6A-2336-4AA59E5CC4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29882-C2AD-4AC9-437E-83788EEAE68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7A025-3448-28A8-24FD-89199CEBA9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9B6903-33D8-4D4D-8C63-0EC659EFBFF3}" type="datetime1">
              <a:t>9/28/2026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FD58E-6D7F-E3CF-5DD4-9A2FE42803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68A21-9B80-8989-26D3-F1C11E6918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AA8D-E534-8BD3-5D4C-10CD6F97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5062A-4D8A-D9D1-4377-0760783C0E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DE505E-9B1D-4BC1-9E04-A9DD37003C8D}" type="datetime1">
              <a:t>9/28/2026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C8CA2-CAFF-C447-76A1-43F40DEDCF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75110-3299-C84C-9EDD-595AB6A08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3F806-1DEF-6138-3E47-C63EE98A55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067C06-0941-4A36-B031-CFCCEA1DA25B}" type="datetime1">
              <a:t>9/28/2026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14BF2-BC1A-A3A2-FFE9-64F994720A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808C1-FBEC-217D-3540-D91ED525B8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1D2F-6AD2-00C1-F0AC-481B00FB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EB7D-B8B5-9B9D-76A1-FC055CB3E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C4216-8AED-19CA-D898-58C7CEE80D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97EB1-B856-1B45-F20B-EFA51D0EFA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0A3DC97-6A12-4822-AAB2-27916610DBEE}" type="datetime1">
              <a:t>9/28/2026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82C10-BD4F-814B-5F04-32FB714391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45826-7BC7-0F94-0A3C-6B644FFE47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8CE6-7E21-5A44-44C3-8D500291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C1369-785F-7983-3299-9EB1AE777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811C6-9B5C-F062-8120-B44DFDF0AF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D600A-A1F8-FA1C-63A7-B7986EB176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F8063E-B476-406F-B3D9-64B384A31FEC}" type="datetime1">
              <a:t>9/28/2026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B4197-A249-7478-D9CA-1309D9EC3B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51BA0-E5F2-AB01-7FE6-F82E25811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84CA-1A1B-F9F5-7CE8-3D6C72B6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C470B-CB71-749E-98F3-2E11169B6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90414-58A3-C2D6-D3B9-CBDA8642D1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863A5A-4C08-431E-9FEA-F3339828C68C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B39D-C30B-13C3-9349-FFD01AEEDF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D595D-41FF-464F-329C-2594C563AD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23085-53DF-F097-0372-172F422C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2C079-07E4-4A81-F4E2-968C5CB4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A631A-BDFA-046F-F5F4-83D4ACFB24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2FFF08-FC41-4C92-B0F6-85040F12764C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996B3-E6C7-A595-9F5D-E387D7F3EE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46A4-6E53-90F4-4421-55AE8BD3B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88EA8-1106-E8F3-A468-AF1D8C88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F72A9-9EE9-F7DF-1171-67F86A56A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B18B-40A4-851C-B1AB-FA9ACD320F9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3D7E-8C39-49DE-8F22-4CD23C136338}" type="datetime1">
              <a:t>9/28/2026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840A5-6565-6363-7EF2-763AAAE5B7B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667000" y="6356350"/>
            <a:ext cx="68580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C3F24-7055-7F99-3FBE-C3499655C7A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16D19-4F63-4418-BEAB-0383BC96FB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Rectangle 2079">
            <a:extLst>
              <a:ext uri="{FF2B5EF4-FFF2-40B4-BE49-F238E27FC236}">
                <a16:creationId xmlns:a16="http://schemas.microsoft.com/office/drawing/2014/main" id="{6F828D28-8E09-41CC-8229-3070B5467A96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86" name="Video 2080"/>
          <p:cNvPicPr>
            <a:picLocks noChangeAspect="1"/>
          </p:cNvPicPr>
          <p:nvPr/>
        </p:nvPicPr>
        <p:blipFill rotWithShape="1">
          <a:blip r:embed="rId2"/>
          <a:srcRect t="284" r="-1" b="-1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082" name="Rectangle 2081">
            <a:extLst>
              <a:ext uri="{FF2B5EF4-FFF2-40B4-BE49-F238E27FC236}">
                <a16:creationId xmlns:a16="http://schemas.microsoft.com/office/drawing/2014/main" id="{D5B012D8-7F27-4758-9AC6-C889B154BD73}"/>
              </a:ext>
            </a:extLst>
          </p:cNvPr>
          <p:cNvSpPr>
            <a:spLocks noGrp="1"/>
          </p:cNvSpPr>
          <p:nvPr/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F72ECBD-1E2B-4C9B-BE60-0018ECCB8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38934" cy="3569242"/>
          </a:xfrm>
        </p:spPr>
        <p:txBody>
          <a:bodyPr anchor="t">
            <a:noAutofit/>
          </a:bodyPr>
          <a:lstStyle/>
          <a:p>
            <a:pPr>
              <a:buNone/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Spacecraft Communications</a:t>
            </a:r>
          </a:p>
          <a:p>
            <a:pPr>
              <a:buNone/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ENAE 694</a:t>
            </a:r>
          </a:p>
          <a:p>
            <a:pPr>
              <a:buNone/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Antennas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7CD9725-B9F4-461F-BFD3-8804A7E66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5127546"/>
            <a:ext cx="6671734" cy="1578054"/>
          </a:xfrm>
        </p:spPr>
        <p:txBody>
          <a:bodyPr anchor="b">
            <a:normAutofit/>
          </a:bodyPr>
          <a:lstStyle/>
          <a:p>
            <a:pPr algn="l">
              <a:buNone/>
            </a:pPr>
            <a:r>
              <a:rPr>
                <a:solidFill>
                  <a:srgbClr val="FFFFFF"/>
                </a:solidFill>
              </a:rPr>
              <a:t>Dave Israel (disrael@umd.edu)</a:t>
            </a:r>
          </a:p>
          <a:p>
            <a:pPr algn="l">
              <a:buNone/>
            </a:pPr>
            <a:r>
              <a:rPr>
                <a:solidFill>
                  <a:srgbClr val="FFFFFF"/>
                </a:solidFill>
              </a:rPr>
              <a:t>September 28, 2026</a:t>
            </a:r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4063B759-00FC-46D1-9898-8E8625268FAF}"/>
              </a:ext>
            </a:extLst>
          </p:cNvPr>
          <p:cNvSpPr>
            <a:spLocks noGrp="1"/>
          </p:cNvSpPr>
          <p:nvPr/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9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95250" tIns="47625" rIns="95250" bIns="47625" anchor="ctr">
            <a:normAutofit/>
          </a:bodyPr>
          <a:lstStyle/>
          <a:p>
            <a:r>
              <a:rPr lang="en-US" dirty="0"/>
              <a:t>Tonight’s Agenda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224025C-BBA5-1A5D-0329-A8E31DED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Homework Review</a:t>
            </a:r>
          </a:p>
          <a:p>
            <a:pPr marL="514350" indent="-514350">
              <a:buFont typeface="+mj-lt"/>
              <a:buAutoNum type="arabicPeriod"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Antenna Tour</a:t>
            </a:r>
          </a:p>
          <a:p>
            <a:pPr marL="514350" indent="-514350">
              <a:buFont typeface="+mj-lt"/>
              <a:buAutoNum type="arabicPeriod"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Gain, Beamwidth, and Polarization</a:t>
            </a:r>
          </a:p>
          <a:p>
            <a:pPr marL="514350" indent="-514350">
              <a:buFont typeface="+mj-lt"/>
              <a:buAutoNum type="arabicPeriod"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Coverage, Steering, and Mission Trades</a:t>
            </a:r>
          </a:p>
          <a:p>
            <a:pPr marL="514350" indent="-514350">
              <a:buFont typeface="+mj-lt"/>
              <a:buAutoNum type="arabicPeriod"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lang="en-US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rPr lang="en-US"/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66C75-7020-45D1-9BB7-BC02498A1071}"/>
              </a:ext>
            </a:extLst>
          </p:cNvPr>
          <p:cNvSpPr>
            <a:spLocks noGrp="1"/>
          </p:cNvSpPr>
          <p:nvPr/>
        </p:nvSpPr>
        <p:spPr>
          <a:xfrm>
            <a:off x="6257925" y="2655887"/>
            <a:ext cx="10191750" cy="392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sz="2700" b="0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3B4FB-08B2-469D-9EA2-B9457A08C28F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101917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endParaRPr sz="2700" b="0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44E96-DD7E-483F-B90E-04849867A0E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Homework 2: Slant Range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94AED5-A626-4E86-BE7D-80C4868940E0}"/>
              </a:ext>
            </a:extLst>
          </p:cNvPr>
          <p:cNvSpPr>
            <a:spLocks noGrp="1"/>
          </p:cNvSpPr>
          <p:nvPr/>
        </p:nvSpPr>
        <p:spPr>
          <a:xfrm>
            <a:off x="1000125" y="2463271"/>
            <a:ext cx="10191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Earth Radius = 6,378 km     Altitude = 500 km     Elevation = 10°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5DC137-588D-4053-A220-EDAB192827D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0125" y="3434821"/>
                <a:ext cx="10191750" cy="876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buNone/>
                  <a:defRPr sz="2550" b="0">
                    <a:solidFill>
                      <a:srgbClr val="252525"/>
                    </a:solidFill>
                    <a:latin typeface="Calibri"/>
                    <a:ea typeface="Calibri"/>
                    <a:cs typeface="Calibri"/>
                  </a:defRPr>
                </a:pPr>
                <a14:m>
                  <m:oMathPara xmlns:m="http://schemas.openxmlformats.org/officeDocument/2006/math">
                    <m:oMath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𝑅</m:t>
                      </m:r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pt-BR" sz="2550" i="1" smtClean="0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radPr>
                        <m:deg/>
                        <m:e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((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𝑅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ₑ + 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ℎ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)² − 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𝑅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ₑ² 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𝑐𝑜𝑠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² 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𝑒</m:t>
                          </m:r>
                          <m:r>
                            <a:rPr lang="pt-BR" sz="2550" i="1">
                              <a:solidFill>
                                <a:srgbClr val="252525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)</m:t>
                          </m:r>
                        </m:e>
                      </m:rad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− </m:t>
                      </m:r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𝑅</m:t>
                      </m:r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ₑ </m:t>
                      </m:r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𝑠𝑖𝑛</m:t>
                      </m:r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 </m:t>
                      </m:r>
                      <m:r>
                        <a:rPr lang="pt-BR" sz="2550" i="1">
                          <a:solidFill>
                            <a:srgbClr val="252525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5DC137-588D-4053-A220-EDAB19282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5" y="3434821"/>
                <a:ext cx="10191750" cy="876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5D9F1A6-0719-47A9-ACA7-7026F6D9836F}"/>
              </a:ext>
            </a:extLst>
          </p:cNvPr>
          <p:cNvSpPr>
            <a:spLocks noGrp="1"/>
          </p:cNvSpPr>
          <p:nvPr/>
        </p:nvSpPr>
        <p:spPr>
          <a:xfrm>
            <a:off x="1000125" y="4406371"/>
            <a:ext cx="10191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 ≈ 1,695 km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8DB1E-87EA-4B6D-BB51-EC8C426C66AB}"/>
              </a:ext>
            </a:extLst>
          </p:cNvPr>
          <p:cNvSpPr>
            <a:spLocks noGrp="1"/>
          </p:cNvSpPr>
          <p:nvPr/>
        </p:nvSpPr>
        <p:spPr>
          <a:xfrm>
            <a:off x="1000125" y="5587471"/>
            <a:ext cx="101917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Why does a higher minimum elevation reduce maximum path loss?</a:t>
            </a:r>
          </a:p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What happens to contact time?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B7750E-042A-463B-9387-62AFF619D58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0ABDE-B863-E479-13E7-8AE0F17F80E7}"/>
              </a:ext>
            </a:extLst>
          </p:cNvPr>
          <p:cNvSpPr txBox="1"/>
          <p:nvPr/>
        </p:nvSpPr>
        <p:spPr>
          <a:xfrm>
            <a:off x="830094" y="1542283"/>
            <a:ext cx="10353675" cy="101888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dirty="0"/>
              <a:t>A spacecraft is in a circular orbit 500 km above Earth. Calculate its slant range from a ground station when its elevation angle is 10°. 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Homework 2: Voyager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6CA30C-8A73-4236-8B22-A2B09F66B44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EC2164-5AB3-8823-3775-3DC97D767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931837" cy="35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4DA4-3DA5-1C84-FE91-EA2DFF68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0675-FF4F-11E6-C66F-26732E2C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Homework 2: Voyager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1F5ED-4C1C-2CAB-705C-0BF274A1E7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F6B2C7-918C-2DC2-3C8E-54BCACF05F72}"/>
              </a:ext>
            </a:extLst>
          </p:cNvPr>
          <p:cNvGraphicFramePr/>
          <p:nvPr/>
        </p:nvGraphicFramePr>
        <p:xfrm>
          <a:off x="1000125" y="1714500"/>
          <a:ext cx="10191750" cy="26670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Calculation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[EIRP]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10 log₁₀(12.3) + 48.20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59.10 dBW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[Lₚ]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32.45 + 20 log₁₀ R + 20 log₁₀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317.59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[Pᵣ]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59.10 − 317.59 + 74.01 − 0.42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−184.90 </a:t>
                      </a:r>
                      <a:r>
                        <a:rPr sz="1950" b="0" dirty="0" err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dBW</a:t>
                      </a:r>
                      <a:endParaRPr sz="1950" b="0" dirty="0">
                        <a:solidFill>
                          <a:srgbClr val="25252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91E925-535C-63D7-7C1E-C514B207268F}"/>
              </a:ext>
            </a:extLst>
          </p:cNvPr>
          <p:cNvSpPr>
            <a:spLocks noGrp="1"/>
          </p:cNvSpPr>
          <p:nvPr/>
        </p:nvSpPr>
        <p:spPr>
          <a:xfrm>
            <a:off x="1000125" y="4667250"/>
            <a:ext cx="1019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 = 21,476,670,660,000 m     f = 8.415 GHz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DE918-9499-7D4E-CD0A-E32F39CBAC81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Is received power alone enough to predict data recovery?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69B71-10FE-9EB3-289D-96E7740E1483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Homework uses the supplied September distance with historical radio parameters [1].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F3BA3-4499-D0A1-F7E4-8A4DE226817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7492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Quantities and Their Units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1000125" y="1647825"/>
          <a:ext cx="10191750" cy="3762378"/>
        </p:xfrm>
        <a:graphic>
          <a:graphicData uri="http://schemas.openxmlformats.org/drawingml/2006/table">
            <a:tbl>
              <a:tblPr/>
              <a:tblGrid>
                <a:gridCol w="40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Linear Form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Logarithmic Form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Power or EIRP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W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dBW or dBm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Antenna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Ratio to Isotropic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Power Ratio ≥ 1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dB, Subtracted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Power Flux Density,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W/m²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Linear Form Today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Effective Area, Aₑ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m²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Linear Form Today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EF0D507-38D8-45D5-A4AC-A7EA921864FE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Course notation: brackets denote logarithmic quantities. 0 dBW = 1 W = 30 dBm.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56766-FB20-4672-A701-F4976F71E3B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Does Antenna Gain Mean?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B7EF1F-688A-49E4-94AD-B7B49552D110}"/>
              </a:ext>
            </a:extLst>
          </p:cNvPr>
          <p:cNvSpPr>
            <a:spLocks noGrp="1"/>
          </p:cNvSpPr>
          <p:nvPr/>
        </p:nvSpPr>
        <p:spPr>
          <a:xfrm>
            <a:off x="1000125" y="1809750"/>
            <a:ext cx="100012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How can an antenna increase the signal</a:t>
            </a:r>
          </a:p>
          <a:p>
            <a:pPr>
              <a:buNone/>
              <a:defRPr sz="32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without increasing transmitter power?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1124DB-DC00-41CE-BB22-7B4AE2AA1A96}"/>
              </a:ext>
            </a:extLst>
          </p:cNvPr>
          <p:cNvSpPr>
            <a:spLocks noGrp="1"/>
          </p:cNvSpPr>
          <p:nvPr/>
        </p:nvSpPr>
        <p:spPr>
          <a:xfrm>
            <a:off x="1000125" y="3381375"/>
            <a:ext cx="9906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Gain describes radiation in a particular direction,</a:t>
            </a:r>
          </a:p>
          <a:p>
            <a:pPr>
              <a:buNone/>
              <a:defRPr sz="24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relative to a lossless isotropic antenna with the same input power.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F38394-D72E-41E4-AC62-4904C8858EE4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10001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engineering question: where does that stronger signal need to go?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8C637D-AD8B-441F-9BF4-3190BE17F42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Isotropic and Omnidirectional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30926" y="1685925"/>
            <a:ext cx="5015398" cy="409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610253-BC74-4F06-89AD-7610F20022E0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333750" cy="3667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Isotropic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Equal radiation in every direction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Omnidirectional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Uniform in one plane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dipole still has nulls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along its axis.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CFCB4-B250-43EC-A0CA-5102645E0D1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Wire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43180" y="1619250"/>
            <a:ext cx="1228515" cy="27622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29125" y="2000250"/>
            <a:ext cx="2667000" cy="20002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18563" y="1571625"/>
            <a:ext cx="2117624" cy="2809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6680D6-EF60-46AA-B979-5C035ACCA60F}"/>
              </a:ext>
            </a:extLst>
          </p:cNvPr>
          <p:cNvSpPr>
            <a:spLocks noGrp="1"/>
          </p:cNvSpPr>
          <p:nvPr/>
        </p:nvSpPr>
        <p:spPr>
          <a:xfrm>
            <a:off x="1238250" y="45529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Monopole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E5CD1-39A0-4C71-87F0-AC440FA6F3DD}"/>
              </a:ext>
            </a:extLst>
          </p:cNvPr>
          <p:cNvSpPr>
            <a:spLocks noGrp="1"/>
          </p:cNvSpPr>
          <p:nvPr/>
        </p:nvSpPr>
        <p:spPr>
          <a:xfrm>
            <a:off x="4476750" y="45529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Dipole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FDCD3E-EFA4-4830-B87F-A9783C22E412}"/>
              </a:ext>
            </a:extLst>
          </p:cNvPr>
          <p:cNvSpPr>
            <a:spLocks noGrp="1"/>
          </p:cNvSpPr>
          <p:nvPr/>
        </p:nvSpPr>
        <p:spPr>
          <a:xfrm>
            <a:off x="8382000" y="45529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Helical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D6B8E-522B-43AD-83A4-B3AC4544AD85}"/>
              </a:ext>
            </a:extLst>
          </p:cNvPr>
          <p:cNvSpPr>
            <a:spLocks noGrp="1"/>
          </p:cNvSpPr>
          <p:nvPr/>
        </p:nvSpPr>
        <p:spPr>
          <a:xfrm>
            <a:off x="1190625" y="5057775"/>
            <a:ext cx="2762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Uses a ground plane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22FE04-5692-4A66-82F8-526B1E86FAD5}"/>
              </a:ext>
            </a:extLst>
          </p:cNvPr>
          <p:cNvSpPr>
            <a:spLocks noGrp="1"/>
          </p:cNvSpPr>
          <p:nvPr/>
        </p:nvSpPr>
        <p:spPr>
          <a:xfrm>
            <a:off x="4429125" y="5057775"/>
            <a:ext cx="28098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Two conducting arms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6DC235-355C-4D51-8551-295400C6ACE4}"/>
              </a:ext>
            </a:extLst>
          </p:cNvPr>
          <p:cNvSpPr>
            <a:spLocks noGrp="1"/>
          </p:cNvSpPr>
          <p:nvPr/>
        </p:nvSpPr>
        <p:spPr>
          <a:xfrm>
            <a:off x="8334375" y="5019675"/>
            <a:ext cx="29527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Axial mode can give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directional circularly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polarized beam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A5B369-15BF-4832-B5FB-5247F6F93CB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Log-Periodic and Yagi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803098" y="1600200"/>
            <a:ext cx="2775554" cy="32099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29375" y="1716865"/>
            <a:ext cx="4476750" cy="30432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0933BC-F6E6-4A15-8DF5-20184B214058}"/>
              </a:ext>
            </a:extLst>
          </p:cNvPr>
          <p:cNvSpPr>
            <a:spLocks noGrp="1"/>
          </p:cNvSpPr>
          <p:nvPr/>
        </p:nvSpPr>
        <p:spPr>
          <a:xfrm>
            <a:off x="1095375" y="4914900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Log-Periodic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DECF0-EEAC-4DF1-AF3A-D2EEE8B54657}"/>
              </a:ext>
            </a:extLst>
          </p:cNvPr>
          <p:cNvSpPr>
            <a:spLocks noGrp="1"/>
          </p:cNvSpPr>
          <p:nvPr/>
        </p:nvSpPr>
        <p:spPr>
          <a:xfrm>
            <a:off x="1095375" y="5334000"/>
            <a:ext cx="45243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Broad frequency 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F08C4-2301-4563-A61B-A61628E34353}"/>
              </a:ext>
            </a:extLst>
          </p:cNvPr>
          <p:cNvSpPr>
            <a:spLocks noGrp="1"/>
          </p:cNvSpPr>
          <p:nvPr/>
        </p:nvSpPr>
        <p:spPr>
          <a:xfrm>
            <a:off x="6429375" y="4914900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Yagi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290179-1D46-4527-9E91-3CB95E9C0428}"/>
              </a:ext>
            </a:extLst>
          </p:cNvPr>
          <p:cNvSpPr>
            <a:spLocks noGrp="1"/>
          </p:cNvSpPr>
          <p:nvPr/>
        </p:nvSpPr>
        <p:spPr>
          <a:xfrm>
            <a:off x="6429375" y="5334000"/>
            <a:ext cx="4667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Driven element with parasitic elements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5E976-1D44-479A-9564-CEB2F7556636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Patch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163296" y="1762125"/>
            <a:ext cx="3626783" cy="3619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F909E8-0EDA-4C22-991E-62E1D8A1553C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4048125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radiating patch above a ground plane</a:t>
            </a:r>
          </a:p>
          <a:p>
            <a:endParaRPr sz="22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Low profile and easy to mount</a:t>
            </a:r>
          </a:p>
          <a:p>
            <a:endParaRPr sz="22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Can serve as an array element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D113E-A42F-47D1-8C7B-54CB1FBAAA4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Horn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44150" y="1666875"/>
            <a:ext cx="3493451" cy="33337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1762125"/>
            <a:ext cx="4191000" cy="3143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1A4B7C-E6A0-42E0-98F4-0637379549A2}"/>
              </a:ext>
            </a:extLst>
          </p:cNvPr>
          <p:cNvSpPr>
            <a:spLocks noGrp="1"/>
          </p:cNvSpPr>
          <p:nvPr/>
        </p:nvSpPr>
        <p:spPr>
          <a:xfrm>
            <a:off x="1285875" y="5114925"/>
            <a:ext cx="4286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Pyramidal Horns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71C7B-18F1-41B1-9BE8-5C20639FB773}"/>
              </a:ext>
            </a:extLst>
          </p:cNvPr>
          <p:cNvSpPr>
            <a:spLocks noGrp="1"/>
          </p:cNvSpPr>
          <p:nvPr/>
        </p:nvSpPr>
        <p:spPr>
          <a:xfrm>
            <a:off x="6715125" y="5114925"/>
            <a:ext cx="4286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Conical Horns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35710-8027-44E4-B652-4EF3BC8248A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Reflector Configurations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27162" y="1762125"/>
            <a:ext cx="5670550" cy="3619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C5A2C5-CB49-42D9-B2A8-03FA007A9ACB}"/>
              </a:ext>
            </a:extLst>
          </p:cNvPr>
          <p:cNvSpPr>
            <a:spLocks noGrp="1"/>
          </p:cNvSpPr>
          <p:nvPr/>
        </p:nvSpPr>
        <p:spPr>
          <a:xfrm>
            <a:off x="7762875" y="1809750"/>
            <a:ext cx="3524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f₁: Prime Focus</a:t>
            </a:r>
          </a:p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Feed at the main reflector’s focus</a:t>
            </a:r>
          </a:p>
          <a:p>
            <a:endParaRPr sz="210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f₂: Cassegrain Focus</a:t>
            </a:r>
          </a:p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subreflector redirects</a:t>
            </a:r>
          </a:p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path to a feed near</a:t>
            </a:r>
          </a:p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main reflector.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D93C6-17F9-4EA8-B236-EB49E15D33B6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Ground Antenna Hardware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881188" y="1666875"/>
            <a:ext cx="2714625" cy="3619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23028" y="1666875"/>
            <a:ext cx="3784693" cy="3619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E89FBD-3F9D-457D-830E-9EBDD08B60F4}"/>
              </a:ext>
            </a:extLst>
          </p:cNvPr>
          <p:cNvSpPr>
            <a:spLocks noGrp="1"/>
          </p:cNvSpPr>
          <p:nvPr/>
        </p:nvSpPr>
        <p:spPr>
          <a:xfrm>
            <a:off x="1238250" y="538162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Ground Station Reflector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88EDD-3238-4837-ADE3-1F61137D1096}"/>
              </a:ext>
            </a:extLst>
          </p:cNvPr>
          <p:cNvSpPr>
            <a:spLocks noGrp="1"/>
          </p:cNvSpPr>
          <p:nvPr/>
        </p:nvSpPr>
        <p:spPr>
          <a:xfrm>
            <a:off x="6572250" y="5381625"/>
            <a:ext cx="4476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DSN 70 m Reflector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CAE7F-7C4D-4FDE-8EDB-7B0D7730F7E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Antenna Pointing with the Spacecraft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76375" y="1762125"/>
            <a:ext cx="5715000" cy="3571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3D54A4-82C5-4A1C-A3BF-42977D664242}"/>
              </a:ext>
            </a:extLst>
          </p:cNvPr>
          <p:cNvSpPr>
            <a:spLocks noGrp="1"/>
          </p:cNvSpPr>
          <p:nvPr/>
        </p:nvSpPr>
        <p:spPr>
          <a:xfrm>
            <a:off x="7905750" y="1828800"/>
            <a:ext cx="3381375" cy="3667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Voyager’s high-gain antenna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is fixed to the spacecraft.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spacecraft turns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 point the antenna.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else moves when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antenna moves?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C6B4E-AD38-476D-ACF4-D868E2E7D32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Gimbaled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700068" y="1762125"/>
            <a:ext cx="5267614" cy="3571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723955-ECD4-4F8D-AF24-D7286411E090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524250" cy="3667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TDRS Reflectors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Boom mounted, two-axis gimbals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Pointing can change without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turning the whole spacecraft.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Mechanisms add limits on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motion, reliability, and routing.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CFCE9-391C-40D5-BCED-7D93467D696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Phased-Array Hardware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450986" y="1666875"/>
            <a:ext cx="4289404" cy="4048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C99C57-E5E7-4E9F-8A6C-9A7660133D39}"/>
              </a:ext>
            </a:extLst>
          </p:cNvPr>
          <p:cNvSpPr>
            <a:spLocks noGrp="1"/>
          </p:cNvSpPr>
          <p:nvPr/>
        </p:nvSpPr>
        <p:spPr>
          <a:xfrm>
            <a:off x="6810375" y="1743075"/>
            <a:ext cx="438150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Many elements form one aperture.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Electronics control how their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signals combine.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aperture can remain fixed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while the beam moves.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We will return to the steering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mechanism in Part 3.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982B9E-FEF6-4DE9-B639-7CAB1986D1F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Reading an Antenna Pattern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1000125" y="1714500"/>
          <a:ext cx="70485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ADC12E-0631-428A-921A-DDEBFB3B6708}"/>
              </a:ext>
            </a:extLst>
          </p:cNvPr>
          <p:cNvSpPr>
            <a:spLocks noGrp="1"/>
          </p:cNvSpPr>
          <p:nvPr/>
        </p:nvSpPr>
        <p:spPr>
          <a:xfrm>
            <a:off x="8334375" y="1905000"/>
            <a:ext cx="3143250" cy="3286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Boresight</a:t>
            </a:r>
          </a:p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Peak direction</a:t>
            </a:r>
          </a:p>
          <a:p>
            <a:endParaRPr sz="2175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Main Lobe</a:t>
            </a:r>
          </a:p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Near the peak</a:t>
            </a:r>
          </a:p>
          <a:p>
            <a:endParaRPr sz="2175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Sidelobes and Nulls</a:t>
            </a:r>
          </a:p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Other directions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CD7A6C-E5ED-4F17-95B7-124B3283809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Receive Antenna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35525-06B3-4DD0-B460-280311B51438}"/>
              </a:ext>
            </a:extLst>
          </p:cNvPr>
          <p:cNvSpPr>
            <a:spLocks noGrp="1"/>
          </p:cNvSpPr>
          <p:nvPr/>
        </p:nvSpPr>
        <p:spPr>
          <a:xfrm>
            <a:off x="1000125" y="1809750"/>
            <a:ext cx="10191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Pᵣ = S Aₑ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20EAAF-DFF5-470A-9A10-DA71D3CB82FD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10191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S: Incident Power Flux Density (W/m²)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8890C-0ACF-4E96-936E-6E2C21DA5741}"/>
              </a:ext>
            </a:extLst>
          </p:cNvPr>
          <p:cNvSpPr>
            <a:spLocks noGrp="1"/>
          </p:cNvSpPr>
          <p:nvPr/>
        </p:nvSpPr>
        <p:spPr>
          <a:xfrm>
            <a:off x="1000125" y="3505200"/>
            <a:ext cx="10191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Aₑ: Effective Collecting Area (m²)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B24233-E65D-4081-AEC5-30B31EF75C5F}"/>
              </a:ext>
            </a:extLst>
          </p:cNvPr>
          <p:cNvSpPr>
            <a:spLocks noGrp="1"/>
          </p:cNvSpPr>
          <p:nvPr/>
        </p:nvSpPr>
        <p:spPr>
          <a:xfrm>
            <a:off x="1000125" y="4267200"/>
            <a:ext cx="10191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Pᵣ: Available Received Power (W)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BB935-3561-4388-85CA-5006019A85F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Physical Area and Effective Area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00B7F1-F975-4B59-A086-45FA3100CC56}"/>
              </a:ext>
            </a:extLst>
          </p:cNvPr>
          <p:cNvSpPr>
            <a:spLocks noGrp="1"/>
          </p:cNvSpPr>
          <p:nvPr/>
        </p:nvSpPr>
        <p:spPr>
          <a:xfrm>
            <a:off x="1000125" y="1666875"/>
            <a:ext cx="10191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a Circular Aperture: A = πD² /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7F8A56-F4AF-437C-A462-CE57E3BDA2A7}"/>
              </a:ext>
            </a:extLst>
          </p:cNvPr>
          <p:cNvSpPr>
            <a:spLocks noGrp="1"/>
          </p:cNvSpPr>
          <p:nvPr/>
        </p:nvSpPr>
        <p:spPr>
          <a:xfrm>
            <a:off x="1000125" y="2667000"/>
            <a:ext cx="10191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Aₑ = ηₐₚ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892495-EB4C-4DB7-BF0C-F5CDEE384B76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10191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Use ηₐₚ = 0.55 for our examples.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78D871-3391-4937-8438-9EC39FC0A630}"/>
              </a:ext>
            </a:extLst>
          </p:cNvPr>
          <p:cNvSpPr>
            <a:spLocks noGrp="1"/>
          </p:cNvSpPr>
          <p:nvPr/>
        </p:nvSpPr>
        <p:spPr>
          <a:xfrm>
            <a:off x="1000125" y="4667250"/>
            <a:ext cx="10191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Illumination, spillover, blockage, and surface accuracy</a:t>
            </a:r>
          </a:p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affect how well the physical aperture contributes.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66925-AE99-4D54-BF7E-230C89746682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ηₐₚ is aperture efficiency. Its meaning differs from radiation efficiency alone [5].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CE701-AE94-48A2-B6D7-AC73BA70826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Frequency and Antenna Size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8A614F-9D81-44E1-9BEE-E1A71F8A0D12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1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λ ≈ 0.300 / f     f in GHz, λ in m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1000125" y="2714625"/>
          <a:ext cx="10191750" cy="2000250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Frequency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Wavelength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 1 m Aperture Spans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2.1 GHz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0.143 m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7 Wavelengths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8.4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0.0357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28 Wavelengths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481264E-8F99-4814-9E23-26C920BEB21B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1014412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antenna’s size in wavelengths determines much of its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0BEEFB-9A6A-41FC-888E-C17D35B2AE7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Gain from Diameter and Frequency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58D51-1FFA-440A-B6EE-D9B1D0622DC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100" name="Effective Area Explanation 1">
            <a:extLst>
              <a:ext uri="{FF2B5EF4-FFF2-40B4-BE49-F238E27FC236}">
                <a16:creationId xmlns:a16="http://schemas.microsoft.com/office/drawing/2014/main" id="{14831640-61C4-4590-BD42-3BD5579F59A0}"/>
              </a:ext>
            </a:extLst>
          </p:cNvPr>
          <p:cNvSpPr>
            <a:spLocks noGrp="1"/>
          </p:cNvSpPr>
          <p:nvPr/>
        </p:nvSpPr>
        <p:spPr>
          <a:xfrm>
            <a:off x="1000125" y="1666875"/>
            <a:ext cx="101917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Gain = Effective Area ÷ Isotropic Effective Area</a:t>
            </a:r>
          </a:p>
        </p:txBody>
      </p:sp>
      <p:sp>
        <p:nvSpPr>
          <p:cNvPr id="101" name="Effective Area Explanation 2">
            <a:extLst>
              <a:ext uri="{FF2B5EF4-FFF2-40B4-BE49-F238E27FC236}">
                <a16:creationId xmlns:a16="http://schemas.microsoft.com/office/drawing/2014/main" id="{AC374190-5F24-4A99-A966-4AE6A3060076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30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[G] = 17.81 + 20 log₁₀(D) + 20 log₁₀(f)</a:t>
            </a:r>
          </a:p>
        </p:txBody>
      </p:sp>
      <p:sp>
        <p:nvSpPr>
          <p:cNvPr id="102" name="Effective Area Explanation 3">
            <a:extLst>
              <a:ext uri="{FF2B5EF4-FFF2-40B4-BE49-F238E27FC236}">
                <a16:creationId xmlns:a16="http://schemas.microsoft.com/office/drawing/2014/main" id="{0E5F0511-515D-4DF3-8407-94A02EC5CBD4}"/>
              </a:ext>
            </a:extLst>
          </p:cNvPr>
          <p:cNvSpPr>
            <a:spLocks noGrp="1"/>
          </p:cNvSpPr>
          <p:nvPr/>
        </p:nvSpPr>
        <p:spPr>
          <a:xfrm>
            <a:off x="1000125" y="319087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 in meters. f in GHz. [G] in dBi.</a:t>
            </a:r>
          </a:p>
        </p:txBody>
      </p:sp>
      <p:sp>
        <p:nvSpPr>
          <p:cNvPr id="103" name="Effective Area Explanation 4">
            <a:extLst>
              <a:ext uri="{FF2B5EF4-FFF2-40B4-BE49-F238E27FC236}">
                <a16:creationId xmlns:a16="http://schemas.microsoft.com/office/drawing/2014/main" id="{55C45E1A-A95A-4976-A33A-6759ACB9BD98}"/>
              </a:ext>
            </a:extLst>
          </p:cNvPr>
          <p:cNvSpPr>
            <a:spLocks noGrp="1"/>
          </p:cNvSpPr>
          <p:nvPr/>
        </p:nvSpPr>
        <p:spPr>
          <a:xfrm>
            <a:off x="1000125" y="404812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17.81 includes efficiency 0.55 and all constants.</a:t>
            </a:r>
          </a:p>
        </p:txBody>
      </p:sp>
      <p:sp>
        <p:nvSpPr>
          <p:cNvPr id="104" name="Effective Area Explanation 5">
            <a:extLst>
              <a:ext uri="{FF2B5EF4-FFF2-40B4-BE49-F238E27FC236}">
                <a16:creationId xmlns:a16="http://schemas.microsoft.com/office/drawing/2014/main" id="{DC3FA1FE-53D5-4E7C-9983-4C7EDE401B82}"/>
              </a:ext>
            </a:extLst>
          </p:cNvPr>
          <p:cNvSpPr>
            <a:spLocks noGrp="1"/>
          </p:cNvSpPr>
          <p:nvPr/>
        </p:nvSpPr>
        <p:spPr>
          <a:xfrm>
            <a:off x="1000125" y="5048250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Double Diameter or Frequency: Gain Increases 6.02 dB</a:t>
            </a:r>
          </a:p>
        </p:txBody>
      </p:sp>
      <p:sp>
        <p:nvSpPr>
          <p:cNvPr id="105" name="Effective Area Explanation 6">
            <a:extLst>
              <a:ext uri="{FF2B5EF4-FFF2-40B4-BE49-F238E27FC236}">
                <a16:creationId xmlns:a16="http://schemas.microsoft.com/office/drawing/2014/main" id="{4185F098-1C40-4D50-8A48-8D5B0FE36786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Circular aperture; efficiency assumed to be 0.55. All logs are base 10 [4].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 1 m Antenna at 8.4 GHz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1966BA-C3D9-4CC0-9BC8-79C48DCE9AE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100" name="Gain Exercise 1">
            <a:extLst>
              <a:ext uri="{FF2B5EF4-FFF2-40B4-BE49-F238E27FC236}">
                <a16:creationId xmlns:a16="http://schemas.microsoft.com/office/drawing/2014/main" id="{45DBE83C-0D3E-4FFE-8703-A6B8521F3C63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10191750" cy="7143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Given: D = 1.00 m     f = 8.4 GHz</a:t>
            </a:r>
          </a:p>
        </p:txBody>
      </p:sp>
      <p:sp>
        <p:nvSpPr>
          <p:cNvPr id="101" name="Gain Exercise 2">
            <a:extLst>
              <a:ext uri="{FF2B5EF4-FFF2-40B4-BE49-F238E27FC236}">
                <a16:creationId xmlns:a16="http://schemas.microsoft.com/office/drawing/2014/main" id="{BBA516B8-3CA2-453F-A916-989A6BFBE35B}"/>
              </a:ext>
            </a:extLst>
          </p:cNvPr>
          <p:cNvSpPr>
            <a:spLocks noGrp="1"/>
          </p:cNvSpPr>
          <p:nvPr/>
        </p:nvSpPr>
        <p:spPr>
          <a:xfrm>
            <a:off x="1000125" y="2667000"/>
            <a:ext cx="10191750" cy="7143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7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[G] = 17.81 + 20 log₁₀(D) + 20 log₁₀(f)</a:t>
            </a:r>
          </a:p>
        </p:txBody>
      </p:sp>
      <p:sp>
        <p:nvSpPr>
          <p:cNvPr id="102" name="Gain Exercise 3">
            <a:extLst>
              <a:ext uri="{FF2B5EF4-FFF2-40B4-BE49-F238E27FC236}">
                <a16:creationId xmlns:a16="http://schemas.microsoft.com/office/drawing/2014/main" id="{021DA3DC-AF18-4938-BE11-508B23430DBF}"/>
              </a:ext>
            </a:extLst>
          </p:cNvPr>
          <p:cNvSpPr>
            <a:spLocks noGrp="1"/>
          </p:cNvSpPr>
          <p:nvPr/>
        </p:nvSpPr>
        <p:spPr>
          <a:xfrm>
            <a:off x="1000125" y="3619500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Calculate [G] in dBi. Then Predict:</a:t>
            </a:r>
          </a:p>
        </p:txBody>
      </p:sp>
      <p:sp>
        <p:nvSpPr>
          <p:cNvPr id="103" name="Gain Exercise 4">
            <a:extLst>
              <a:ext uri="{FF2B5EF4-FFF2-40B4-BE49-F238E27FC236}">
                <a16:creationId xmlns:a16="http://schemas.microsoft.com/office/drawing/2014/main" id="{14282AA1-810F-41D3-B3F6-9A3574399B00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D, with frequency fixed: How much does gain change?</a:t>
            </a:r>
          </a:p>
        </p:txBody>
      </p:sp>
      <p:sp>
        <p:nvSpPr>
          <p:cNvPr id="104" name="Gain Exercise 5">
            <a:extLst>
              <a:ext uri="{FF2B5EF4-FFF2-40B4-BE49-F238E27FC236}">
                <a16:creationId xmlns:a16="http://schemas.microsoft.com/office/drawing/2014/main" id="{ECFDDC3D-1849-4A48-A233-F6859435AB1B}"/>
              </a:ext>
            </a:extLst>
          </p:cNvPr>
          <p:cNvSpPr>
            <a:spLocks noGrp="1"/>
          </p:cNvSpPr>
          <p:nvPr/>
        </p:nvSpPr>
        <p:spPr>
          <a:xfrm>
            <a:off x="1000125" y="500062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frequency, with D fixed: How much does gain change?</a:t>
            </a:r>
          </a:p>
        </p:txBody>
      </p:sp>
      <p:sp>
        <p:nvSpPr>
          <p:cNvPr id="105" name="Gain Exercise 6">
            <a:extLst>
              <a:ext uri="{FF2B5EF4-FFF2-40B4-BE49-F238E27FC236}">
                <a16:creationId xmlns:a16="http://schemas.microsoft.com/office/drawing/2014/main" id="{6E9EA53A-3BD1-422A-B81F-B75A31E72047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This gain formula assumes aperture efficiency ηₐₚ = 0.55.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1 m Antenna: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3675B-D7B5-425E-857D-2B197F6993A6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100" name="Gain Exercise 1">
            <a:extLst>
              <a:ext uri="{FF2B5EF4-FFF2-40B4-BE49-F238E27FC236}">
                <a16:creationId xmlns:a16="http://schemas.microsoft.com/office/drawing/2014/main" id="{4B0DACB7-832D-4C95-A3A3-5DFDDFF5588A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[G] = 17.81 + 20 log₁₀(1.00) + 20 log₁₀(8.4)</a:t>
            </a:r>
          </a:p>
        </p:txBody>
      </p:sp>
      <p:sp>
        <p:nvSpPr>
          <p:cNvPr id="101" name="Gain Exercise 2">
            <a:extLst>
              <a:ext uri="{FF2B5EF4-FFF2-40B4-BE49-F238E27FC236}">
                <a16:creationId xmlns:a16="http://schemas.microsoft.com/office/drawing/2014/main" id="{7337921D-B4F8-43F8-91D2-9CA21E8D01FA}"/>
              </a:ext>
            </a:extLst>
          </p:cNvPr>
          <p:cNvSpPr>
            <a:spLocks noGrp="1"/>
          </p:cNvSpPr>
          <p:nvPr/>
        </p:nvSpPr>
        <p:spPr>
          <a:xfrm>
            <a:off x="1000125" y="242887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7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[G] = 17.81 + 0.00 + 18.49 = 36.30 dBi</a:t>
            </a:r>
          </a:p>
        </p:txBody>
      </p:sp>
      <p:sp>
        <p:nvSpPr>
          <p:cNvPr id="102" name="Gain Exercise 3">
            <a:extLst>
              <a:ext uri="{FF2B5EF4-FFF2-40B4-BE49-F238E27FC236}">
                <a16:creationId xmlns:a16="http://schemas.microsoft.com/office/drawing/2014/main" id="{1C5EB4C6-02C8-4FF4-9A78-BD647D4BC137}"/>
              </a:ext>
            </a:extLst>
          </p:cNvPr>
          <p:cNvSpPr>
            <a:spLocks noGrp="1"/>
          </p:cNvSpPr>
          <p:nvPr/>
        </p:nvSpPr>
        <p:spPr>
          <a:xfrm>
            <a:off x="1000125" y="347662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D, Fixed Frequency: Δ[G] = 20 log₁₀(2) = +6.02 dB</a:t>
            </a:r>
          </a:p>
        </p:txBody>
      </p:sp>
      <p:sp>
        <p:nvSpPr>
          <p:cNvPr id="103" name="Gain Exercise 4">
            <a:extLst>
              <a:ext uri="{FF2B5EF4-FFF2-40B4-BE49-F238E27FC236}">
                <a16:creationId xmlns:a16="http://schemas.microsoft.com/office/drawing/2014/main" id="{54696B90-CD8A-4A9E-ACED-2363D938DA4C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Frequency, Fixed D: Δ[G] = 20 log₁₀(2) = +6.02 dB</a:t>
            </a:r>
          </a:p>
        </p:txBody>
      </p:sp>
      <p:sp>
        <p:nvSpPr>
          <p:cNvPr id="104" name="Gain Exercise 5">
            <a:extLst>
              <a:ext uri="{FF2B5EF4-FFF2-40B4-BE49-F238E27FC236}">
                <a16:creationId xmlns:a16="http://schemas.microsoft.com/office/drawing/2014/main" id="{F7CD4F32-7FF3-457B-A300-375AEF386D59}"/>
              </a:ext>
            </a:extLst>
          </p:cNvPr>
          <p:cNvSpPr>
            <a:spLocks noGrp="1"/>
          </p:cNvSpPr>
          <p:nvPr/>
        </p:nvSpPr>
        <p:spPr>
          <a:xfrm>
            <a:off x="1000125" y="5095875"/>
            <a:ext cx="10191750" cy="619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Double Both D and Frequency: Gain Increases 12.04 dB</a:t>
            </a:r>
          </a:p>
        </p:txBody>
      </p:sp>
      <p:sp>
        <p:nvSpPr>
          <p:cNvPr id="105" name="Gain Exercise 6">
            <a:extLst>
              <a:ext uri="{FF2B5EF4-FFF2-40B4-BE49-F238E27FC236}">
                <a16:creationId xmlns:a16="http://schemas.microsoft.com/office/drawing/2014/main" id="{D7F2CDCC-2395-4CF0-8277-AD24F8FC1C1F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 in meters; f in GHz. Efficiency is assumed to be 0.55.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Beamwidth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934017" y="1809750"/>
            <a:ext cx="3561465" cy="333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D331E3-9666-4ADB-B6F1-4A5BB089F2FB}"/>
              </a:ext>
            </a:extLst>
          </p:cNvPr>
          <p:cNvSpPr>
            <a:spLocks noGrp="1"/>
          </p:cNvSpPr>
          <p:nvPr/>
        </p:nvSpPr>
        <p:spPr>
          <a:xfrm>
            <a:off x="7143750" y="1714500"/>
            <a:ext cx="4143375" cy="3571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HPBW = Full angle between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two half-power points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Reflector Rule: f in GHz, D in m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HPBW ≈ 21 / (f D) degrees</a:t>
            </a:r>
          </a:p>
          <a:p>
            <a:endParaRPr sz="2175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Approximate; depends on illumination.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 m at 8.4 GHz: about 2.5°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Half-angle: about 1.25°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E1C1D-DB6A-4897-AD97-74170FCEAD6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Is Pointing Loss?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8679B8-F96E-4560-B4EA-62E11FA1AF04}"/>
              </a:ext>
            </a:extLst>
          </p:cNvPr>
          <p:cNvSpPr>
            <a:spLocks noGrp="1"/>
          </p:cNvSpPr>
          <p:nvPr/>
        </p:nvSpPr>
        <p:spPr>
          <a:xfrm>
            <a:off x="1562100" y="4229100"/>
            <a:ext cx="114300" cy="114300"/>
          </a:xfrm>
          <a:prstGeom prst="ellipse">
            <a:avLst/>
          </a:prstGeom>
          <a:solidFill>
            <a:srgbClr val="252525"/>
          </a:solidFill>
          <a:ln w="9525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A114516-6DD5-455E-94C8-3F08B589FFDB}"/>
              </a:ext>
            </a:extLst>
          </p:cNvPr>
          <p:cNvSpPr>
            <a:spLocks noGrp="1"/>
          </p:cNvSpPr>
          <p:nvPr/>
        </p:nvSpPr>
        <p:spPr>
          <a:xfrm>
            <a:off x="1619250" y="4286250"/>
            <a:ext cx="538162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89ED77A-055B-48BD-AF40-E66D1012448F}"/>
              </a:ext>
            </a:extLst>
          </p:cNvPr>
          <p:cNvSpPr>
            <a:spLocks noGrp="1"/>
          </p:cNvSpPr>
          <p:nvPr/>
        </p:nvSpPr>
        <p:spPr>
          <a:xfrm rot="9081127">
            <a:off x="6893571" y="4313649"/>
            <a:ext cx="114300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72332CD-451E-45C6-96F0-41764A2B4BB5}"/>
              </a:ext>
            </a:extLst>
          </p:cNvPr>
          <p:cNvSpPr>
            <a:spLocks noGrp="1"/>
          </p:cNvSpPr>
          <p:nvPr/>
        </p:nvSpPr>
        <p:spPr>
          <a:xfrm rot="-9081127">
            <a:off x="6893571" y="4258851"/>
            <a:ext cx="114300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9889829-9EAE-4469-9396-D54F307315DF}"/>
              </a:ext>
            </a:extLst>
          </p:cNvPr>
          <p:cNvSpPr>
            <a:spLocks noGrp="1"/>
          </p:cNvSpPr>
          <p:nvPr/>
        </p:nvSpPr>
        <p:spPr>
          <a:xfrm rot="-1201565">
            <a:off x="1455279" y="3357563"/>
            <a:ext cx="5423816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491A00E-18CF-4188-9FAB-17A652AEAEAC}"/>
              </a:ext>
            </a:extLst>
          </p:cNvPr>
          <p:cNvSpPr>
            <a:spLocks noGrp="1"/>
          </p:cNvSpPr>
          <p:nvPr/>
        </p:nvSpPr>
        <p:spPr>
          <a:xfrm rot="7879561">
            <a:off x="6620236" y="2471793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5488EF3-2187-429E-8642-4C3E7A39445D}"/>
              </a:ext>
            </a:extLst>
          </p:cNvPr>
          <p:cNvSpPr>
            <a:spLocks noGrp="1"/>
          </p:cNvSpPr>
          <p:nvPr/>
        </p:nvSpPr>
        <p:spPr>
          <a:xfrm rot="-10282692">
            <a:off x="6601471" y="2420308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9A80E6-B66F-4AFC-A1FF-225BAE6E8021}"/>
              </a:ext>
            </a:extLst>
          </p:cNvPr>
          <p:cNvSpPr>
            <a:spLocks noGrp="1"/>
          </p:cNvSpPr>
          <p:nvPr/>
        </p:nvSpPr>
        <p:spPr>
          <a:xfrm>
            <a:off x="1000125" y="44100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Antenna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7AB557-CE3E-4971-BCE4-7464248E0722}"/>
              </a:ext>
            </a:extLst>
          </p:cNvPr>
          <p:cNvSpPr>
            <a:spLocks noGrp="1"/>
          </p:cNvSpPr>
          <p:nvPr/>
        </p:nvSpPr>
        <p:spPr>
          <a:xfrm>
            <a:off x="3048000" y="439102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Direction to the Other Terminal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8A80F0-CF6B-4C79-992B-0C56D2152A4C}"/>
              </a:ext>
            </a:extLst>
          </p:cNvPr>
          <p:cNvSpPr>
            <a:spLocks noGrp="1"/>
          </p:cNvSpPr>
          <p:nvPr/>
        </p:nvSpPr>
        <p:spPr>
          <a:xfrm>
            <a:off x="2762250" y="2124075"/>
            <a:ext cx="4714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Boresight: Peak-Gain Direction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7AD56A-9E7D-4806-BCBF-5C236FB99909}"/>
              </a:ext>
            </a:extLst>
          </p:cNvPr>
          <p:cNvSpPr>
            <a:spLocks noGrp="1"/>
          </p:cNvSpPr>
          <p:nvPr/>
        </p:nvSpPr>
        <p:spPr>
          <a:xfrm>
            <a:off x="3143250" y="36576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925" b="1">
                <a:solidFill>
                  <a:srgbClr val="147D85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47D85"/>
                </a:solidFill>
                <a:latin typeface="Calibri"/>
                <a:ea typeface="Calibri"/>
                <a:cs typeface="Calibri"/>
              </a:rPr>
              <a:t>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E369D7-B355-446B-B4C2-BA5E7DDB9EBA}"/>
              </a:ext>
            </a:extLst>
          </p:cNvPr>
          <p:cNvSpPr>
            <a:spLocks noGrp="1"/>
          </p:cNvSpPr>
          <p:nvPr/>
        </p:nvSpPr>
        <p:spPr>
          <a:xfrm>
            <a:off x="8143875" y="1971675"/>
            <a:ext cx="3000375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θ is the angle between</a:t>
            </a: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boresight and the link.</a:t>
            </a:r>
          </a:p>
          <a:p>
            <a:endParaRPr sz="22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actual direction</a:t>
            </a: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has lower gain.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F5CB71-B35F-4C97-9991-1CCD1DDC2955}"/>
              </a:ext>
            </a:extLst>
          </p:cNvPr>
          <p:cNvSpPr>
            <a:spLocks noGrp="1"/>
          </p:cNvSpPr>
          <p:nvPr/>
        </p:nvSpPr>
        <p:spPr>
          <a:xfrm>
            <a:off x="1000125" y="52768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[Lₚₒᵢₙₜ] = [Gₚₑₐₖ] − [G(θ)]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514668-F8D2-4BF8-9D9E-E2C180DEBD44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Loss is positive in dB. Evaluate pointing at both ends. The actual pattern may depend on two angles.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1C3FF8-6E61-4F06-8C4F-A70C207E7EE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Pointing Away from the Peak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1000125" y="1714500"/>
          <a:ext cx="70485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0BC1F5B-9A77-4AB5-BAC5-57E7CCEA26CC}"/>
              </a:ext>
            </a:extLst>
          </p:cNvPr>
          <p:cNvSpPr>
            <a:spLocks noGrp="1"/>
          </p:cNvSpPr>
          <p:nvPr/>
        </p:nvSpPr>
        <p:spPr>
          <a:xfrm>
            <a:off x="8334375" y="2000250"/>
            <a:ext cx="3000375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Offset / Full HPBW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¼: about 0.75 dB loss</a:t>
            </a:r>
          </a:p>
          <a:p>
            <a:r>
              <a:t>½: about 3 dB loss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endParaRPr/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At 0.5° error: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2° beam: 0.75 dB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1° beam: 3 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E0EEE-8039-43BE-9CB2-62ADDF959AED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Gaussian main-lobe illustration: relative power = −12(offset / HPBW)² dB. Actual patterns differ.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76025-D532-41F8-A346-EC06460990A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How an Antenna Tracks a Spacecraft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1000125" y="1809750"/>
          <a:ext cx="10191750" cy="2905124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2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Drives It?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Practical Issue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Program Track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Predicted position vs. time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Orbit and alignment accuracy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Step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Small moves to seek peak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Needs usable signal and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Autotrack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Measured angular error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Special feed/receiver hardware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E1026C5-F81B-4B69-8BF9-47D4163B58DD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1019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Prediction can acquire the target before signal-based tracking takes over.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59DA7E-36D9-416C-8D27-8C9391374BD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Is Polarization?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7B898-F3C8-4CA1-896A-6B6618252EC6}"/>
              </a:ext>
            </a:extLst>
          </p:cNvPr>
          <p:cNvSpPr>
            <a:spLocks noGrp="1"/>
          </p:cNvSpPr>
          <p:nvPr/>
        </p:nvSpPr>
        <p:spPr>
          <a:xfrm>
            <a:off x="1000125" y="1609725"/>
            <a:ext cx="10477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electric field pushes charges. Its arrow shows direction and strength.</a:t>
            </a:r>
          </a:p>
          <a:p>
            <a:pPr>
              <a:buNone/>
              <a:defRPr sz="21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Polarization describes the arrow’s motion at one fixed point.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D033366-B7AA-49C3-ADB2-68653A9027C3}"/>
              </a:ext>
            </a:extLst>
          </p:cNvPr>
          <p:cNvSpPr>
            <a:spLocks noGrp="1"/>
          </p:cNvSpPr>
          <p:nvPr/>
        </p:nvSpPr>
        <p:spPr>
          <a:xfrm>
            <a:off x="1571625" y="3590925"/>
            <a:ext cx="2286000" cy="0"/>
          </a:xfrm>
          <a:prstGeom prst="line">
            <a:avLst/>
          </a:prstGeom>
          <a:noFill/>
          <a:ln w="1905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6A532D8-981A-4087-A332-61D3928EB4EA}"/>
              </a:ext>
            </a:extLst>
          </p:cNvPr>
          <p:cNvSpPr>
            <a:spLocks noGrp="1"/>
          </p:cNvSpPr>
          <p:nvPr/>
        </p:nvSpPr>
        <p:spPr>
          <a:xfrm rot="5400000">
            <a:off x="1666875" y="3590925"/>
            <a:ext cx="2095500" cy="0"/>
          </a:xfrm>
          <a:prstGeom prst="line">
            <a:avLst/>
          </a:prstGeom>
          <a:noFill/>
          <a:ln w="1905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7A17A2-47C2-4EC9-ABCD-DFF0A2E7FDA7}"/>
              </a:ext>
            </a:extLst>
          </p:cNvPr>
          <p:cNvSpPr>
            <a:spLocks noGrp="1"/>
          </p:cNvSpPr>
          <p:nvPr/>
        </p:nvSpPr>
        <p:spPr>
          <a:xfrm>
            <a:off x="2676525" y="3552825"/>
            <a:ext cx="76200" cy="76200"/>
          </a:xfrm>
          <a:prstGeom prst="ellipse">
            <a:avLst/>
          </a:prstGeom>
          <a:solidFill>
            <a:srgbClr val="252525"/>
          </a:solidFill>
          <a:ln w="9525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54D49BB-4B07-4759-AE74-06A4A0EE3130}"/>
              </a:ext>
            </a:extLst>
          </p:cNvPr>
          <p:cNvSpPr>
            <a:spLocks noGrp="1"/>
          </p:cNvSpPr>
          <p:nvPr/>
        </p:nvSpPr>
        <p:spPr>
          <a:xfrm>
            <a:off x="4953000" y="3590925"/>
            <a:ext cx="2286000" cy="0"/>
          </a:xfrm>
          <a:prstGeom prst="line">
            <a:avLst/>
          </a:prstGeom>
          <a:noFill/>
          <a:ln w="1905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5009399-B687-423A-BEE4-B291A5302A77}"/>
              </a:ext>
            </a:extLst>
          </p:cNvPr>
          <p:cNvSpPr>
            <a:spLocks noGrp="1"/>
          </p:cNvSpPr>
          <p:nvPr/>
        </p:nvSpPr>
        <p:spPr>
          <a:xfrm rot="5400000">
            <a:off x="5048250" y="3590925"/>
            <a:ext cx="2095500" cy="0"/>
          </a:xfrm>
          <a:prstGeom prst="line">
            <a:avLst/>
          </a:prstGeom>
          <a:noFill/>
          <a:ln w="1905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08FF7F-2789-4EED-9398-5B1617044A9C}"/>
              </a:ext>
            </a:extLst>
          </p:cNvPr>
          <p:cNvSpPr>
            <a:spLocks noGrp="1"/>
          </p:cNvSpPr>
          <p:nvPr/>
        </p:nvSpPr>
        <p:spPr>
          <a:xfrm>
            <a:off x="6057900" y="3552825"/>
            <a:ext cx="76200" cy="76200"/>
          </a:xfrm>
          <a:prstGeom prst="ellipse">
            <a:avLst/>
          </a:prstGeom>
          <a:solidFill>
            <a:srgbClr val="252525"/>
          </a:solidFill>
          <a:ln w="9525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2B13243-EE0E-4C01-852A-020532486DCA}"/>
              </a:ext>
            </a:extLst>
          </p:cNvPr>
          <p:cNvSpPr>
            <a:spLocks noGrp="1"/>
          </p:cNvSpPr>
          <p:nvPr/>
        </p:nvSpPr>
        <p:spPr>
          <a:xfrm>
            <a:off x="8382000" y="3590925"/>
            <a:ext cx="2286000" cy="0"/>
          </a:xfrm>
          <a:prstGeom prst="line">
            <a:avLst/>
          </a:prstGeom>
          <a:noFill/>
          <a:ln w="1905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7C5537E-6DA1-4715-987C-5B1918132AA7}"/>
              </a:ext>
            </a:extLst>
          </p:cNvPr>
          <p:cNvSpPr>
            <a:spLocks noGrp="1"/>
          </p:cNvSpPr>
          <p:nvPr/>
        </p:nvSpPr>
        <p:spPr>
          <a:xfrm rot="5400000">
            <a:off x="8477250" y="3590925"/>
            <a:ext cx="2095500" cy="0"/>
          </a:xfrm>
          <a:prstGeom prst="line">
            <a:avLst/>
          </a:prstGeom>
          <a:noFill/>
          <a:ln w="1905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F927D4-9B6C-453B-9A70-A25DC4CE31CA}"/>
              </a:ext>
            </a:extLst>
          </p:cNvPr>
          <p:cNvSpPr>
            <a:spLocks noGrp="1"/>
          </p:cNvSpPr>
          <p:nvPr/>
        </p:nvSpPr>
        <p:spPr>
          <a:xfrm>
            <a:off x="9486900" y="3552825"/>
            <a:ext cx="76200" cy="76200"/>
          </a:xfrm>
          <a:prstGeom prst="ellipse">
            <a:avLst/>
          </a:prstGeom>
          <a:solidFill>
            <a:srgbClr val="252525"/>
          </a:solidFill>
          <a:ln w="9525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C885DAB-BA35-488A-82D3-F48259FD0242}"/>
              </a:ext>
            </a:extLst>
          </p:cNvPr>
          <p:cNvSpPr>
            <a:spLocks noGrp="1"/>
          </p:cNvSpPr>
          <p:nvPr/>
        </p:nvSpPr>
        <p:spPr>
          <a:xfrm rot="5400000">
            <a:off x="1762125" y="3590925"/>
            <a:ext cx="1905000" cy="0"/>
          </a:xfrm>
          <a:prstGeom prst="line">
            <a:avLst/>
          </a:prstGeom>
          <a:noFill/>
          <a:ln w="38100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DB4B23C-7834-4516-A54E-0978FAF72F43}"/>
              </a:ext>
            </a:extLst>
          </p:cNvPr>
          <p:cNvSpPr>
            <a:spLocks noGrp="1"/>
          </p:cNvSpPr>
          <p:nvPr/>
        </p:nvSpPr>
        <p:spPr>
          <a:xfrm rot="-5400000">
            <a:off x="2238375" y="3114675"/>
            <a:ext cx="9525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AEAD303-878A-4028-B4A4-FC96A927FB4C}"/>
              </a:ext>
            </a:extLst>
          </p:cNvPr>
          <p:cNvSpPr>
            <a:spLocks noGrp="1"/>
          </p:cNvSpPr>
          <p:nvPr/>
        </p:nvSpPr>
        <p:spPr>
          <a:xfrm rot="3681127">
            <a:off x="2684874" y="2688579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AA91C93-BB5F-4356-A637-1C632A356CCA}"/>
              </a:ext>
            </a:extLst>
          </p:cNvPr>
          <p:cNvSpPr>
            <a:spLocks noGrp="1"/>
          </p:cNvSpPr>
          <p:nvPr/>
        </p:nvSpPr>
        <p:spPr>
          <a:xfrm rot="7118873">
            <a:off x="2630076" y="2688579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1D946A6-104E-4AC9-B414-85B5E36B77CF}"/>
              </a:ext>
            </a:extLst>
          </p:cNvPr>
          <p:cNvSpPr>
            <a:spLocks noGrp="1"/>
          </p:cNvSpPr>
          <p:nvPr/>
        </p:nvSpPr>
        <p:spPr>
          <a:xfrm rot="5400000">
            <a:off x="2333625" y="3971925"/>
            <a:ext cx="7620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A86C5D9-38B9-454E-8C68-3CBDD9421D9D}"/>
              </a:ext>
            </a:extLst>
          </p:cNvPr>
          <p:cNvSpPr>
            <a:spLocks noGrp="1"/>
          </p:cNvSpPr>
          <p:nvPr/>
        </p:nvSpPr>
        <p:spPr>
          <a:xfrm rot="-7118873">
            <a:off x="2630076" y="4302771"/>
            <a:ext cx="1143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ECAB8D0-3CED-4426-BA75-D0A3978BF4E0}"/>
              </a:ext>
            </a:extLst>
          </p:cNvPr>
          <p:cNvSpPr>
            <a:spLocks noGrp="1"/>
          </p:cNvSpPr>
          <p:nvPr/>
        </p:nvSpPr>
        <p:spPr>
          <a:xfrm rot="-3681127">
            <a:off x="2684874" y="4302771"/>
            <a:ext cx="1143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71E311-99B9-42B6-B63D-BDD996160394}"/>
              </a:ext>
            </a:extLst>
          </p:cNvPr>
          <p:cNvSpPr>
            <a:spLocks noGrp="1"/>
          </p:cNvSpPr>
          <p:nvPr/>
        </p:nvSpPr>
        <p:spPr>
          <a:xfrm>
            <a:off x="5143500" y="2638425"/>
            <a:ext cx="1905000" cy="1905000"/>
          </a:xfrm>
          <a:prstGeom prst="ellipse">
            <a:avLst/>
          </a:prstGeom>
          <a:noFill/>
          <a:ln w="28575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7FD19A98-0566-4B03-8D83-85482052C6C2}"/>
              </a:ext>
            </a:extLst>
          </p:cNvPr>
          <p:cNvSpPr>
            <a:spLocks noGrp="1"/>
          </p:cNvSpPr>
          <p:nvPr/>
        </p:nvSpPr>
        <p:spPr>
          <a:xfrm>
            <a:off x="6096000" y="3590925"/>
            <a:ext cx="9525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34A1927-FBDD-4DD7-B079-E315ABC13FC2}"/>
              </a:ext>
            </a:extLst>
          </p:cNvPr>
          <p:cNvSpPr>
            <a:spLocks noGrp="1"/>
          </p:cNvSpPr>
          <p:nvPr/>
        </p:nvSpPr>
        <p:spPr>
          <a:xfrm rot="9081127">
            <a:off x="6941196" y="361832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1FE2BDFB-4866-464B-945D-4B0BC5FA07D4}"/>
              </a:ext>
            </a:extLst>
          </p:cNvPr>
          <p:cNvSpPr>
            <a:spLocks noGrp="1"/>
          </p:cNvSpPr>
          <p:nvPr/>
        </p:nvSpPr>
        <p:spPr>
          <a:xfrm rot="-9081127">
            <a:off x="6941196" y="3563526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FD97612-CB78-4853-9EF2-E4173C459309}"/>
              </a:ext>
            </a:extLst>
          </p:cNvPr>
          <p:cNvSpPr>
            <a:spLocks noGrp="1"/>
          </p:cNvSpPr>
          <p:nvPr/>
        </p:nvSpPr>
        <p:spPr>
          <a:xfrm rot="-5400000">
            <a:off x="5619750" y="3114675"/>
            <a:ext cx="9525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932BE96D-9F14-416B-99DD-2F24B55F39CC}"/>
              </a:ext>
            </a:extLst>
          </p:cNvPr>
          <p:cNvSpPr>
            <a:spLocks noGrp="1"/>
          </p:cNvSpPr>
          <p:nvPr/>
        </p:nvSpPr>
        <p:spPr>
          <a:xfrm rot="3681127">
            <a:off x="6066249" y="2688579"/>
            <a:ext cx="1143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8D876BD0-2FDA-4036-8A8B-49584DE0055A}"/>
              </a:ext>
            </a:extLst>
          </p:cNvPr>
          <p:cNvSpPr>
            <a:spLocks noGrp="1"/>
          </p:cNvSpPr>
          <p:nvPr/>
        </p:nvSpPr>
        <p:spPr>
          <a:xfrm rot="7118873">
            <a:off x="6011451" y="2688579"/>
            <a:ext cx="1143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4CCA6C-DA7E-4467-9A61-1CE5CDDC3248}"/>
              </a:ext>
            </a:extLst>
          </p:cNvPr>
          <p:cNvSpPr>
            <a:spLocks noGrp="1"/>
          </p:cNvSpPr>
          <p:nvPr/>
        </p:nvSpPr>
        <p:spPr>
          <a:xfrm>
            <a:off x="8977313" y="2638425"/>
            <a:ext cx="1095375" cy="1905000"/>
          </a:xfrm>
          <a:prstGeom prst="ellipse">
            <a:avLst/>
          </a:prstGeom>
          <a:noFill/>
          <a:ln w="28575">
            <a:solidFill>
              <a:srgbClr val="B9C5C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3A311D23-E6D9-408B-B0C7-36D27AB50D1B}"/>
              </a:ext>
            </a:extLst>
          </p:cNvPr>
          <p:cNvSpPr>
            <a:spLocks noGrp="1"/>
          </p:cNvSpPr>
          <p:nvPr/>
        </p:nvSpPr>
        <p:spPr>
          <a:xfrm>
            <a:off x="9525000" y="3590925"/>
            <a:ext cx="547688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B9F81621-E466-44D8-9683-17ADB893F011}"/>
              </a:ext>
            </a:extLst>
          </p:cNvPr>
          <p:cNvSpPr>
            <a:spLocks noGrp="1"/>
          </p:cNvSpPr>
          <p:nvPr/>
        </p:nvSpPr>
        <p:spPr>
          <a:xfrm rot="9081127">
            <a:off x="9965384" y="361832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46F0D74F-CDAB-44BA-A630-0DD005A425E3}"/>
              </a:ext>
            </a:extLst>
          </p:cNvPr>
          <p:cNvSpPr>
            <a:spLocks noGrp="1"/>
          </p:cNvSpPr>
          <p:nvPr/>
        </p:nvSpPr>
        <p:spPr>
          <a:xfrm rot="-9081127">
            <a:off x="9965384" y="3563526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8F5900DB-FDE7-484B-91BC-E754AE8CCA80}"/>
              </a:ext>
            </a:extLst>
          </p:cNvPr>
          <p:cNvSpPr>
            <a:spLocks noGrp="1"/>
          </p:cNvSpPr>
          <p:nvPr/>
        </p:nvSpPr>
        <p:spPr>
          <a:xfrm rot="-5400000">
            <a:off x="9048750" y="3114675"/>
            <a:ext cx="9525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145E94A1-D9DD-4B10-BA37-3A54F9214FAF}"/>
              </a:ext>
            </a:extLst>
          </p:cNvPr>
          <p:cNvSpPr>
            <a:spLocks noGrp="1"/>
          </p:cNvSpPr>
          <p:nvPr/>
        </p:nvSpPr>
        <p:spPr>
          <a:xfrm rot="3681127">
            <a:off x="9495249" y="2688579"/>
            <a:ext cx="1143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2EE41CCC-B02A-4A46-B7DB-2B64BC80FD42}"/>
              </a:ext>
            </a:extLst>
          </p:cNvPr>
          <p:cNvSpPr>
            <a:spLocks noGrp="1"/>
          </p:cNvSpPr>
          <p:nvPr/>
        </p:nvSpPr>
        <p:spPr>
          <a:xfrm rot="7118873">
            <a:off x="9440451" y="2688579"/>
            <a:ext cx="114300" cy="0"/>
          </a:xfrm>
          <a:prstGeom prst="line">
            <a:avLst/>
          </a:prstGeom>
          <a:noFill/>
          <a:ln w="1905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DDF34B-AF47-47FD-9D07-CC6B18227708}"/>
              </a:ext>
            </a:extLst>
          </p:cNvPr>
          <p:cNvSpPr>
            <a:spLocks noGrp="1"/>
          </p:cNvSpPr>
          <p:nvPr/>
        </p:nvSpPr>
        <p:spPr>
          <a:xfrm>
            <a:off x="1971675" y="468630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Linear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B5FF03-8B43-4DBE-8D85-3EBF2844FCCC}"/>
              </a:ext>
            </a:extLst>
          </p:cNvPr>
          <p:cNvSpPr>
            <a:spLocks noGrp="1"/>
          </p:cNvSpPr>
          <p:nvPr/>
        </p:nvSpPr>
        <p:spPr>
          <a:xfrm>
            <a:off x="5286375" y="4686300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Circular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3AD595-8CAB-4173-8F1D-4552583D4FC2}"/>
              </a:ext>
            </a:extLst>
          </p:cNvPr>
          <p:cNvSpPr>
            <a:spLocks noGrp="1"/>
          </p:cNvSpPr>
          <p:nvPr/>
        </p:nvSpPr>
        <p:spPr>
          <a:xfrm>
            <a:off x="8715375" y="4686300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Elliptical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9A7610-96D4-4F24-87FC-0A7481C2B9EC}"/>
              </a:ext>
            </a:extLst>
          </p:cNvPr>
          <p:cNvSpPr>
            <a:spLocks noGrp="1"/>
          </p:cNvSpPr>
          <p:nvPr/>
        </p:nvSpPr>
        <p:spPr>
          <a:xfrm>
            <a:off x="1581150" y="5143500"/>
            <a:ext cx="28575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Back and forth</a:t>
            </a:r>
          </a:p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along a fixed line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653172-9218-40C5-8F1E-9D6AE55B1421}"/>
              </a:ext>
            </a:extLst>
          </p:cNvPr>
          <p:cNvSpPr>
            <a:spLocks noGrp="1"/>
          </p:cNvSpPr>
          <p:nvPr/>
        </p:nvSpPr>
        <p:spPr>
          <a:xfrm>
            <a:off x="5086350" y="5143500"/>
            <a:ext cx="2809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Rotates with</a:t>
            </a:r>
          </a:p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constant length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574E3F-D425-4DAD-A9B5-8D7D5B13C284}"/>
              </a:ext>
            </a:extLst>
          </p:cNvPr>
          <p:cNvSpPr>
            <a:spLocks noGrp="1"/>
          </p:cNvSpPr>
          <p:nvPr/>
        </p:nvSpPr>
        <p:spPr>
          <a:xfrm>
            <a:off x="8515350" y="5143500"/>
            <a:ext cx="2809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Rotates with</a:t>
            </a:r>
          </a:p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changing length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640750-03CB-4D48-8A11-6BBC4014B07C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End-on view, perpendicular to wave travel. Colors show different instants. Gray traces show the tip’s path [6, 11].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EE3E7C-92D8-40D6-9C51-E471773B60A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Polarization Loss for Linear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06873-A6D9-4002-AEE5-75DADB33BA95}"/>
              </a:ext>
            </a:extLst>
          </p:cNvPr>
          <p:cNvSpPr>
            <a:spLocks noGrp="1"/>
          </p:cNvSpPr>
          <p:nvPr/>
        </p:nvSpPr>
        <p:spPr>
          <a:xfrm>
            <a:off x="1000125" y="1609725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linear receiver responds to the field component along its polarization axis.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552F266-DB95-4261-A1DB-1EB32CB26A31}"/>
              </a:ext>
            </a:extLst>
          </p:cNvPr>
          <p:cNvSpPr>
            <a:spLocks noGrp="1"/>
          </p:cNvSpPr>
          <p:nvPr/>
        </p:nvSpPr>
        <p:spPr>
          <a:xfrm rot="-5400000">
            <a:off x="1838325" y="3390900"/>
            <a:ext cx="1752600" cy="0"/>
          </a:xfrm>
          <a:prstGeom prst="line">
            <a:avLst/>
          </a:prstGeom>
          <a:noFill/>
          <a:ln w="66675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F0C6D3A-3D50-435A-B045-F7A89EDCBDEE}"/>
              </a:ext>
            </a:extLst>
          </p:cNvPr>
          <p:cNvSpPr>
            <a:spLocks noGrp="1"/>
          </p:cNvSpPr>
          <p:nvPr/>
        </p:nvSpPr>
        <p:spPr>
          <a:xfrm rot="-5400000">
            <a:off x="2181225" y="2857500"/>
            <a:ext cx="10668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5AA2EFA-49F1-4B9B-8783-5B2CAE684F4E}"/>
              </a:ext>
            </a:extLst>
          </p:cNvPr>
          <p:cNvSpPr>
            <a:spLocks noGrp="1"/>
          </p:cNvSpPr>
          <p:nvPr/>
        </p:nvSpPr>
        <p:spPr>
          <a:xfrm rot="3681127">
            <a:off x="2684874" y="237425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029C304-D7A2-4DCF-BF0D-90C705FCC0F4}"/>
              </a:ext>
            </a:extLst>
          </p:cNvPr>
          <p:cNvSpPr>
            <a:spLocks noGrp="1"/>
          </p:cNvSpPr>
          <p:nvPr/>
        </p:nvSpPr>
        <p:spPr>
          <a:xfrm rot="7118873">
            <a:off x="2630076" y="237425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DF27A0-9DBA-462B-B758-485D66B2CD6E}"/>
              </a:ext>
            </a:extLst>
          </p:cNvPr>
          <p:cNvSpPr>
            <a:spLocks noGrp="1"/>
          </p:cNvSpPr>
          <p:nvPr/>
        </p:nvSpPr>
        <p:spPr>
          <a:xfrm>
            <a:off x="2286000" y="4429125"/>
            <a:ext cx="142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0°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F0AAEA-05E8-4D38-970C-223110A2935D}"/>
              </a:ext>
            </a:extLst>
          </p:cNvPr>
          <p:cNvSpPr>
            <a:spLocks noGrp="1"/>
          </p:cNvSpPr>
          <p:nvPr/>
        </p:nvSpPr>
        <p:spPr>
          <a:xfrm>
            <a:off x="1419225" y="48958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100% Power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E2C5AD-4C36-45F7-B93A-19C2C156F774}"/>
              </a:ext>
            </a:extLst>
          </p:cNvPr>
          <p:cNvSpPr>
            <a:spLocks noGrp="1"/>
          </p:cNvSpPr>
          <p:nvPr/>
        </p:nvSpPr>
        <p:spPr>
          <a:xfrm>
            <a:off x="1419225" y="52578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 dB Loss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4EE49DE-8015-4EB0-939D-6CD02A59D596}"/>
              </a:ext>
            </a:extLst>
          </p:cNvPr>
          <p:cNvSpPr>
            <a:spLocks noGrp="1"/>
          </p:cNvSpPr>
          <p:nvPr/>
        </p:nvSpPr>
        <p:spPr>
          <a:xfrm rot="-2700000">
            <a:off x="5219700" y="3390900"/>
            <a:ext cx="1752600" cy="0"/>
          </a:xfrm>
          <a:prstGeom prst="line">
            <a:avLst/>
          </a:prstGeom>
          <a:noFill/>
          <a:ln w="66675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765C44F-43CF-4317-A1D9-2B8D36E6217E}"/>
              </a:ext>
            </a:extLst>
          </p:cNvPr>
          <p:cNvSpPr>
            <a:spLocks noGrp="1"/>
          </p:cNvSpPr>
          <p:nvPr/>
        </p:nvSpPr>
        <p:spPr>
          <a:xfrm rot="-5400000">
            <a:off x="5562600" y="2857500"/>
            <a:ext cx="10668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55D8B24-18C9-4E00-AB26-017F8772CB19}"/>
              </a:ext>
            </a:extLst>
          </p:cNvPr>
          <p:cNvSpPr>
            <a:spLocks noGrp="1"/>
          </p:cNvSpPr>
          <p:nvPr/>
        </p:nvSpPr>
        <p:spPr>
          <a:xfrm rot="3681127">
            <a:off x="6066249" y="237425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0E4E7A5-5761-4BBC-BE5F-23E15A5E2155}"/>
              </a:ext>
            </a:extLst>
          </p:cNvPr>
          <p:cNvSpPr>
            <a:spLocks noGrp="1"/>
          </p:cNvSpPr>
          <p:nvPr/>
        </p:nvSpPr>
        <p:spPr>
          <a:xfrm rot="7118873">
            <a:off x="6011451" y="237425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B29E3F-9DF4-4920-9B32-9F36310141D1}"/>
              </a:ext>
            </a:extLst>
          </p:cNvPr>
          <p:cNvSpPr>
            <a:spLocks noGrp="1"/>
          </p:cNvSpPr>
          <p:nvPr/>
        </p:nvSpPr>
        <p:spPr>
          <a:xfrm>
            <a:off x="5667375" y="4429125"/>
            <a:ext cx="142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45°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B0FC7-C4DB-434A-BF3B-5A700D9EF6F5}"/>
              </a:ext>
            </a:extLst>
          </p:cNvPr>
          <p:cNvSpPr>
            <a:spLocks noGrp="1"/>
          </p:cNvSpPr>
          <p:nvPr/>
        </p:nvSpPr>
        <p:spPr>
          <a:xfrm>
            <a:off x="4800600" y="48958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50% Power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FA00B0-C1B3-45C7-9302-2094C3F745B9}"/>
              </a:ext>
            </a:extLst>
          </p:cNvPr>
          <p:cNvSpPr>
            <a:spLocks noGrp="1"/>
          </p:cNvSpPr>
          <p:nvPr/>
        </p:nvSpPr>
        <p:spPr>
          <a:xfrm>
            <a:off x="4800600" y="52578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About 3 dB Loss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28AFF26B-5924-4261-A89C-DA82FAC59BD5}"/>
              </a:ext>
            </a:extLst>
          </p:cNvPr>
          <p:cNvSpPr>
            <a:spLocks noGrp="1"/>
          </p:cNvSpPr>
          <p:nvPr/>
        </p:nvSpPr>
        <p:spPr>
          <a:xfrm>
            <a:off x="8648700" y="3390900"/>
            <a:ext cx="1752600" cy="0"/>
          </a:xfrm>
          <a:prstGeom prst="line">
            <a:avLst/>
          </a:prstGeom>
          <a:noFill/>
          <a:ln w="66675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A3A4544-DFBC-4001-B1E9-9D705EA12D01}"/>
              </a:ext>
            </a:extLst>
          </p:cNvPr>
          <p:cNvSpPr>
            <a:spLocks noGrp="1"/>
          </p:cNvSpPr>
          <p:nvPr/>
        </p:nvSpPr>
        <p:spPr>
          <a:xfrm rot="-5400000">
            <a:off x="8991600" y="2857500"/>
            <a:ext cx="10668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15D663AE-0110-4A0F-A98F-2455C2835092}"/>
              </a:ext>
            </a:extLst>
          </p:cNvPr>
          <p:cNvSpPr>
            <a:spLocks noGrp="1"/>
          </p:cNvSpPr>
          <p:nvPr/>
        </p:nvSpPr>
        <p:spPr>
          <a:xfrm rot="3681127">
            <a:off x="9495249" y="237425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F1965E31-FD54-498A-87EB-768EADED4F52}"/>
              </a:ext>
            </a:extLst>
          </p:cNvPr>
          <p:cNvSpPr>
            <a:spLocks noGrp="1"/>
          </p:cNvSpPr>
          <p:nvPr/>
        </p:nvSpPr>
        <p:spPr>
          <a:xfrm rot="7118873">
            <a:off x="9440451" y="2374254"/>
            <a:ext cx="1143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DFB776-5D86-446F-9DB4-A90655A01F2A}"/>
              </a:ext>
            </a:extLst>
          </p:cNvPr>
          <p:cNvSpPr>
            <a:spLocks noGrp="1"/>
          </p:cNvSpPr>
          <p:nvPr/>
        </p:nvSpPr>
        <p:spPr>
          <a:xfrm>
            <a:off x="9096375" y="4429125"/>
            <a:ext cx="142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90°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BDBB55-1196-486C-8F3B-351AD9864035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0% in the Ideal Case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EDE39D-2537-4064-8D0D-F75ABDF14E3C}"/>
              </a:ext>
            </a:extLst>
          </p:cNvPr>
          <p:cNvSpPr>
            <a:spLocks noGrp="1"/>
          </p:cNvSpPr>
          <p:nvPr/>
        </p:nvSpPr>
        <p:spPr>
          <a:xfrm>
            <a:off x="8229600" y="52578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Complete Rejection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9B15BB-FD02-4B2B-965D-2A90C991EA4D}"/>
              </a:ext>
            </a:extLst>
          </p:cNvPr>
          <p:cNvSpPr>
            <a:spLocks noGrp="1"/>
          </p:cNvSpPr>
          <p:nvPr/>
        </p:nvSpPr>
        <p:spPr>
          <a:xfrm>
            <a:off x="1000125" y="561975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Blue: Incident E Field     Teal: Receiver Axis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28C62E-8ADF-4B8E-960C-E52E507AF1A2}"/>
              </a:ext>
            </a:extLst>
          </p:cNvPr>
          <p:cNvSpPr>
            <a:spLocks noGrp="1"/>
          </p:cNvSpPr>
          <p:nvPr/>
        </p:nvSpPr>
        <p:spPr>
          <a:xfrm>
            <a:off x="6286500" y="561022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ηₚₒₗ = cos²ψ     [Lₚₒₗ] = −10 log₁₀(ηₚₒₗ)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AE204F-4C5B-4BAE-95C4-EBA5EA626EB4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ψ is rotation about the line of sight, with pointing fixed. Real antennas have finite isolation [6, 11].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F2D8CD-832B-4305-AC0B-D42C9EEA2E6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Circular Polarization and Real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1000125" y="1714500"/>
          <a:ext cx="10191750" cy="257175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Wave / Receive Polarization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Ideal Coupled Power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Mismatch Loss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Same Circular Sense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Opposite Circular Senses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Complete Rejection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Circular / Linear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50%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About 3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69FDF94-4F7D-4A49-9FD0-0B91F0A8C3D6}"/>
              </a:ext>
            </a:extLst>
          </p:cNvPr>
          <p:cNvSpPr>
            <a:spLocks noGrp="1"/>
          </p:cNvSpPr>
          <p:nvPr/>
        </p:nvSpPr>
        <p:spPr>
          <a:xfrm>
            <a:off x="1000125" y="4476750"/>
            <a:ext cx="10191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Matched circular pairs tolerate rotation about the line of sight.</a:t>
            </a:r>
          </a:p>
          <a:p>
            <a:pPr>
              <a:buNone/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RHCP / LHCP = Right- / Left-Hand Circular Polarization.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23C16-DD16-43BC-9356-F3E94FECCAC0}"/>
              </a:ext>
            </a:extLst>
          </p:cNvPr>
          <p:cNvSpPr>
            <a:spLocks noGrp="1"/>
          </p:cNvSpPr>
          <p:nvPr/>
        </p:nvSpPr>
        <p:spPr>
          <a:xfrm>
            <a:off x="1000125" y="5286375"/>
            <a:ext cx="10191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Real polarization is often elliptical. Axial ratio describes its shape.</a:t>
            </a:r>
          </a:p>
          <a:p>
            <a:pPr>
              <a:buNone/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AR = Major / Minor Field Amplitude. A circle has AR = 1 (0 dB).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39915F-CA16-47E2-B87B-626276E19864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Use a consistent viewing convention for handedness. Actual mismatch depends on both polarizations [6, 11].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A18CC2-7BFF-409F-B301-5BE28E28694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Pointing and Polarization in the Link Budget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E0595-56F1-4D78-B1A6-8B8927D04283}"/>
              </a:ext>
            </a:extLst>
          </p:cNvPr>
          <p:cNvSpPr>
            <a:spLocks noGrp="1"/>
          </p:cNvSpPr>
          <p:nvPr/>
        </p:nvSpPr>
        <p:spPr>
          <a:xfrm>
            <a:off x="1000125" y="1619250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[Pᵣ] = [Pᵣ₀] − [Lₚₜ] − [Lₚᵣ] − [Lₚₒₗ]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2409825"/>
          <a:ext cx="10191750" cy="2809875"/>
        </p:xfrm>
        <a:graphic>
          <a:graphicData uri="http://schemas.openxmlformats.org/drawingml/2006/table">
            <a:tbl>
              <a:tblPr/>
              <a:tblGrid>
                <a:gridCol w="752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Illustrative Link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[Pᵣ₀]: Aligned, Polarization-Matched Power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−120 dBW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Pointing Loss: [Lₚₜ] Transmit / [Lₚᵣ] Receive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 dB / 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[Lₚₒₗ]: Polarization Mismatch Loss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Actual Received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−126 </a:t>
                      </a:r>
                      <a:r>
                        <a:rPr sz="1875" b="0" dirty="0" err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dBW</a:t>
                      </a:r>
                      <a:endParaRPr sz="1875" b="0" dirty="0">
                        <a:solidFill>
                          <a:srgbClr val="25252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2FCCF67-AF33-40F5-994E-15711081C789}"/>
              </a:ext>
            </a:extLst>
          </p:cNvPr>
          <p:cNvSpPr>
            <a:spLocks noGrp="1"/>
          </p:cNvSpPr>
          <p:nvPr/>
        </p:nvSpPr>
        <p:spPr>
          <a:xfrm>
            <a:off x="1000125" y="5286375"/>
            <a:ext cx="10287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For a −125 dBW threshold, the margin is −1 dB.</a:t>
            </a: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These losses change whether this link supports the selected service.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8C3082-4066-4FD0-A4BA-762380B4DB74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Aligned power includes other terms. Use peak gains with pointing losses, or actual direction gains without subtracting them again.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9C4479-AA75-47A4-937B-A6D7D135E499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Hemispherical Coverage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670532" y="1762125"/>
            <a:ext cx="3326435" cy="31908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856" y="1695450"/>
            <a:ext cx="2094037" cy="3286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D20B2A-B0AA-43C9-B975-1A7FA1822ECC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Crossed Dipoles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B8099-4472-4A84-AE63-EE12C319FB02}"/>
              </a:ext>
            </a:extLst>
          </p:cNvPr>
          <p:cNvSpPr>
            <a:spLocks noGrp="1"/>
          </p:cNvSpPr>
          <p:nvPr/>
        </p:nvSpPr>
        <p:spPr>
          <a:xfrm>
            <a:off x="7191375" y="5095875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Quadrifilar Helix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DEBB-E5D6-4DB5-823B-AED9916AFB5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Broad Coverage from Multiple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389883" y="1714500"/>
            <a:ext cx="3603485" cy="3619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FF97BC-BA54-4BAF-8CAC-C14094E9B03F}"/>
              </a:ext>
            </a:extLst>
          </p:cNvPr>
          <p:cNvSpPr>
            <a:spLocks noGrp="1"/>
          </p:cNvSpPr>
          <p:nvPr/>
        </p:nvSpPr>
        <p:spPr>
          <a:xfrm>
            <a:off x="1000125" y="3095625"/>
            <a:ext cx="1714500" cy="6667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C70274-1A23-41EB-8F01-ABFE3BA2F5B0}"/>
              </a:ext>
            </a:extLst>
          </p:cNvPr>
          <p:cNvSpPr>
            <a:spLocks noGrp="1"/>
          </p:cNvSpPr>
          <p:nvPr/>
        </p:nvSpPr>
        <p:spPr>
          <a:xfrm>
            <a:off x="1095375" y="3171825"/>
            <a:ext cx="1524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Transmitter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55CBD8-3524-4016-9EEA-4A681FC53F93}"/>
              </a:ext>
            </a:extLst>
          </p:cNvPr>
          <p:cNvSpPr>
            <a:spLocks noGrp="1"/>
          </p:cNvSpPr>
          <p:nvPr/>
        </p:nvSpPr>
        <p:spPr>
          <a:xfrm>
            <a:off x="3190875" y="3095625"/>
            <a:ext cx="2095500" cy="6667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09036F-EE0C-4EE3-8EBA-A9CC2992DB52}"/>
              </a:ext>
            </a:extLst>
          </p:cNvPr>
          <p:cNvSpPr>
            <a:spLocks noGrp="1"/>
          </p:cNvSpPr>
          <p:nvPr/>
        </p:nvSpPr>
        <p:spPr>
          <a:xfrm>
            <a:off x="3286125" y="3171825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Power Divider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987AC-AD1D-407F-B199-83C022989712}"/>
              </a:ext>
            </a:extLst>
          </p:cNvPr>
          <p:cNvSpPr>
            <a:spLocks noGrp="1"/>
          </p:cNvSpPr>
          <p:nvPr/>
        </p:nvSpPr>
        <p:spPr>
          <a:xfrm>
            <a:off x="3381375" y="1714500"/>
            <a:ext cx="1714500" cy="5905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92CEC-B5B0-40D5-B42F-5122B570BCA0}"/>
              </a:ext>
            </a:extLst>
          </p:cNvPr>
          <p:cNvSpPr>
            <a:spLocks noGrp="1"/>
          </p:cNvSpPr>
          <p:nvPr/>
        </p:nvSpPr>
        <p:spPr>
          <a:xfrm>
            <a:off x="3476625" y="1790700"/>
            <a:ext cx="152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Antenna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02C8DC-C134-4325-BBF1-DEA5498E9564}"/>
              </a:ext>
            </a:extLst>
          </p:cNvPr>
          <p:cNvSpPr>
            <a:spLocks noGrp="1"/>
          </p:cNvSpPr>
          <p:nvPr/>
        </p:nvSpPr>
        <p:spPr>
          <a:xfrm>
            <a:off x="3381375" y="4562475"/>
            <a:ext cx="1714500" cy="5905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210C7E-C613-4074-A1EE-225F9FD50A65}"/>
              </a:ext>
            </a:extLst>
          </p:cNvPr>
          <p:cNvSpPr>
            <a:spLocks noGrp="1"/>
          </p:cNvSpPr>
          <p:nvPr/>
        </p:nvSpPr>
        <p:spPr>
          <a:xfrm>
            <a:off x="3476625" y="4638675"/>
            <a:ext cx="152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Antenna 2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E8D5D97-08C8-4370-BD6D-87A5E8202414}"/>
              </a:ext>
            </a:extLst>
          </p:cNvPr>
          <p:cNvSpPr>
            <a:spLocks noGrp="1"/>
          </p:cNvSpPr>
          <p:nvPr/>
        </p:nvSpPr>
        <p:spPr>
          <a:xfrm>
            <a:off x="2714625" y="3429000"/>
            <a:ext cx="47625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B00ABDF-7CBE-426E-8B6F-335652E8D23A}"/>
              </a:ext>
            </a:extLst>
          </p:cNvPr>
          <p:cNvSpPr>
            <a:spLocks noGrp="1"/>
          </p:cNvSpPr>
          <p:nvPr/>
        </p:nvSpPr>
        <p:spPr>
          <a:xfrm rot="-5400000">
            <a:off x="3843338" y="2700338"/>
            <a:ext cx="79057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E951361-8483-4796-B2A7-647A43F263F4}"/>
              </a:ext>
            </a:extLst>
          </p:cNvPr>
          <p:cNvSpPr>
            <a:spLocks noGrp="1"/>
          </p:cNvSpPr>
          <p:nvPr/>
        </p:nvSpPr>
        <p:spPr>
          <a:xfrm rot="5400000">
            <a:off x="3838575" y="4162425"/>
            <a:ext cx="8001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952A9-7C0D-474F-9E23-416A6EA9F507}"/>
              </a:ext>
            </a:extLst>
          </p:cNvPr>
          <p:cNvSpPr>
            <a:spLocks noGrp="1"/>
          </p:cNvSpPr>
          <p:nvPr/>
        </p:nvSpPr>
        <p:spPr>
          <a:xfrm>
            <a:off x="1000125" y="5305425"/>
            <a:ext cx="58578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Opposite-facing antennas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83CA-69A1-42C5-AEC0-00123081024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Shaping Gain for an Earth Pass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952500" y="1666875"/>
          <a:ext cx="7048500" cy="395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7352F73-4CA5-4C6B-8B05-9792B92E9F33}"/>
              </a:ext>
            </a:extLst>
          </p:cNvPr>
          <p:cNvSpPr>
            <a:spLocks noGrp="1"/>
          </p:cNvSpPr>
          <p:nvPr/>
        </p:nvSpPr>
        <p:spPr>
          <a:xfrm>
            <a:off x="8286750" y="1762125"/>
            <a:ext cx="3000375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Longer slant range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near the limb needs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more gain.</a:t>
            </a:r>
          </a:p>
          <a:p>
            <a:endParaRPr sz="2100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 shaped pattern can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reduce the received-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power variation.</a:t>
            </a:r>
          </a:p>
          <a:p>
            <a:endParaRPr sz="2100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Assumes nadir pointing.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C5CC9-2B0F-4512-8FE4-6F4BAF63BC5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Earth-Science Shaped Omni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0338C-C1B5-476C-918D-DF4487EE406D}"/>
              </a:ext>
            </a:extLst>
          </p:cNvPr>
          <p:cNvSpPr>
            <a:spLocks noGrp="1"/>
          </p:cNvSpPr>
          <p:nvPr/>
        </p:nvSpPr>
        <p:spPr>
          <a:xfrm>
            <a:off x="1000125" y="16002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Terra (EOS-AM) Direct Access System, 8.2125 GHz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023048" y="2305050"/>
            <a:ext cx="4288029" cy="33813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0" y="2469657"/>
            <a:ext cx="5572125" cy="31378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7CB011-DD0F-4DFB-A05A-14C75254D2BF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4572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Shaped Reflector and Dipole Feed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608587-9E0E-4670-8458-0E1E8D148B98}"/>
              </a:ext>
            </a:extLst>
          </p:cNvPr>
          <p:cNvSpPr>
            <a:spLocks noGrp="1"/>
          </p:cNvSpPr>
          <p:nvPr/>
        </p:nvSpPr>
        <p:spPr>
          <a:xfrm>
            <a:off x="6762750" y="2047875"/>
            <a:ext cx="4572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Measured Gain Pattern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1CE7A3-CFD3-4DA4-AB6D-FA103AA64981}"/>
              </a:ext>
            </a:extLst>
          </p:cNvPr>
          <p:cNvSpPr>
            <a:spLocks noGrp="1"/>
          </p:cNvSpPr>
          <p:nvPr/>
        </p:nvSpPr>
        <p:spPr>
          <a:xfrm>
            <a:off x="1000125" y="5610225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More gain toward the limb helps compensate for greater range.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F802BA-7C5D-4411-BDF1-A5033E7B3AF3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1998 design record. The dip near 20° off nadir also constrained planned direct playback [12, §6, Figs. 2 &amp; 14].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2754BD-FB7C-434B-96F1-5909447ACFF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Antenna Patterns and Usable Coverage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952500" y="1666875"/>
          <a:ext cx="7096125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C298E5-7F01-43CB-9F33-B9749EE3D1C1}"/>
              </a:ext>
            </a:extLst>
          </p:cNvPr>
          <p:cNvSpPr>
            <a:spLocks noGrp="1"/>
          </p:cNvSpPr>
          <p:nvPr/>
        </p:nvSpPr>
        <p:spPr>
          <a:xfrm>
            <a:off x="8239125" y="1790700"/>
            <a:ext cx="3095625" cy="3286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 pattern gives gain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for each direction.</a:t>
            </a:r>
          </a:p>
          <a:p>
            <a:endParaRPr sz="2100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 link budget sets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how much gain is enough.</a:t>
            </a:r>
          </a:p>
          <a:p>
            <a:endParaRPr sz="2100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This null creates a gap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even with clear</a:t>
            </a:r>
          </a:p>
          <a:p>
            <a:pPr>
              <a:buNone/>
              <a:defRPr sz="21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line of sight.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FC74A-9FE3-4BF3-8FB3-073A01A84A9B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Illustrative pattern, not measured hardware. Hold range and other terms fixed. Peak margin = 6 dB. Nulls may arise from interference.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38CF9-DA85-4602-A7CA-54A1C3FBCD8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Coverage Becomes Availability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0600B8-B791-4F2A-AF93-358EB1B1A2D9}"/>
              </a:ext>
            </a:extLst>
          </p:cNvPr>
          <p:cNvSpPr>
            <a:spLocks noGrp="1"/>
          </p:cNvSpPr>
          <p:nvPr/>
        </p:nvSpPr>
        <p:spPr>
          <a:xfrm>
            <a:off x="1000125" y="160020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Assume the link direction sweeps from −50° to +50° in 10 minutes.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0F5AC-AB91-46FD-9875-46CD2956638B}"/>
              </a:ext>
            </a:extLst>
          </p:cNvPr>
          <p:cNvSpPr>
            <a:spLocks noGrp="1"/>
          </p:cNvSpPr>
          <p:nvPr/>
        </p:nvSpPr>
        <p:spPr>
          <a:xfrm>
            <a:off x="1000125" y="268605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Clear Line of Sight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51092-7D87-41C7-8827-081FEBCAA9E5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Usable Link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A9839-8509-4D9E-802B-4356E055645E}"/>
              </a:ext>
            </a:extLst>
          </p:cNvPr>
          <p:cNvSpPr>
            <a:spLocks noGrp="1"/>
          </p:cNvSpPr>
          <p:nvPr/>
        </p:nvSpPr>
        <p:spPr>
          <a:xfrm>
            <a:off x="3905250" y="2714625"/>
            <a:ext cx="6667500" cy="323850"/>
          </a:xfrm>
          <a:prstGeom prst="rect">
            <a:avLst/>
          </a:prstGeom>
          <a:solidFill>
            <a:srgbClr val="CAD4DC"/>
          </a:solidFill>
          <a:ln w="0">
            <a:solidFill>
              <a:srgbClr val="CAD4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874AC3-8119-400D-BE96-4333BBE8DF87}"/>
              </a:ext>
            </a:extLst>
          </p:cNvPr>
          <p:cNvSpPr>
            <a:spLocks noGrp="1"/>
          </p:cNvSpPr>
          <p:nvPr/>
        </p:nvSpPr>
        <p:spPr>
          <a:xfrm>
            <a:off x="4572000" y="3752850"/>
            <a:ext cx="2333625" cy="323850"/>
          </a:xfrm>
          <a:prstGeom prst="rect">
            <a:avLst/>
          </a:prstGeom>
          <a:solidFill>
            <a:srgbClr val="147D85"/>
          </a:solidFill>
          <a:ln w="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0C53D-0ED6-4FEC-847C-7E143E92C27C}"/>
              </a:ext>
            </a:extLst>
          </p:cNvPr>
          <p:cNvSpPr>
            <a:spLocks noGrp="1"/>
          </p:cNvSpPr>
          <p:nvPr/>
        </p:nvSpPr>
        <p:spPr>
          <a:xfrm>
            <a:off x="7572375" y="3752850"/>
            <a:ext cx="2333625" cy="323850"/>
          </a:xfrm>
          <a:prstGeom prst="rect">
            <a:avLst/>
          </a:prstGeom>
          <a:solidFill>
            <a:srgbClr val="147D85"/>
          </a:solidFill>
          <a:ln w="0">
            <a:solidFill>
              <a:srgbClr val="147D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A3C54DF-18B9-427E-861C-886ABA29BE86}"/>
              </a:ext>
            </a:extLst>
          </p:cNvPr>
          <p:cNvSpPr>
            <a:spLocks noGrp="1"/>
          </p:cNvSpPr>
          <p:nvPr/>
        </p:nvSpPr>
        <p:spPr>
          <a:xfrm rot="5400000">
            <a:off x="3852863" y="4243388"/>
            <a:ext cx="10477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1A33A-7475-4903-BFD8-8943CADCD7CF}"/>
              </a:ext>
            </a:extLst>
          </p:cNvPr>
          <p:cNvSpPr>
            <a:spLocks noGrp="1"/>
          </p:cNvSpPr>
          <p:nvPr/>
        </p:nvSpPr>
        <p:spPr>
          <a:xfrm>
            <a:off x="3762375" y="43148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258F8B0-0215-44DA-9534-EEF57EE04D97}"/>
              </a:ext>
            </a:extLst>
          </p:cNvPr>
          <p:cNvSpPr>
            <a:spLocks noGrp="1"/>
          </p:cNvSpPr>
          <p:nvPr/>
        </p:nvSpPr>
        <p:spPr>
          <a:xfrm rot="5400000">
            <a:off x="4519613" y="4243388"/>
            <a:ext cx="10477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A799F0-1E0F-4D21-B7BC-3A80E0C93055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FD9AF4F-817D-4E07-99A2-7144B581BE2F}"/>
              </a:ext>
            </a:extLst>
          </p:cNvPr>
          <p:cNvSpPr>
            <a:spLocks noGrp="1"/>
          </p:cNvSpPr>
          <p:nvPr/>
        </p:nvSpPr>
        <p:spPr>
          <a:xfrm rot="5400000">
            <a:off x="6853238" y="4243388"/>
            <a:ext cx="10477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503B81-2D95-4F90-BEEF-97C994BCF559}"/>
              </a:ext>
            </a:extLst>
          </p:cNvPr>
          <p:cNvSpPr>
            <a:spLocks noGrp="1"/>
          </p:cNvSpPr>
          <p:nvPr/>
        </p:nvSpPr>
        <p:spPr>
          <a:xfrm>
            <a:off x="6762750" y="43148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4.5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D18EDC0-3A75-42CD-B5E5-F6D0CE61193B}"/>
              </a:ext>
            </a:extLst>
          </p:cNvPr>
          <p:cNvSpPr>
            <a:spLocks noGrp="1"/>
          </p:cNvSpPr>
          <p:nvPr/>
        </p:nvSpPr>
        <p:spPr>
          <a:xfrm rot="5400000">
            <a:off x="7519988" y="4243388"/>
            <a:ext cx="10477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941B3F-3868-4105-B0FC-C31BC576D6FE}"/>
              </a:ext>
            </a:extLst>
          </p:cNvPr>
          <p:cNvSpPr>
            <a:spLocks noGrp="1"/>
          </p:cNvSpPr>
          <p:nvPr/>
        </p:nvSpPr>
        <p:spPr>
          <a:xfrm>
            <a:off x="7429500" y="43148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5.5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AF408C8-E6E6-4365-BC32-0D4B587CBC12}"/>
              </a:ext>
            </a:extLst>
          </p:cNvPr>
          <p:cNvSpPr>
            <a:spLocks noGrp="1"/>
          </p:cNvSpPr>
          <p:nvPr/>
        </p:nvSpPr>
        <p:spPr>
          <a:xfrm rot="5400000">
            <a:off x="9853613" y="4243388"/>
            <a:ext cx="10477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DCE7E4-88A0-4A2B-BD30-1D96AC4BAB8F}"/>
              </a:ext>
            </a:extLst>
          </p:cNvPr>
          <p:cNvSpPr>
            <a:spLocks noGrp="1"/>
          </p:cNvSpPr>
          <p:nvPr/>
        </p:nvSpPr>
        <p:spPr>
          <a:xfrm>
            <a:off x="9763125" y="43148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8FDFE1D-5789-4230-B861-0327AD8757F6}"/>
              </a:ext>
            </a:extLst>
          </p:cNvPr>
          <p:cNvSpPr>
            <a:spLocks noGrp="1"/>
          </p:cNvSpPr>
          <p:nvPr/>
        </p:nvSpPr>
        <p:spPr>
          <a:xfrm rot="5400000">
            <a:off x="10520363" y="4243388"/>
            <a:ext cx="104775" cy="0"/>
          </a:xfrm>
          <a:prstGeom prst="line">
            <a:avLst/>
          </a:prstGeom>
          <a:noFill/>
          <a:ln w="19050">
            <a:solidFill>
              <a:srgbClr val="25252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7286C9-CCBF-4672-9B55-0238E5E9F4D8}"/>
              </a:ext>
            </a:extLst>
          </p:cNvPr>
          <p:cNvSpPr>
            <a:spLocks noGrp="1"/>
          </p:cNvSpPr>
          <p:nvPr/>
        </p:nvSpPr>
        <p:spPr>
          <a:xfrm>
            <a:off x="10429875" y="43148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5B1C73-81E3-42D5-A87F-8FABE3A8B02E}"/>
              </a:ext>
            </a:extLst>
          </p:cNvPr>
          <p:cNvSpPr>
            <a:spLocks noGrp="1"/>
          </p:cNvSpPr>
          <p:nvPr/>
        </p:nvSpPr>
        <p:spPr>
          <a:xfrm>
            <a:off x="6429375" y="466725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Time (min)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137F85-D9D7-47FE-B772-8191B587D680}"/>
              </a:ext>
            </a:extLst>
          </p:cNvPr>
          <p:cNvSpPr>
            <a:spLocks noGrp="1"/>
          </p:cNvSpPr>
          <p:nvPr/>
        </p:nvSpPr>
        <p:spPr>
          <a:xfrm>
            <a:off x="6638925" y="3314700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Pattern 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BB96E1-07BE-484F-8150-96FF43EB5FEA}"/>
              </a:ext>
            </a:extLst>
          </p:cNvPr>
          <p:cNvSpPr>
            <a:spLocks noGrp="1"/>
          </p:cNvSpPr>
          <p:nvPr/>
        </p:nvSpPr>
        <p:spPr>
          <a:xfrm>
            <a:off x="1000125" y="5124450"/>
            <a:ext cx="10477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Usable time = 3.5 + 3.5 = 7 minutes</a:t>
            </a:r>
          </a:p>
          <a:p>
            <a:pPr>
              <a:buNone/>
              <a:defRPr sz="23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Availability during this visible interval = 7 / 10 = 70%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84F44-6C76-4584-AF65-1C56A042CDA0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State the denominator. Mission availability also includes visibility, attitude, tracking, polarization, weather, and scheduled resources.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752588-C9ED-4D8F-BAD1-E6EA28CC3CF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Electronic Beam Steering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05479" y="1762125"/>
            <a:ext cx="5704417" cy="3667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7B48F8-2A82-4510-9D2B-C4C72A671E77}"/>
              </a:ext>
            </a:extLst>
          </p:cNvPr>
          <p:cNvSpPr>
            <a:spLocks noGrp="1"/>
          </p:cNvSpPr>
          <p:nvPr/>
        </p:nvSpPr>
        <p:spPr>
          <a:xfrm>
            <a:off x="8143875" y="1790700"/>
            <a:ext cx="314325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Relative phase or delay</a:t>
            </a: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sets the direction of</a:t>
            </a: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constructive combination.</a:t>
            </a:r>
          </a:p>
          <a:p>
            <a:endParaRPr sz="22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elements stay fixed.</a:t>
            </a:r>
          </a:p>
          <a:p>
            <a:endParaRPr sz="2250" b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Transmit and receive</a:t>
            </a:r>
          </a:p>
          <a:p>
            <a:pPr>
              <a:buNone/>
              <a:defRPr sz="22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use the same principle.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64F77-05AE-49A1-BBC3-AF21C47B8F39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Beam-steering explanation: [10].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5FB07-4829-4B60-A17E-BAFE1106978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Same Array, a Different Beam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952500" y="1666875"/>
          <a:ext cx="733425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D5F0092-EA52-47CF-AB85-38C83A284951}"/>
              </a:ext>
            </a:extLst>
          </p:cNvPr>
          <p:cNvSpPr>
            <a:spLocks noGrp="1"/>
          </p:cNvSpPr>
          <p:nvPr/>
        </p:nvSpPr>
        <p:spPr>
          <a:xfrm>
            <a:off x="8477250" y="1781175"/>
            <a:ext cx="285750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Eight elements</a:t>
            </a: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Spacing = λ/2</a:t>
            </a:r>
          </a:p>
          <a:p>
            <a:endParaRPr sz="2025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Change the phase</a:t>
            </a: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progression to move</a:t>
            </a: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 peak.</a:t>
            </a:r>
          </a:p>
          <a:p>
            <a:endParaRPr sz="2025" b="1">
              <a:solidFill>
                <a:srgbClr val="205580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Real scan performance</a:t>
            </a: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also depends on each</a:t>
            </a:r>
          </a:p>
          <a:p>
            <a:pPr>
              <a:buNone/>
              <a:defRPr sz="20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element’s pattern.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01FCF-5ABE-4543-8746-E6D6F2903560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Calculated uniform linear-array factor, equal element amplitudes. Each trace is a separate steering setting [10].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609375-02D0-4426-B58B-C331D2553A2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Multiple Beams from One Aperture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10726-8976-4EFF-9BF4-FE95C3945300}"/>
              </a:ext>
            </a:extLst>
          </p:cNvPr>
          <p:cNvSpPr>
            <a:spLocks noGrp="1"/>
          </p:cNvSpPr>
          <p:nvPr/>
        </p:nvSpPr>
        <p:spPr>
          <a:xfrm>
            <a:off x="1000125" y="2933700"/>
            <a:ext cx="2286000" cy="1000125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E3A9A-4A20-4182-BFEE-43400D1F3A12}"/>
              </a:ext>
            </a:extLst>
          </p:cNvPr>
          <p:cNvSpPr>
            <a:spLocks noGrp="1"/>
          </p:cNvSpPr>
          <p:nvPr/>
        </p:nvSpPr>
        <p:spPr>
          <a:xfrm>
            <a:off x="1095375" y="3009900"/>
            <a:ext cx="20955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Common Array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Element Signals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1B7C3-268E-4A93-A204-FFD64022DBAB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2809875" cy="619125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EA842-BD28-485F-9093-D380F8903FBC}"/>
              </a:ext>
            </a:extLst>
          </p:cNvPr>
          <p:cNvSpPr>
            <a:spLocks noGrp="1"/>
          </p:cNvSpPr>
          <p:nvPr/>
        </p:nvSpPr>
        <p:spPr>
          <a:xfrm>
            <a:off x="4572000" y="2028825"/>
            <a:ext cx="2619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Weights for Beam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D7F8EB-5F6C-47E6-8593-110609FAE530}"/>
              </a:ext>
            </a:extLst>
          </p:cNvPr>
          <p:cNvSpPr>
            <a:spLocks noGrp="1"/>
          </p:cNvSpPr>
          <p:nvPr/>
        </p:nvSpPr>
        <p:spPr>
          <a:xfrm>
            <a:off x="4476750" y="4210050"/>
            <a:ext cx="2809875" cy="619125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64BF3F-8CE1-4921-B253-5D162103F0A9}"/>
              </a:ext>
            </a:extLst>
          </p:cNvPr>
          <p:cNvSpPr>
            <a:spLocks noGrp="1"/>
          </p:cNvSpPr>
          <p:nvPr/>
        </p:nvSpPr>
        <p:spPr>
          <a:xfrm>
            <a:off x="4572000" y="4286250"/>
            <a:ext cx="2619375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Weights for Beam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4C452E-100D-4FEB-9CCE-ECA04BCB9ABB}"/>
              </a:ext>
            </a:extLst>
          </p:cNvPr>
          <p:cNvSpPr>
            <a:spLocks noGrp="1"/>
          </p:cNvSpPr>
          <p:nvPr/>
        </p:nvSpPr>
        <p:spPr>
          <a:xfrm>
            <a:off x="9001125" y="1885950"/>
            <a:ext cx="2238375" cy="7810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9FB7A-8E7E-4F99-AE32-46F0F103CEA7}"/>
              </a:ext>
            </a:extLst>
          </p:cNvPr>
          <p:cNvSpPr>
            <a:spLocks noGrp="1"/>
          </p:cNvSpPr>
          <p:nvPr/>
        </p:nvSpPr>
        <p:spPr>
          <a:xfrm>
            <a:off x="9096375" y="1962150"/>
            <a:ext cx="2047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Beam A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Receiver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BF9E1D-D78D-4663-BB6A-39FAFE6E5B03}"/>
              </a:ext>
            </a:extLst>
          </p:cNvPr>
          <p:cNvSpPr>
            <a:spLocks noGrp="1"/>
          </p:cNvSpPr>
          <p:nvPr/>
        </p:nvSpPr>
        <p:spPr>
          <a:xfrm>
            <a:off x="9001125" y="4143375"/>
            <a:ext cx="2238375" cy="7810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0869E-9C34-4560-BE6F-3BF7AAEECB57}"/>
              </a:ext>
            </a:extLst>
          </p:cNvPr>
          <p:cNvSpPr>
            <a:spLocks noGrp="1"/>
          </p:cNvSpPr>
          <p:nvPr/>
        </p:nvSpPr>
        <p:spPr>
          <a:xfrm>
            <a:off x="9096375" y="4219575"/>
            <a:ext cx="20478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Beam B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Receiver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6DFC0D8-B211-477D-B505-5985217BF93E}"/>
              </a:ext>
            </a:extLst>
          </p:cNvPr>
          <p:cNvSpPr>
            <a:spLocks noGrp="1"/>
          </p:cNvSpPr>
          <p:nvPr/>
        </p:nvSpPr>
        <p:spPr>
          <a:xfrm>
            <a:off x="3286125" y="3429000"/>
            <a:ext cx="5715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9B47BA0-EE0C-4EE0-8950-B222E31565AB}"/>
              </a:ext>
            </a:extLst>
          </p:cNvPr>
          <p:cNvSpPr>
            <a:spLocks noGrp="1"/>
          </p:cNvSpPr>
          <p:nvPr/>
        </p:nvSpPr>
        <p:spPr>
          <a:xfrm rot="5400000">
            <a:off x="2728913" y="3395663"/>
            <a:ext cx="22574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BE69A5B-3E2A-41C3-896B-7B9F0BB0439A}"/>
              </a:ext>
            </a:extLst>
          </p:cNvPr>
          <p:cNvSpPr>
            <a:spLocks noGrp="1"/>
          </p:cNvSpPr>
          <p:nvPr/>
        </p:nvSpPr>
        <p:spPr>
          <a:xfrm>
            <a:off x="3857625" y="2266950"/>
            <a:ext cx="6191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80A6DDE-7242-4FEF-9C58-6EA91768D578}"/>
              </a:ext>
            </a:extLst>
          </p:cNvPr>
          <p:cNvSpPr>
            <a:spLocks noGrp="1"/>
          </p:cNvSpPr>
          <p:nvPr/>
        </p:nvSpPr>
        <p:spPr>
          <a:xfrm>
            <a:off x="3857625" y="4524375"/>
            <a:ext cx="6191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89BBDA1-4A4D-4F58-9DC0-986512992CF0}"/>
              </a:ext>
            </a:extLst>
          </p:cNvPr>
          <p:cNvSpPr>
            <a:spLocks noGrp="1"/>
          </p:cNvSpPr>
          <p:nvPr/>
        </p:nvSpPr>
        <p:spPr>
          <a:xfrm>
            <a:off x="7286625" y="2266950"/>
            <a:ext cx="17145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FE3734A-F36B-4564-8208-BEC6044331C4}"/>
              </a:ext>
            </a:extLst>
          </p:cNvPr>
          <p:cNvSpPr>
            <a:spLocks noGrp="1"/>
          </p:cNvSpPr>
          <p:nvPr/>
        </p:nvSpPr>
        <p:spPr>
          <a:xfrm>
            <a:off x="7286625" y="4524375"/>
            <a:ext cx="17145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7D0FE2-F5F8-45F9-A8A4-7FE608E78D66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101441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Separate combining weights select different directions.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DBCFCE-F25C-437E-BA60-03D71D0A6CD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Arraying Ground Antennas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02CB9-FE46-4A87-98D5-7BF611267BFD}"/>
              </a:ext>
            </a:extLst>
          </p:cNvPr>
          <p:cNvSpPr>
            <a:spLocks noGrp="1"/>
          </p:cNvSpPr>
          <p:nvPr/>
        </p:nvSpPr>
        <p:spPr>
          <a:xfrm>
            <a:off x="1000125" y="1743075"/>
            <a:ext cx="2714625" cy="76200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F0858-95B8-423B-919D-534B73C5DC95}"/>
              </a:ext>
            </a:extLst>
          </p:cNvPr>
          <p:cNvSpPr>
            <a:spLocks noGrp="1"/>
          </p:cNvSpPr>
          <p:nvPr/>
        </p:nvSpPr>
        <p:spPr>
          <a:xfrm>
            <a:off x="1095375" y="1819275"/>
            <a:ext cx="25241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Antenna 1 + Receiver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A8BF91-C3C2-4289-9BE5-1D9388549518}"/>
              </a:ext>
            </a:extLst>
          </p:cNvPr>
          <p:cNvSpPr>
            <a:spLocks noGrp="1"/>
          </p:cNvSpPr>
          <p:nvPr/>
        </p:nvSpPr>
        <p:spPr>
          <a:xfrm>
            <a:off x="4524375" y="1743075"/>
            <a:ext cx="2428875" cy="76200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35F696-0682-4042-9273-B256F2CD0C36}"/>
              </a:ext>
            </a:extLst>
          </p:cNvPr>
          <p:cNvSpPr>
            <a:spLocks noGrp="1"/>
          </p:cNvSpPr>
          <p:nvPr/>
        </p:nvSpPr>
        <p:spPr>
          <a:xfrm>
            <a:off x="4619625" y="1819275"/>
            <a:ext cx="223837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Delay / Phase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Alignment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BB8EDA2-C21B-49B7-9528-A9B6B1756037}"/>
              </a:ext>
            </a:extLst>
          </p:cNvPr>
          <p:cNvSpPr>
            <a:spLocks noGrp="1"/>
          </p:cNvSpPr>
          <p:nvPr/>
        </p:nvSpPr>
        <p:spPr>
          <a:xfrm>
            <a:off x="3714750" y="2114550"/>
            <a:ext cx="8096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183E018-729C-442A-82FF-D0E304725BE1}"/>
              </a:ext>
            </a:extLst>
          </p:cNvPr>
          <p:cNvSpPr>
            <a:spLocks noGrp="1"/>
          </p:cNvSpPr>
          <p:nvPr/>
        </p:nvSpPr>
        <p:spPr>
          <a:xfrm>
            <a:off x="6953250" y="2114550"/>
            <a:ext cx="85725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A0262-FBC3-4A80-B6AF-1A19936C285D}"/>
              </a:ext>
            </a:extLst>
          </p:cNvPr>
          <p:cNvSpPr>
            <a:spLocks noGrp="1"/>
          </p:cNvSpPr>
          <p:nvPr/>
        </p:nvSpPr>
        <p:spPr>
          <a:xfrm>
            <a:off x="1000125" y="2847975"/>
            <a:ext cx="2714625" cy="76200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B3710D-1737-4AFE-9B94-1A4E1C0F198E}"/>
              </a:ext>
            </a:extLst>
          </p:cNvPr>
          <p:cNvSpPr>
            <a:spLocks noGrp="1"/>
          </p:cNvSpPr>
          <p:nvPr/>
        </p:nvSpPr>
        <p:spPr>
          <a:xfrm>
            <a:off x="1095375" y="2924175"/>
            <a:ext cx="25241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Antenna 2 + Receiver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D175C-E990-49DA-A705-9A30AE939EB0}"/>
              </a:ext>
            </a:extLst>
          </p:cNvPr>
          <p:cNvSpPr>
            <a:spLocks noGrp="1"/>
          </p:cNvSpPr>
          <p:nvPr/>
        </p:nvSpPr>
        <p:spPr>
          <a:xfrm>
            <a:off x="4524375" y="2847975"/>
            <a:ext cx="2428875" cy="76200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9924BA-7E50-486D-BAB9-0CB35B74A2F1}"/>
              </a:ext>
            </a:extLst>
          </p:cNvPr>
          <p:cNvSpPr>
            <a:spLocks noGrp="1"/>
          </p:cNvSpPr>
          <p:nvPr/>
        </p:nvSpPr>
        <p:spPr>
          <a:xfrm>
            <a:off x="4619625" y="2924175"/>
            <a:ext cx="223837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Delay / Phase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Alignment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D76D210-5C30-4B08-AA15-8B78D1682E2C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8096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D3F2035-14D8-4F29-A58F-85432E3837B4}"/>
              </a:ext>
            </a:extLst>
          </p:cNvPr>
          <p:cNvSpPr>
            <a:spLocks noGrp="1"/>
          </p:cNvSpPr>
          <p:nvPr/>
        </p:nvSpPr>
        <p:spPr>
          <a:xfrm>
            <a:off x="6953250" y="3219450"/>
            <a:ext cx="85725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FA378D-F3D9-42BB-9A71-E2AE88338CA2}"/>
              </a:ext>
            </a:extLst>
          </p:cNvPr>
          <p:cNvSpPr>
            <a:spLocks noGrp="1"/>
          </p:cNvSpPr>
          <p:nvPr/>
        </p:nvSpPr>
        <p:spPr>
          <a:xfrm>
            <a:off x="1000125" y="3952875"/>
            <a:ext cx="2714625" cy="76200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EEE2F-6C12-4BCE-BAF4-217FDF9727EB}"/>
              </a:ext>
            </a:extLst>
          </p:cNvPr>
          <p:cNvSpPr>
            <a:spLocks noGrp="1"/>
          </p:cNvSpPr>
          <p:nvPr/>
        </p:nvSpPr>
        <p:spPr>
          <a:xfrm>
            <a:off x="1095375" y="4029075"/>
            <a:ext cx="25241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Antenna 3 + Receiver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97E0F-F928-45F3-815E-BED5D85A0C27}"/>
              </a:ext>
            </a:extLst>
          </p:cNvPr>
          <p:cNvSpPr>
            <a:spLocks noGrp="1"/>
          </p:cNvSpPr>
          <p:nvPr/>
        </p:nvSpPr>
        <p:spPr>
          <a:xfrm>
            <a:off x="4524375" y="3952875"/>
            <a:ext cx="2428875" cy="76200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F551C1-1E13-4A00-B769-4E99C8FF121B}"/>
              </a:ext>
            </a:extLst>
          </p:cNvPr>
          <p:cNvSpPr>
            <a:spLocks noGrp="1"/>
          </p:cNvSpPr>
          <p:nvPr/>
        </p:nvSpPr>
        <p:spPr>
          <a:xfrm>
            <a:off x="4619625" y="4029075"/>
            <a:ext cx="223837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Delay / Phase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Alignment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D3BFA7E-844B-4877-B949-897E540CE56D}"/>
              </a:ext>
            </a:extLst>
          </p:cNvPr>
          <p:cNvSpPr>
            <a:spLocks noGrp="1"/>
          </p:cNvSpPr>
          <p:nvPr/>
        </p:nvSpPr>
        <p:spPr>
          <a:xfrm>
            <a:off x="3714750" y="4324350"/>
            <a:ext cx="8096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EA63F479-BBAA-4245-A416-059DABE469AC}"/>
              </a:ext>
            </a:extLst>
          </p:cNvPr>
          <p:cNvSpPr>
            <a:spLocks noGrp="1"/>
          </p:cNvSpPr>
          <p:nvPr/>
        </p:nvSpPr>
        <p:spPr>
          <a:xfrm>
            <a:off x="6953250" y="4324350"/>
            <a:ext cx="85725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35C266A3-8CCB-4720-BD18-CF9440E98741}"/>
              </a:ext>
            </a:extLst>
          </p:cNvPr>
          <p:cNvSpPr>
            <a:spLocks noGrp="1"/>
          </p:cNvSpPr>
          <p:nvPr/>
        </p:nvSpPr>
        <p:spPr>
          <a:xfrm rot="5400000">
            <a:off x="6705600" y="3219450"/>
            <a:ext cx="2209800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70F5D6-44A3-4340-818D-4052E24CCD68}"/>
              </a:ext>
            </a:extLst>
          </p:cNvPr>
          <p:cNvSpPr>
            <a:spLocks noGrp="1"/>
          </p:cNvSpPr>
          <p:nvPr/>
        </p:nvSpPr>
        <p:spPr>
          <a:xfrm>
            <a:off x="8810625" y="2800350"/>
            <a:ext cx="2238375" cy="857250"/>
          </a:xfrm>
          <a:prstGeom prst="rect">
            <a:avLst/>
          </a:prstGeom>
          <a:solidFill>
            <a:srgbClr val="F0F5F8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1AD3B5-7848-445D-8969-9C167D8E08D8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20478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Signal</a:t>
            </a:r>
          </a:p>
          <a:p>
            <a:pPr>
              <a:buNone/>
              <a:defRPr sz="18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Combiner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965D7F7C-26A1-4F3D-9537-254C598866AD}"/>
              </a:ext>
            </a:extLst>
          </p:cNvPr>
          <p:cNvSpPr>
            <a:spLocks noGrp="1"/>
          </p:cNvSpPr>
          <p:nvPr/>
        </p:nvSpPr>
        <p:spPr>
          <a:xfrm>
            <a:off x="7810500" y="3219450"/>
            <a:ext cx="1000125" cy="0"/>
          </a:xfrm>
          <a:prstGeom prst="line">
            <a:avLst/>
          </a:prstGeom>
          <a:noFill/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9429AC-1A1F-4A4A-99D0-FB503766FAC3}"/>
              </a:ext>
            </a:extLst>
          </p:cNvPr>
          <p:cNvSpPr>
            <a:spLocks noGrp="1"/>
          </p:cNvSpPr>
          <p:nvPr/>
        </p:nvSpPr>
        <p:spPr>
          <a:xfrm>
            <a:off x="1000125" y="528637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All antennas observe the same spacecraft signal.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8C28E5-71BC-4DAB-AF3F-885CA4145A79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Combine aligned voltages or baseband signals. Voyager used ground-antenna arraying [1, sections 6.3.2–6.3.3].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F75BCC-CCFD-45AF-BAA9-1F49EC2FBB8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Arraying Buys 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1000125" y="1714500"/>
          <a:ext cx="10191750" cy="2857500"/>
        </p:xfrm>
        <a:graphic>
          <a:graphicData uri="http://schemas.openxmlformats.org/drawingml/2006/table">
            <a:tbl>
              <a:tblPr/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Equal Receive Antennas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Ideal SNR Improvement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Equivalent Area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Reference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Aₑ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About +3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2Aₑ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About +6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4Aₑ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1DB2728-76EC-41BC-BBF1-2A03D91C10BA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101917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Four equal 34 m apertures collect like one 68 m aperture</a:t>
            </a:r>
          </a:p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if efficiencies match. That does not make their patterns identical.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46E78C-EED9-471F-B976-E3BA4C7954FB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Assumes equal signals/noise, uncorrelated receiver noise, ideal alignment and combining. SNR = Signal-to-Noise Ratio.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DCADF-16FE-4956-958C-A8A86A63630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FE025F-D2EB-4769-BCC4-3520704B7B27}"/>
              </a:ext>
            </a:extLst>
          </p:cNvPr>
          <p:cNvSpPr>
            <a:spLocks noGrp="1"/>
          </p:cNvSpPr>
          <p:nvPr/>
        </p:nvSpPr>
        <p:spPr>
          <a:xfrm>
            <a:off x="914400" y="638175"/>
            <a:ext cx="10382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3900" b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900" b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The Very Large Array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52545" y="1571625"/>
            <a:ext cx="7048410" cy="468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A81BA1-408E-4852-8132-62C3423B89CB}"/>
              </a:ext>
            </a:extLst>
          </p:cNvPr>
          <p:cNvSpPr>
            <a:spLocks noGrp="1"/>
          </p:cNvSpPr>
          <p:nvPr/>
        </p:nvSpPr>
        <p:spPr>
          <a:xfrm>
            <a:off x="8334375" y="2162175"/>
            <a:ext cx="30956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25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27 Antennas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3AF51C-8F65-47AE-AA4A-D4259239C490}"/>
              </a:ext>
            </a:extLst>
          </p:cNvPr>
          <p:cNvSpPr>
            <a:spLocks noGrp="1"/>
          </p:cNvSpPr>
          <p:nvPr/>
        </p:nvSpPr>
        <p:spPr>
          <a:xfrm>
            <a:off x="8334375" y="2752725"/>
            <a:ext cx="30956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25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25 m Each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EFD8E-9291-4049-AFB6-365A412FE813}"/>
              </a:ext>
            </a:extLst>
          </p:cNvPr>
          <p:cNvSpPr>
            <a:spLocks noGrp="1"/>
          </p:cNvSpPr>
          <p:nvPr/>
        </p:nvSpPr>
        <p:spPr>
          <a:xfrm>
            <a:off x="8334375" y="3505200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New Mexico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DC0F3F-9179-4ADE-A84C-9179E690642C}"/>
              </a:ext>
            </a:extLst>
          </p:cNvPr>
          <p:cNvSpPr>
            <a:spLocks noGrp="1"/>
          </p:cNvSpPr>
          <p:nvPr/>
        </p:nvSpPr>
        <p:spPr>
          <a:xfrm>
            <a:off x="8334375" y="4267200"/>
            <a:ext cx="3095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Signals Combine for</a:t>
            </a:r>
          </a:p>
          <a:p>
            <a:pPr>
              <a:defRPr sz="21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Radio Astronomy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EA67F-F935-407D-907E-62AD4252FDBA}"/>
              </a:ext>
            </a:extLst>
          </p:cNvPr>
          <p:cNvSpPr>
            <a:spLocks noGrp="1"/>
          </p:cNvSpPr>
          <p:nvPr/>
        </p:nvSpPr>
        <p:spPr>
          <a:xfrm>
            <a:off x="952500" y="625792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11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Photo: NRAO/AUI/NSF [14]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64DBE0-F463-442A-B5F1-2598DA2F1E0E}"/>
              </a:ext>
            </a:extLst>
          </p:cNvPr>
          <p:cNvSpPr>
            <a:spLocks noGrp="1"/>
          </p:cNvSpPr>
          <p:nvPr/>
        </p:nvSpPr>
        <p:spPr>
          <a:xfrm>
            <a:off x="3714750" y="64865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ENAE 694 • Antennas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C08C8A-021C-4C30-9A63-740ABFE8E91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0788677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Changes When Frequency Changes?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A82FB-B7D7-454E-932F-3D435F4E4CC5}"/>
              </a:ext>
            </a:extLst>
          </p:cNvPr>
          <p:cNvSpPr>
            <a:spLocks noGrp="1"/>
          </p:cNvSpPr>
          <p:nvPr/>
        </p:nvSpPr>
        <p:spPr>
          <a:xfrm>
            <a:off x="1000125" y="1809750"/>
            <a:ext cx="10382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[Pᵣ] = [Pₜ] − [Lₜ] + [Gₜ] − [Lₚ] + [Gᵣ] − [Lₒₜₕₑᵣ]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63C4E9-B773-42D7-832E-7C21D0EAE141}"/>
              </a:ext>
            </a:extLst>
          </p:cNvPr>
          <p:cNvSpPr>
            <a:spLocks noGrp="1"/>
          </p:cNvSpPr>
          <p:nvPr/>
        </p:nvSpPr>
        <p:spPr>
          <a:xfrm>
            <a:off x="1000125" y="3048000"/>
            <a:ext cx="10191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Free-Space Path Loss Increases with Frequency.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15AEB6-5E47-477E-89CD-2F5890E59320}"/>
              </a:ext>
            </a:extLst>
          </p:cNvPr>
          <p:cNvSpPr>
            <a:spLocks noGrp="1"/>
          </p:cNvSpPr>
          <p:nvPr/>
        </p:nvSpPr>
        <p:spPr>
          <a:xfrm>
            <a:off x="1000125" y="4000500"/>
            <a:ext cx="10191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Fixed Apertures, Antenna Gains Also Increase.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A90F6-2DD8-467D-8689-F30E6C2C818F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10191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We must say what stays fixed before comparing links.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D9339-2455-4E14-B1CC-3D14828ABFC5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next comparison holds range, transmit power, and other losses constant [4, 5, 7].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481672-184F-4953-A729-288497B0B1E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Doubling Frequency: Three Comparisons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1809750"/>
          <a:ext cx="10191750" cy="2905124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628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Stays Fixed?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Δ[Gₜ]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Δ[Gᵣ]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Δ[Lₚ]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Δ[Pᵣ]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Both Antenna Gains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Tx Gain and Rx Aperture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Both Physical Apertures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+6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709AD65-2462-47C5-93D1-4CEC69E605EF}"/>
              </a:ext>
            </a:extLst>
          </p:cNvPr>
          <p:cNvSpPr>
            <a:spLocks noGrp="1"/>
          </p:cNvSpPr>
          <p:nvPr/>
        </p:nvSpPr>
        <p:spPr>
          <a:xfrm>
            <a:off x="1000125" y="51435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fixed apertures, assume unchanged efficiency and accurate pointing.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C195AF-F579-4522-ABDD-6DB240B193D1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Rounded changes. Free-space comparison with constant transmit power and other losses [4, 5, 7].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B481D-1BC8-40F1-ABF5-DB0CA8370A5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Fixed Apertures at Two Frequencies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1000125" y="1666875"/>
          <a:ext cx="10191750" cy="333375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2.1 GHz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8.4 GHz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Tx Gain: 1 m Aperture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24.25 dBi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36.30 dBi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Rx Gain: 3 m Aperture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33.80 dBi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45.84 dBi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Path Loss: 2,000,000 m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164.91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176.96 dB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Received Power: 10 W 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−96.86 dBW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−84.82 </a:t>
                      </a:r>
                      <a:r>
                        <a:rPr sz="1950" b="0" dirty="0" err="1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dBW</a:t>
                      </a:r>
                      <a:endParaRPr sz="1950" b="0" dirty="0">
                        <a:solidFill>
                          <a:srgbClr val="25252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435A83F-43CC-4067-A18F-B4950DD4231A}"/>
              </a:ext>
            </a:extLst>
          </p:cNvPr>
          <p:cNvSpPr>
            <a:spLocks noGrp="1"/>
          </p:cNvSpPr>
          <p:nvPr/>
        </p:nvSpPr>
        <p:spPr>
          <a:xfrm>
            <a:off x="1000125" y="5334000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Four Times the Frequency: About 12 dB More Received Power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DA733-0FC8-4E4C-A8EA-8FD5BE36ADFF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ηₐₚ = 0.55. Use gain constant 17.81; path-loss constant 32.45 with R in m, f in GHz.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93369-5243-4B21-8458-ECF82912321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Frequency Choices in a Real 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EDC3E-EEB0-4AF4-B3A6-90A8331983D6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10191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Pointing and Surface Accuracy Become More Demanding</a:t>
            </a:r>
          </a:p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as frequency increases.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4C602-DBE4-40C9-9A0A-2054616C00EE}"/>
              </a:ext>
            </a:extLst>
          </p:cNvPr>
          <p:cNvSpPr>
            <a:spLocks noGrp="1"/>
          </p:cNvSpPr>
          <p:nvPr/>
        </p:nvSpPr>
        <p:spPr>
          <a:xfrm>
            <a:off x="1000125" y="3000375"/>
            <a:ext cx="10191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Atmospheric Attenuation Depends on Frequency and Weather.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7E50B-E662-42FB-A234-E68869AF5EA7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10191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Available Spectrum and Compatible Ground Equipment</a:t>
            </a:r>
          </a:p>
          <a:p>
            <a:pPr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also constrain the choice.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F687EF-C979-402F-BF81-7E7BC84FB3F6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free-space calculation isolates one part of this trade [5, 8].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0A9D2-BC23-4E05-B89E-22DD5AAFFEC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Antenna Selection Choices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1000125" y="1762125"/>
          <a:ext cx="10191750" cy="34766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Affects</a:t>
                      </a:r>
                    </a:p>
                  </a:txBody>
                  <a:tcPr>
                    <a:solidFill>
                      <a:srgbClr val="205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Radiating Structure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Wire, patch, horn, reflector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Pattern, gain, bandwidth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Coverage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Body, gimbal, beamforming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Pointing, power,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Fixed, hinged, unfurlable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Mass, packaging, reliability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Feed and Polarization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Single/multiple feeds, linear/circular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252525"/>
                          </a:solidFill>
                          <a:latin typeface="Calibri"/>
                          <a:ea typeface="Calibri"/>
                          <a:cs typeface="Calibri"/>
                        </a:rPr>
                        <a:t>Losses and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7CA9661-D8DE-4E42-A021-F113C34F7DA6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Antenna Trades Across the Spacecraft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31E3BD-D859-4C07-8CD9-2C99C810851F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Which trade would matter most for a small Earth orbiter? For a distant planetary mission?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EE8E2-994B-431F-A5FA-29611AD66D9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100" name="Spacecraft Trade 1">
            <a:extLst>
              <a:ext uri="{FF2B5EF4-FFF2-40B4-BE49-F238E27FC236}">
                <a16:creationId xmlns:a16="http://schemas.microsoft.com/office/drawing/2014/main" id="{FD852F1C-2F9C-45CC-9C1C-FBF2A2C7D70B}"/>
              </a:ext>
            </a:extLst>
          </p:cNvPr>
          <p:cNvSpPr>
            <a:spLocks noGrp="1"/>
          </p:cNvSpPr>
          <p:nvPr/>
        </p:nvSpPr>
        <p:spPr>
          <a:xfrm>
            <a:off x="1000125" y="1666875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Mass: Aperture + Supports + Deployment + Pointing Hardware</a:t>
            </a:r>
          </a:p>
        </p:txBody>
      </p:sp>
      <p:sp>
        <p:nvSpPr>
          <p:cNvPr id="101" name="Spacecraft Trade 2">
            <a:extLst>
              <a:ext uri="{FF2B5EF4-FFF2-40B4-BE49-F238E27FC236}">
                <a16:creationId xmlns:a16="http://schemas.microsoft.com/office/drawing/2014/main" id="{D39AF2D2-DA22-4799-9974-87F946B7D582}"/>
              </a:ext>
            </a:extLst>
          </p:cNvPr>
          <p:cNvSpPr>
            <a:spLocks noGrp="1"/>
          </p:cNvSpPr>
          <p:nvPr/>
        </p:nvSpPr>
        <p:spPr>
          <a:xfrm>
            <a:off x="1000125" y="2447925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Attitude Control: Can We Keep the Beam on the Ground Station?</a:t>
            </a:r>
          </a:p>
        </p:txBody>
      </p:sp>
      <p:sp>
        <p:nvSpPr>
          <p:cNvPr id="102" name="Spacecraft Trade 3">
            <a:extLst>
              <a:ext uri="{FF2B5EF4-FFF2-40B4-BE49-F238E27FC236}">
                <a16:creationId xmlns:a16="http://schemas.microsoft.com/office/drawing/2014/main" id="{3CE3CA1C-B908-4216-8E46-6A639797F5E0}"/>
              </a:ext>
            </a:extLst>
          </p:cNvPr>
          <p:cNvSpPr>
            <a:spLocks noGrp="1"/>
          </p:cNvSpPr>
          <p:nvPr/>
        </p:nvSpPr>
        <p:spPr>
          <a:xfrm>
            <a:off x="1000125" y="3228975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Structures: Can We Package, Deploy, and Support the Antenna?</a:t>
            </a:r>
          </a:p>
        </p:txBody>
      </p:sp>
      <p:sp>
        <p:nvSpPr>
          <p:cNvPr id="103" name="Spacecraft Trade 4">
            <a:extLst>
              <a:ext uri="{FF2B5EF4-FFF2-40B4-BE49-F238E27FC236}">
                <a16:creationId xmlns:a16="http://schemas.microsoft.com/office/drawing/2014/main" id="{F2558E1D-29D2-4C00-B90A-CB7E6BF3B518}"/>
              </a:ext>
            </a:extLst>
          </p:cNvPr>
          <p:cNvSpPr>
            <a:spLocks noGrp="1"/>
          </p:cNvSpPr>
          <p:nvPr/>
        </p:nvSpPr>
        <p:spPr>
          <a:xfrm>
            <a:off x="1000125" y="4010025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Power and Thermal: What Does the Chosen Architecture Require?</a:t>
            </a:r>
          </a:p>
        </p:txBody>
      </p:sp>
      <p:sp>
        <p:nvSpPr>
          <p:cNvPr id="104" name="Spacecraft Trade 5">
            <a:extLst>
              <a:ext uri="{FF2B5EF4-FFF2-40B4-BE49-F238E27FC236}">
                <a16:creationId xmlns:a16="http://schemas.microsoft.com/office/drawing/2014/main" id="{3CA157C3-2F1E-4F93-B140-AD55ABF95C5F}"/>
              </a:ext>
            </a:extLst>
          </p:cNvPr>
          <p:cNvSpPr>
            <a:spLocks noGrp="1"/>
          </p:cNvSpPr>
          <p:nvPr/>
        </p:nvSpPr>
        <p:spPr>
          <a:xfrm>
            <a:off x="1000125" y="4791075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/>
          <a:lstStyle/>
          <a:p>
            <a:pPr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Operations: What Link Is Available During Acquisition or Safe Mode?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Antenna Choices for the 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972A4-05AD-4FDE-B1B4-F6569BEA04BE}"/>
              </a:ext>
            </a:extLst>
          </p:cNvPr>
          <p:cNvSpPr>
            <a:spLocks noGrp="1"/>
          </p:cNvSpPr>
          <p:nvPr/>
        </p:nvSpPr>
        <p:spPr>
          <a:xfrm>
            <a:off x="1000125" y="1743075"/>
            <a:ext cx="101917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ground station can see the spacecraft, but the link drops.</a:t>
            </a:r>
          </a:p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would you check besides range?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FADA1-1465-4A6E-B6EE-B172EE4AE66A}"/>
              </a:ext>
            </a:extLst>
          </p:cNvPr>
          <p:cNvSpPr>
            <a:spLocks noGrp="1"/>
          </p:cNvSpPr>
          <p:nvPr/>
        </p:nvSpPr>
        <p:spPr>
          <a:xfrm>
            <a:off x="1000125" y="3019425"/>
            <a:ext cx="101917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Would a broader beam help? What would it cost?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A2C9E-1044-49D5-AF2E-AD9F8A9E1CA9}"/>
              </a:ext>
            </a:extLst>
          </p:cNvPr>
          <p:cNvSpPr>
            <a:spLocks noGrp="1"/>
          </p:cNvSpPr>
          <p:nvPr/>
        </p:nvSpPr>
        <p:spPr>
          <a:xfrm>
            <a:off x="1000125" y="4295775"/>
            <a:ext cx="1019175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Would circular polarization help if the spacecraft rolls?</a:t>
            </a:r>
          </a:p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must still match at the receiver?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359667-2B5D-4165-9342-DADEBB02EB2B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Possible checks: installed pattern, attitude, pointing, polarization, receiver threshold, and resource availability.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7BD6E-B85C-47A1-9038-3B537FFB7F8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We Can Now Explain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C62D48-4031-4A75-990B-BDAEDF8039BB}"/>
              </a:ext>
            </a:extLst>
          </p:cNvPr>
          <p:cNvSpPr>
            <a:spLocks noGrp="1"/>
          </p:cNvSpPr>
          <p:nvPr/>
        </p:nvSpPr>
        <p:spPr>
          <a:xfrm>
            <a:off x="1000125" y="1743075"/>
            <a:ext cx="101917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Pointing loss comes from gain in the actual link direction.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1152B2-05A5-41AA-8AD3-5407FDC3A707}"/>
              </a:ext>
            </a:extLst>
          </p:cNvPr>
          <p:cNvSpPr>
            <a:spLocks noGrp="1"/>
          </p:cNvSpPr>
          <p:nvPr/>
        </p:nvSpPr>
        <p:spPr>
          <a:xfrm>
            <a:off x="1000125" y="2733675"/>
            <a:ext cx="101917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Polarization loss comes from incomplete field coupling.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FD3F8B-20D0-499F-AB88-DBBD9E2E9C1D}"/>
              </a:ext>
            </a:extLst>
          </p:cNvPr>
          <p:cNvSpPr>
            <a:spLocks noGrp="1"/>
          </p:cNvSpPr>
          <p:nvPr/>
        </p:nvSpPr>
        <p:spPr>
          <a:xfrm>
            <a:off x="1000125" y="3724275"/>
            <a:ext cx="101917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 pattern and a link threshold define usable directions.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76376-677E-482E-8E25-F955222636A3}"/>
              </a:ext>
            </a:extLst>
          </p:cNvPr>
          <p:cNvSpPr>
            <a:spLocks noGrp="1"/>
          </p:cNvSpPr>
          <p:nvPr/>
        </p:nvSpPr>
        <p:spPr>
          <a:xfrm>
            <a:off x="1000125" y="4714875"/>
            <a:ext cx="101917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Motion through those directions determines usable time.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E4B08A-6903-4C2E-ACB2-1813F96FC9CC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Orbit and attitude connect antenna coordinates to mission coverage. Availability always needs a defined time interval.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0807E2-2B7E-44C6-9D13-04F4268BD40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Before We Finish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A5B7C-A61D-4933-AF00-9FDE0FA81123}"/>
              </a:ext>
            </a:extLst>
          </p:cNvPr>
          <p:cNvSpPr>
            <a:spLocks noGrp="1"/>
          </p:cNvSpPr>
          <p:nvPr/>
        </p:nvSpPr>
        <p:spPr>
          <a:xfrm>
            <a:off x="1000125" y="1857375"/>
            <a:ext cx="10191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 larger antenna gives us more gain.</a:t>
            </a:r>
          </a:p>
          <a:p>
            <a:pPr>
              <a:buNone/>
              <a:defRPr sz="32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What might prevent us from using it?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E97F86-A01C-444B-BDD7-96921F509EEF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10001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Which part of today’s calculation would you like to revisit?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2E7BA-510F-4347-AB2B-F834385D00D6}"/>
              </a:ext>
            </a:extLst>
          </p:cNvPr>
          <p:cNvSpPr>
            <a:spLocks noGrp="1"/>
          </p:cNvSpPr>
          <p:nvPr/>
        </p:nvSpPr>
        <p:spPr>
          <a:xfrm>
            <a:off x="1000125" y="5191125"/>
            <a:ext cx="10191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Homework Questions and Next Steps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A44D8A-CF70-4A64-B50D-87866160266F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Optional: The Far-Field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F56E5-CFDB-4E8E-9A38-4C71E7FE75D7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10191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an Electrically Large Aperture: R ≳ 6.67 D² 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67AD1-F9ED-4190-9628-21C7A85B0C6C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10191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 and R in meters, f in GHz. Also require R ≫ D and R ≫ 0.300/f.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0F650-6465-4106-B778-AA5AF1C569EB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101917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At 8.4 GHz: 3 m Aperture: About 504 m</a:t>
            </a:r>
          </a:p>
          <a:p>
            <a:pPr>
              <a:buNone/>
              <a:defRPr sz="25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70 m Aperture: About 274,000 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73E41-A299-48D3-8869-72E722B9FCC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Additional 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A4E5E-8BCD-4553-9F57-958D2F3FCF55}"/>
              </a:ext>
            </a:extLst>
          </p:cNvPr>
          <p:cNvSpPr>
            <a:spLocks noGrp="1"/>
          </p:cNvSpPr>
          <p:nvPr/>
        </p:nvSpPr>
        <p:spPr>
          <a:xfrm>
            <a:off x="1000125" y="138112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[10] Delos, Broughton, and Kraft, Phased Array Antenna Patterns, Part 1.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analog.com/en/resources/analog-dialogue/articles/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phased-array-antenna-patterns-part1.html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17D5CC-3B79-478D-8C7B-5EF8A0845894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[11] Raymond Rumpf, Antenna Parameters and Figures of Merit, Continued.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empossible.net/wp-content/uploads/2018/03/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Topic-2-Figures-of-Merit-Continued.pdf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869F53-05E8-426D-A6D3-BF248B7491D3}"/>
              </a:ext>
            </a:extLst>
          </p:cNvPr>
          <p:cNvSpPr>
            <a:spLocks noGrp="1"/>
          </p:cNvSpPr>
          <p:nvPr/>
        </p:nvSpPr>
        <p:spPr>
          <a:xfrm>
            <a:off x="1000125" y="3286125"/>
            <a:ext cx="10382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[12] NASA, EOS-AM Direct Access System User’s Guide, 20 Nov 1998.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directreadout.sci.gsfc.nasa.gov/terra_documents/DAS_UG.pdf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A7993-77C6-4A59-AEBC-B2DD9ED894C3}"/>
              </a:ext>
            </a:extLst>
          </p:cNvPr>
          <p:cNvSpPr>
            <a:spLocks noGrp="1"/>
          </p:cNvSpPr>
          <p:nvPr/>
        </p:nvSpPr>
        <p:spPr>
          <a:xfrm>
            <a:off x="1000125" y="4048125"/>
            <a:ext cx="10382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[13] NASA, EOS Aqua X-Band Direct Broadcast IDD, June 2002.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directreadout.sci.gsfc.nasa.gov/aqua_documents/IDD_Aqua-DB.pdf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E91A82-B7FD-4A81-9CEF-46BA3A739A3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99" name="VLA Public Reference">
            <a:extLst>
              <a:ext uri="{FF2B5EF4-FFF2-40B4-BE49-F238E27FC236}">
                <a16:creationId xmlns:a16="http://schemas.microsoft.com/office/drawing/2014/main" id="{E8AA7993-77C6-4A59-AEBC-B2DD9ED894C3}"/>
              </a:ext>
            </a:extLst>
          </p:cNvPr>
          <p:cNvSpPr>
            <a:spLocks noGrp="1"/>
          </p:cNvSpPr>
          <p:nvPr/>
        </p:nvSpPr>
        <p:spPr>
          <a:xfrm>
            <a:off x="1000125" y="5000625"/>
            <a:ext cx="10382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[14] NRAO, Lining up the VLA antennas. Photo: NRAO/AUI/NSF.</a:t>
            </a:r>
          </a:p>
          <a:p>
            <a:pPr>
              <a:buNone/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public.nrao.edu/gallery/vla-mirror-trick/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Antennas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4A17A-52F9-4C3A-AF2C-77778399B937}"/>
              </a:ext>
            </a:extLst>
          </p:cNvPr>
          <p:cNvSpPr>
            <a:spLocks noGrp="1"/>
          </p:cNvSpPr>
          <p:nvPr/>
        </p:nvSpPr>
        <p:spPr>
          <a:xfrm>
            <a:off x="1000125" y="1571625"/>
            <a:ext cx="101917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[1] Ludwig and Taylor, Voyager Telecommunications, JPL DESCANSO, 2002.</a:t>
            </a:r>
          </a:p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     Table 5-3. descanso.jpl.nasa.gov/</a:t>
            </a:r>
            <a:r>
              <a:rPr sz="1725" b="0" dirty="0" err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DPSummary</a:t>
            </a:r>
            <a:r>
              <a:rPr sz="1725" b="0" dirty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/Descanso4--Voyager_new.pdf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2B397-2FD9-40F2-8F01-E34E9201560D}"/>
              </a:ext>
            </a:extLst>
          </p:cNvPr>
          <p:cNvSpPr>
            <a:spLocks noGrp="1"/>
          </p:cNvSpPr>
          <p:nvPr/>
        </p:nvSpPr>
        <p:spPr>
          <a:xfrm>
            <a:off x="1000125" y="2743200"/>
            <a:ext cx="101917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Antenna-Theory.com, Antenna Fundamentals (antenna-theory.com):</a:t>
            </a:r>
          </a:p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[2] basics/gain.php     [3] basics/radPatDefs.php</a:t>
            </a:r>
          </a:p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[4] basics/aperture.php     [5] antennas/reflectors/dish3.php</a:t>
            </a:r>
          </a:p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[6] basics/polarization.php     [9] basics/fieldRegions.php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FA2E8-28C0-4DC3-9675-0BBC8A5F3B65}"/>
              </a:ext>
            </a:extLst>
          </p:cNvPr>
          <p:cNvSpPr>
            <a:spLocks noGrp="1"/>
          </p:cNvSpPr>
          <p:nvPr/>
        </p:nvSpPr>
        <p:spPr>
          <a:xfrm>
            <a:off x="1000125" y="3914775"/>
            <a:ext cx="101917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[7] ITU-R P.525-5, Calculation of Free-Space Attenuation, 2024.</a:t>
            </a:r>
          </a:p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     itu.int/rec/R-REC-P.525-5-202411-I/en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8CB8A8-4AF1-4DCB-A57C-183AEC24F2E2}"/>
              </a:ext>
            </a:extLst>
          </p:cNvPr>
          <p:cNvSpPr>
            <a:spLocks noGrp="1"/>
          </p:cNvSpPr>
          <p:nvPr/>
        </p:nvSpPr>
        <p:spPr>
          <a:xfrm>
            <a:off x="1000125" y="5086350"/>
            <a:ext cx="101917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[8] ITU-R P.840-9, Attenuation Due to Clouds and Fog, 2023.</a:t>
            </a:r>
          </a:p>
          <a:p>
            <a:pPr>
              <a:buNone/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      itu.int/rec/R-REC-P.840/en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AAD5A-F542-402A-B819-51C255C7B5B7}"/>
              </a:ext>
            </a:extLst>
          </p:cNvPr>
          <p:cNvSpPr>
            <a:spLocks noGrp="1"/>
          </p:cNvSpPr>
          <p:nvPr/>
        </p:nvSpPr>
        <p:spPr>
          <a:xfrm>
            <a:off x="1000125" y="5905500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Optional references. Numerical antenna examples and pattern plots are teaching calculations.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1F59DB-2CF0-4CBA-948B-24EC49FE953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3469</Words>
  <Application>Microsoft Office PowerPoint</Application>
  <DocSecurity>0</DocSecurity>
  <PresentationFormat>Widescreen</PresentationFormat>
  <Paragraphs>657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Calibri</vt:lpstr>
      <vt:lpstr>Calibri Light</vt:lpstr>
      <vt:lpstr>Cambria Math</vt:lpstr>
      <vt:lpstr>Custom Design</vt:lpstr>
      <vt:lpstr>Spacecraft Communications ENAE 694 Antennas</vt:lpstr>
      <vt:lpstr>Tonight’s Agenda</vt:lpstr>
      <vt:lpstr>Homework 2: Slant Range</vt:lpstr>
      <vt:lpstr>Homework 2: Voyager 2</vt:lpstr>
      <vt:lpstr>Homework 2: Voyager 2</vt:lpstr>
      <vt:lpstr>Quantities and Their Units</vt:lpstr>
      <vt:lpstr>What Does Antenna Gain Mean?</vt:lpstr>
      <vt:lpstr>Isotropic and Omnidirectional</vt:lpstr>
      <vt:lpstr>Wire Antennas</vt:lpstr>
      <vt:lpstr>Log-Periodic and Yagi Antennas</vt:lpstr>
      <vt:lpstr>Patch Antennas</vt:lpstr>
      <vt:lpstr>Horn Antennas</vt:lpstr>
      <vt:lpstr>Reflector Configurations</vt:lpstr>
      <vt:lpstr>Ground Antenna Hardware</vt:lpstr>
      <vt:lpstr>Antenna Pointing with the Spacecraft</vt:lpstr>
      <vt:lpstr>Gimbaled Antennas</vt:lpstr>
      <vt:lpstr>Phased-Array Hardware</vt:lpstr>
      <vt:lpstr>Reading an Antenna Pattern</vt:lpstr>
      <vt:lpstr>The Receive Antenna</vt:lpstr>
      <vt:lpstr>Physical Area and Effective Area</vt:lpstr>
      <vt:lpstr>Frequency and Antenna Size</vt:lpstr>
      <vt:lpstr>Gain from Diameter and Frequency</vt:lpstr>
      <vt:lpstr>A 1 m Antenna at 8.4 GHz</vt:lpstr>
      <vt:lpstr>The 1 m Antenna: Results</vt:lpstr>
      <vt:lpstr>Beamwidth</vt:lpstr>
      <vt:lpstr>What Is Pointing Loss?</vt:lpstr>
      <vt:lpstr>Pointing Away from the Peak</vt:lpstr>
      <vt:lpstr>How an Antenna Tracks a Spacecraft</vt:lpstr>
      <vt:lpstr>What Is Polarization?</vt:lpstr>
      <vt:lpstr>Polarization Loss for Linear Antennas</vt:lpstr>
      <vt:lpstr>Circular Polarization and Real Antennas</vt:lpstr>
      <vt:lpstr>Pointing and Polarization in the Link Budget</vt:lpstr>
      <vt:lpstr>Hemispherical Coverage</vt:lpstr>
      <vt:lpstr>Broad Coverage from Multiple Antennas</vt:lpstr>
      <vt:lpstr>Shaping Gain for an Earth Pass</vt:lpstr>
      <vt:lpstr>The Earth-Science Shaped Omni</vt:lpstr>
      <vt:lpstr>Antenna Patterns and Usable Coverage</vt:lpstr>
      <vt:lpstr>Coverage Becomes Availability over Time</vt:lpstr>
      <vt:lpstr>Electronic Beam Steering</vt:lpstr>
      <vt:lpstr>The Same Array, a Different Beam</vt:lpstr>
      <vt:lpstr>Multiple Beams from One Aperture</vt:lpstr>
      <vt:lpstr>Arraying Ground Antennas</vt:lpstr>
      <vt:lpstr>What Arraying Buys Us</vt:lpstr>
      <vt:lpstr>PowerPoint Presentation</vt:lpstr>
      <vt:lpstr>What Changes When Frequency Changes?</vt:lpstr>
      <vt:lpstr>Doubling Frequency: Three Comparisons</vt:lpstr>
      <vt:lpstr>Fixed Apertures at Two Frequencies</vt:lpstr>
      <vt:lpstr>Frequency Choices in a Real Mission</vt:lpstr>
      <vt:lpstr>Antenna Selection Choices</vt:lpstr>
      <vt:lpstr>Antenna Trades Across the Spacecraft</vt:lpstr>
      <vt:lpstr>Antenna Choices for the Mission</vt:lpstr>
      <vt:lpstr>What We Can Now Explain</vt:lpstr>
      <vt:lpstr>Before We Finish</vt:lpstr>
      <vt:lpstr>Optional: The Far-Field Model</vt:lpstr>
      <vt:lpstr>Additional 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2026-09-28T13:17:32Z</dcterms:created>
  <dcterms:modified xsi:type="dcterms:W3CDTF">2026-09-28T13:18:03Z</dcterms:modified>
</cp:coreProperties>
</file>